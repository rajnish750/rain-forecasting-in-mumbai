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4" r:id="rId1"/>
  </p:sldMasterIdLst>
  <p:notesMasterIdLst>
    <p:notesMasterId r:id="rId21"/>
  </p:notesMasterIdLst>
  <p:sldIdLst>
    <p:sldId id="256" r:id="rId2"/>
    <p:sldId id="258" r:id="rId3"/>
    <p:sldId id="261" r:id="rId4"/>
    <p:sldId id="262" r:id="rId5"/>
    <p:sldId id="263" r:id="rId6"/>
    <p:sldId id="264" r:id="rId7"/>
    <p:sldId id="266" r:id="rId8"/>
    <p:sldId id="267" r:id="rId9"/>
    <p:sldId id="290" r:id="rId10"/>
    <p:sldId id="271" r:id="rId11"/>
    <p:sldId id="272" r:id="rId12"/>
    <p:sldId id="273" r:id="rId13"/>
    <p:sldId id="291" r:id="rId14"/>
    <p:sldId id="292" r:id="rId15"/>
    <p:sldId id="294" r:id="rId16"/>
    <p:sldId id="293" r:id="rId17"/>
    <p:sldId id="296" r:id="rId18"/>
    <p:sldId id="297" r:id="rId19"/>
    <p:sldId id="295" r:id="rId20"/>
  </p:sldIdLst>
  <p:sldSz cx="9144000" cy="5143500" type="screen16x9"/>
  <p:notesSz cx="6858000" cy="9144000"/>
  <p:embeddedFontLst>
    <p:embeddedFont>
      <p:font typeface="Amatic SC" panose="00000500000000000000" pitchFamily="2" charset="-79"/>
      <p:regular r:id="rId22"/>
      <p:bold r:id="rId23"/>
    </p:embeddedFont>
    <p:embeddedFont>
      <p:font typeface="Barrio" panose="020B0604020202020204" charset="0"/>
      <p:regular r:id="rId24"/>
    </p:embeddedFont>
    <p:embeddedFont>
      <p:font typeface="Open Sans" panose="020B0606030504020204" pitchFamily="34" charset="0"/>
      <p:regular r:id="rId25"/>
      <p:bold r:id="rId26"/>
      <p:italic r:id="rId27"/>
      <p:boldItalic r:id="rId28"/>
    </p:embeddedFont>
    <p:embeddedFont>
      <p:font typeface="Oswald Light" panose="00000400000000000000" pitchFamily="2" charset="0"/>
      <p:regular r:id="rId29"/>
      <p:bold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E4B4405-111C-4E9D-B271-10F56F52B210}" v="204" dt="2025-05-07T23:10:39.391"/>
  </p1510:revLst>
</p1510:revInfo>
</file>

<file path=ppt/tableStyles.xml><?xml version="1.0" encoding="utf-8"?>
<a:tblStyleLst xmlns:a="http://schemas.openxmlformats.org/drawingml/2006/main" def="{45B7380C-6F84-43F6-BD9E-710A7607DA1C}">
  <a:tblStyle styleId="{45B7380C-6F84-43F6-BD9E-710A7607DA1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font" Target="fonts/font9.fntdata"/><Relationship Id="rId35" Type="http://schemas.microsoft.com/office/2015/10/relationships/revisionInfo" Target="revisionInfo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6" name="Google Shape;561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17" name="Google Shape;561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6" name="Google Shape;5656;ge01c46fd0d_0_470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57" name="Google Shape;5657;ge01c46fd0d_0_470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3" name="Google Shape;5713;gbd6c00e730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14" name="Google Shape;5714;gbd6c00e730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1" name="Google Shape;5721;gbd6c00e730_0_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22" name="Google Shape;5722;gbd6c00e730_0_2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0" name="Google Shape;5780;g99f2f57a71_0_1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81" name="Google Shape;5781;g99f2f57a71_0_1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7" name="Google Shape;5787;gbd6c00e730_0_2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88" name="Google Shape;5788;gbd6c00e730_0_2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1" name="Google Shape;5861;gbd6c00e730_0_1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62" name="Google Shape;5862;gbd6c00e730_0_1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8" name="Google Shape;5928;gbd6c00e730_0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29" name="Google Shape;5929;gbd6c00e730_0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27">
          <a:extLst>
            <a:ext uri="{FF2B5EF4-FFF2-40B4-BE49-F238E27FC236}">
              <a16:creationId xmlns:a16="http://schemas.microsoft.com/office/drawing/2014/main" id="{DEC60F1D-46CB-BDC6-24FF-B08EA9E049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8" name="Google Shape;5928;gbd6c00e730_0_39:notes">
            <a:extLst>
              <a:ext uri="{FF2B5EF4-FFF2-40B4-BE49-F238E27FC236}">
                <a16:creationId xmlns:a16="http://schemas.microsoft.com/office/drawing/2014/main" id="{D242EDA2-C6F7-AEEA-01A0-1D77DBB8077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29" name="Google Shape;5929;gbd6c00e730_0_39:notes">
            <a:extLst>
              <a:ext uri="{FF2B5EF4-FFF2-40B4-BE49-F238E27FC236}">
                <a16:creationId xmlns:a16="http://schemas.microsoft.com/office/drawing/2014/main" id="{3A58FC50-97D9-9EE9-B23A-C1E95CFE382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8309204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9" name="Google Shape;5999;ge01c46fd0d_0_468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00" name="Google Shape;6000;ge01c46fd0d_0_468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3" name="Google Shape;6113;gc80bffb274_0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14" name="Google Shape;6114;gc80bffb274_0_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6" name="Google Shape;6336;gc80bffb274_0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37" name="Google Shape;6337;gc80bffb274_0_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98">
          <a:extLst>
            <a:ext uri="{FF2B5EF4-FFF2-40B4-BE49-F238E27FC236}">
              <a16:creationId xmlns:a16="http://schemas.microsoft.com/office/drawing/2014/main" id="{0A2BF95D-6C0C-DC5F-C1A5-B606ABDBC4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9" name="Google Shape;5999;ge01c46fd0d_0_46843:notes">
            <a:extLst>
              <a:ext uri="{FF2B5EF4-FFF2-40B4-BE49-F238E27FC236}">
                <a16:creationId xmlns:a16="http://schemas.microsoft.com/office/drawing/2014/main" id="{AB74109B-1701-4AAA-3ED4-88FE3159942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00" name="Google Shape;6000;ge01c46fd0d_0_46843:notes">
            <a:extLst>
              <a:ext uri="{FF2B5EF4-FFF2-40B4-BE49-F238E27FC236}">
                <a16:creationId xmlns:a16="http://schemas.microsoft.com/office/drawing/2014/main" id="{F355D509-84F4-85DD-37B0-975536AB8E3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5862510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98">
          <a:extLst>
            <a:ext uri="{FF2B5EF4-FFF2-40B4-BE49-F238E27FC236}">
              <a16:creationId xmlns:a16="http://schemas.microsoft.com/office/drawing/2014/main" id="{947E7C1B-D6D8-70E0-58A9-1170602E37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9" name="Google Shape;5999;ge01c46fd0d_0_46843:notes">
            <a:extLst>
              <a:ext uri="{FF2B5EF4-FFF2-40B4-BE49-F238E27FC236}">
                <a16:creationId xmlns:a16="http://schemas.microsoft.com/office/drawing/2014/main" id="{8F4B9222-FD5F-B030-7AED-CD4307933AC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00" name="Google Shape;6000;ge01c46fd0d_0_46843:notes">
            <a:extLst>
              <a:ext uri="{FF2B5EF4-FFF2-40B4-BE49-F238E27FC236}">
                <a16:creationId xmlns:a16="http://schemas.microsoft.com/office/drawing/2014/main" id="{CAF7A74D-F0EC-3C8F-7A83-DA0575CB8E8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9135703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98">
          <a:extLst>
            <a:ext uri="{FF2B5EF4-FFF2-40B4-BE49-F238E27FC236}">
              <a16:creationId xmlns:a16="http://schemas.microsoft.com/office/drawing/2014/main" id="{EE6D4CAC-2841-BC38-30CB-1FE8907B2C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9" name="Google Shape;5999;ge01c46fd0d_0_46843:notes">
            <a:extLst>
              <a:ext uri="{FF2B5EF4-FFF2-40B4-BE49-F238E27FC236}">
                <a16:creationId xmlns:a16="http://schemas.microsoft.com/office/drawing/2014/main" id="{1AB05C8E-34CE-F956-B638-EE26C125E56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00" name="Google Shape;6000;ge01c46fd0d_0_46843:notes">
            <a:extLst>
              <a:ext uri="{FF2B5EF4-FFF2-40B4-BE49-F238E27FC236}">
                <a16:creationId xmlns:a16="http://schemas.microsoft.com/office/drawing/2014/main" id="{4A66E4D2-2820-555C-1885-4F7EF0C1788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6997957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98">
          <a:extLst>
            <a:ext uri="{FF2B5EF4-FFF2-40B4-BE49-F238E27FC236}">
              <a16:creationId xmlns:a16="http://schemas.microsoft.com/office/drawing/2014/main" id="{BC7CBCFF-DEE1-C160-6084-02098EB8C4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9" name="Google Shape;5999;ge01c46fd0d_0_46843:notes">
            <a:extLst>
              <a:ext uri="{FF2B5EF4-FFF2-40B4-BE49-F238E27FC236}">
                <a16:creationId xmlns:a16="http://schemas.microsoft.com/office/drawing/2014/main" id="{BE82325D-659D-CF49-158B-DF6E4047EE7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00" name="Google Shape;6000;ge01c46fd0d_0_46843:notes">
            <a:extLst>
              <a:ext uri="{FF2B5EF4-FFF2-40B4-BE49-F238E27FC236}">
                <a16:creationId xmlns:a16="http://schemas.microsoft.com/office/drawing/2014/main" id="{17E9409F-BA5E-0FE1-8150-B098C1FA3A6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19843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98">
          <a:extLst>
            <a:ext uri="{FF2B5EF4-FFF2-40B4-BE49-F238E27FC236}">
              <a16:creationId xmlns:a16="http://schemas.microsoft.com/office/drawing/2014/main" id="{23A88863-6A3C-7CC7-0965-4D95963980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9" name="Google Shape;5999;ge01c46fd0d_0_46843:notes">
            <a:extLst>
              <a:ext uri="{FF2B5EF4-FFF2-40B4-BE49-F238E27FC236}">
                <a16:creationId xmlns:a16="http://schemas.microsoft.com/office/drawing/2014/main" id="{372C97CC-6FA3-4EF8-FF8A-FF3484BCD47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00" name="Google Shape;6000;ge01c46fd0d_0_46843:notes">
            <a:extLst>
              <a:ext uri="{FF2B5EF4-FFF2-40B4-BE49-F238E27FC236}">
                <a16:creationId xmlns:a16="http://schemas.microsoft.com/office/drawing/2014/main" id="{D21ED1AD-A324-B05E-97F0-2B79AE91B4F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4560793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98">
          <a:extLst>
            <a:ext uri="{FF2B5EF4-FFF2-40B4-BE49-F238E27FC236}">
              <a16:creationId xmlns:a16="http://schemas.microsoft.com/office/drawing/2014/main" id="{A1722A27-8CCE-A1CE-C324-B3F1B75795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9" name="Google Shape;5999;ge01c46fd0d_0_46843:notes">
            <a:extLst>
              <a:ext uri="{FF2B5EF4-FFF2-40B4-BE49-F238E27FC236}">
                <a16:creationId xmlns:a16="http://schemas.microsoft.com/office/drawing/2014/main" id="{80B90F24-E128-16C4-E780-B047338E618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00" name="Google Shape;6000;ge01c46fd0d_0_46843:notes">
            <a:extLst>
              <a:ext uri="{FF2B5EF4-FFF2-40B4-BE49-F238E27FC236}">
                <a16:creationId xmlns:a16="http://schemas.microsoft.com/office/drawing/2014/main" id="{51A05CF5-65C6-6B08-0811-54553C2D497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4267816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27">
          <a:extLst>
            <a:ext uri="{FF2B5EF4-FFF2-40B4-BE49-F238E27FC236}">
              <a16:creationId xmlns:a16="http://schemas.microsoft.com/office/drawing/2014/main" id="{1CF6E395-6691-289B-17CB-D18AD0A42A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8" name="Google Shape;5928;gbd6c00e730_0_39:notes">
            <a:extLst>
              <a:ext uri="{FF2B5EF4-FFF2-40B4-BE49-F238E27FC236}">
                <a16:creationId xmlns:a16="http://schemas.microsoft.com/office/drawing/2014/main" id="{E9E95BFE-E691-D6C8-750B-62C22201377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29" name="Google Shape;5929;gbd6c00e730_0_39:notes">
            <a:extLst>
              <a:ext uri="{FF2B5EF4-FFF2-40B4-BE49-F238E27FC236}">
                <a16:creationId xmlns:a16="http://schemas.microsoft.com/office/drawing/2014/main" id="{183B25E7-CDCE-A432-F098-C3350F3E25B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601597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277300" y="-56800"/>
            <a:ext cx="8858300" cy="5317875"/>
            <a:chOff x="50125" y="0"/>
            <a:chExt cx="8858300" cy="5317875"/>
          </a:xfrm>
        </p:grpSpPr>
        <p:sp>
          <p:nvSpPr>
            <p:cNvPr id="10" name="Google Shape;10;p2"/>
            <p:cNvSpPr/>
            <p:nvPr/>
          </p:nvSpPr>
          <p:spPr>
            <a:xfrm>
              <a:off x="1626250" y="15512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0"/>
                  </a:moveTo>
                  <a:cubicBezTo>
                    <a:pt x="2001" y="1702"/>
                    <a:pt x="0" y="6505"/>
                    <a:pt x="2569" y="6505"/>
                  </a:cubicBezTo>
                  <a:cubicBezTo>
                    <a:pt x="5137" y="6505"/>
                    <a:pt x="3236" y="1802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1;p2"/>
            <p:cNvSpPr/>
            <p:nvPr/>
          </p:nvSpPr>
          <p:spPr>
            <a:xfrm>
              <a:off x="3958725" y="519550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0"/>
                  </a:moveTo>
                  <a:cubicBezTo>
                    <a:pt x="1969" y="1668"/>
                    <a:pt x="1" y="6505"/>
                    <a:pt x="2569" y="6505"/>
                  </a:cubicBezTo>
                  <a:cubicBezTo>
                    <a:pt x="5138" y="6505"/>
                    <a:pt x="3237" y="1802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1291000" y="1710400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36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447900" y="0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50125" y="1522775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2001" y="1701"/>
                    <a:pt x="0" y="6505"/>
                    <a:pt x="2569" y="6505"/>
                  </a:cubicBezTo>
                  <a:cubicBezTo>
                    <a:pt x="5137" y="6505"/>
                    <a:pt x="3269" y="1801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2361775" y="311075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1968" y="1668"/>
                    <a:pt x="0" y="6505"/>
                    <a:pt x="2569" y="6505"/>
                  </a:cubicBezTo>
                  <a:cubicBezTo>
                    <a:pt x="5137" y="6505"/>
                    <a:pt x="3236" y="1801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1150075" y="229350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0"/>
                  </a:moveTo>
                  <a:cubicBezTo>
                    <a:pt x="2002" y="1701"/>
                    <a:pt x="0" y="6538"/>
                    <a:pt x="2569" y="6538"/>
                  </a:cubicBezTo>
                  <a:cubicBezTo>
                    <a:pt x="5137" y="6538"/>
                    <a:pt x="3269" y="1801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3177350" y="203500"/>
              <a:ext cx="131775" cy="167625"/>
            </a:xfrm>
            <a:custGeom>
              <a:avLst/>
              <a:gdLst/>
              <a:ahLst/>
              <a:cxnLst/>
              <a:rect l="l" t="t" r="r" b="b"/>
              <a:pathLst>
                <a:path w="5271" h="6705" extrusionOk="0">
                  <a:moveTo>
                    <a:pt x="2636" y="0"/>
                  </a:moveTo>
                  <a:cubicBezTo>
                    <a:pt x="2035" y="1735"/>
                    <a:pt x="0" y="6705"/>
                    <a:pt x="2636" y="6705"/>
                  </a:cubicBezTo>
                  <a:cubicBezTo>
                    <a:pt x="5271" y="6705"/>
                    <a:pt x="3336" y="1868"/>
                    <a:pt x="2636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4516625" y="287725"/>
              <a:ext cx="132625" cy="167625"/>
            </a:xfrm>
            <a:custGeom>
              <a:avLst/>
              <a:gdLst/>
              <a:ahLst/>
              <a:cxnLst/>
              <a:rect l="l" t="t" r="r" b="b"/>
              <a:pathLst>
                <a:path w="5305" h="6705" extrusionOk="0">
                  <a:moveTo>
                    <a:pt x="2670" y="0"/>
                  </a:moveTo>
                  <a:cubicBezTo>
                    <a:pt x="2069" y="1735"/>
                    <a:pt x="1" y="6705"/>
                    <a:pt x="2670" y="6705"/>
                  </a:cubicBezTo>
                  <a:cubicBezTo>
                    <a:pt x="5305" y="6705"/>
                    <a:pt x="3370" y="1835"/>
                    <a:pt x="2670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2141600" y="97487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702"/>
                    <a:pt x="1" y="6505"/>
                    <a:pt x="2569" y="6505"/>
                  </a:cubicBezTo>
                  <a:cubicBezTo>
                    <a:pt x="5138" y="6505"/>
                    <a:pt x="3270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764675" y="1737100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2002" y="1668"/>
                    <a:pt x="0" y="6505"/>
                    <a:pt x="2569" y="6505"/>
                  </a:cubicBezTo>
                  <a:cubicBezTo>
                    <a:pt x="5137" y="6505"/>
                    <a:pt x="3269" y="1768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3074775" y="111997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702"/>
                    <a:pt x="0" y="6505"/>
                    <a:pt x="2569" y="6505"/>
                  </a:cubicBezTo>
                  <a:cubicBezTo>
                    <a:pt x="5137" y="6505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415375" y="124172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702"/>
                    <a:pt x="0" y="6505"/>
                    <a:pt x="2569" y="6505"/>
                  </a:cubicBezTo>
                  <a:cubicBezTo>
                    <a:pt x="5137" y="6505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380350" y="2140700"/>
              <a:ext cx="132625" cy="167650"/>
            </a:xfrm>
            <a:custGeom>
              <a:avLst/>
              <a:gdLst/>
              <a:ahLst/>
              <a:cxnLst/>
              <a:rect l="l" t="t" r="r" b="b"/>
              <a:pathLst>
                <a:path w="5305" h="6706" extrusionOk="0">
                  <a:moveTo>
                    <a:pt x="2636" y="1"/>
                  </a:moveTo>
                  <a:cubicBezTo>
                    <a:pt x="2069" y="1735"/>
                    <a:pt x="0" y="6706"/>
                    <a:pt x="2636" y="6706"/>
                  </a:cubicBezTo>
                  <a:cubicBezTo>
                    <a:pt x="5304" y="6706"/>
                    <a:pt x="3370" y="1836"/>
                    <a:pt x="2636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3653525" y="2276650"/>
              <a:ext cx="132625" cy="167625"/>
            </a:xfrm>
            <a:custGeom>
              <a:avLst/>
              <a:gdLst/>
              <a:ahLst/>
              <a:cxnLst/>
              <a:rect l="l" t="t" r="r" b="b"/>
              <a:pathLst>
                <a:path w="5305" h="6705" extrusionOk="0">
                  <a:moveTo>
                    <a:pt x="2669" y="0"/>
                  </a:moveTo>
                  <a:cubicBezTo>
                    <a:pt x="2068" y="1735"/>
                    <a:pt x="0" y="6705"/>
                    <a:pt x="2669" y="6705"/>
                  </a:cubicBezTo>
                  <a:cubicBezTo>
                    <a:pt x="5304" y="6705"/>
                    <a:pt x="3369" y="1868"/>
                    <a:pt x="26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2307550" y="155862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668"/>
                    <a:pt x="1" y="6505"/>
                    <a:pt x="2569" y="6505"/>
                  </a:cubicBezTo>
                  <a:cubicBezTo>
                    <a:pt x="5138" y="6505"/>
                    <a:pt x="3270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3263250" y="1710400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82625" y="503700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1" y="6539"/>
                    <a:pt x="2569" y="6539"/>
                  </a:cubicBezTo>
                  <a:cubicBezTo>
                    <a:pt x="5138" y="6539"/>
                    <a:pt x="3270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3912025" y="1474400"/>
              <a:ext cx="131800" cy="167650"/>
            </a:xfrm>
            <a:custGeom>
              <a:avLst/>
              <a:gdLst/>
              <a:ahLst/>
              <a:cxnLst/>
              <a:rect l="l" t="t" r="r" b="b"/>
              <a:pathLst>
                <a:path w="5272" h="6706" extrusionOk="0">
                  <a:moveTo>
                    <a:pt x="2636" y="0"/>
                  </a:moveTo>
                  <a:cubicBezTo>
                    <a:pt x="2036" y="1735"/>
                    <a:pt x="1" y="6705"/>
                    <a:pt x="2636" y="6705"/>
                  </a:cubicBezTo>
                  <a:cubicBezTo>
                    <a:pt x="5271" y="6705"/>
                    <a:pt x="3337" y="1868"/>
                    <a:pt x="2636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4092800" y="1049300"/>
              <a:ext cx="132600" cy="167650"/>
            </a:xfrm>
            <a:custGeom>
              <a:avLst/>
              <a:gdLst/>
              <a:ahLst/>
              <a:cxnLst/>
              <a:rect l="l" t="t" r="r" b="b"/>
              <a:pathLst>
                <a:path w="5304" h="6706" extrusionOk="0">
                  <a:moveTo>
                    <a:pt x="2669" y="1"/>
                  </a:moveTo>
                  <a:cubicBezTo>
                    <a:pt x="2068" y="1735"/>
                    <a:pt x="0" y="6705"/>
                    <a:pt x="2669" y="6705"/>
                  </a:cubicBezTo>
                  <a:cubicBezTo>
                    <a:pt x="5304" y="6705"/>
                    <a:pt x="3369" y="1835"/>
                    <a:pt x="26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2616950" y="174042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0"/>
                  </a:moveTo>
                  <a:cubicBezTo>
                    <a:pt x="2002" y="1702"/>
                    <a:pt x="0" y="6505"/>
                    <a:pt x="2569" y="6505"/>
                  </a:cubicBezTo>
                  <a:cubicBezTo>
                    <a:pt x="5137" y="6505"/>
                    <a:pt x="3269" y="1802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189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3572625" y="189302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669"/>
                    <a:pt x="1" y="6505"/>
                    <a:pt x="2569" y="6505"/>
                  </a:cubicBezTo>
                  <a:cubicBezTo>
                    <a:pt x="5138" y="6505"/>
                    <a:pt x="3270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189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392025" y="68632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669"/>
                    <a:pt x="0" y="6506"/>
                    <a:pt x="2569" y="6506"/>
                  </a:cubicBezTo>
                  <a:cubicBezTo>
                    <a:pt x="5137" y="6506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6047850" y="15512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0"/>
                  </a:moveTo>
                  <a:cubicBezTo>
                    <a:pt x="2001" y="1702"/>
                    <a:pt x="0" y="6505"/>
                    <a:pt x="2569" y="6505"/>
                  </a:cubicBezTo>
                  <a:cubicBezTo>
                    <a:pt x="5137" y="6505"/>
                    <a:pt x="3236" y="1802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8380325" y="519550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0"/>
                  </a:moveTo>
                  <a:cubicBezTo>
                    <a:pt x="1969" y="1668"/>
                    <a:pt x="1" y="6505"/>
                    <a:pt x="2569" y="6505"/>
                  </a:cubicBezTo>
                  <a:cubicBezTo>
                    <a:pt x="5138" y="6505"/>
                    <a:pt x="3237" y="1802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5712600" y="1710400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36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4869500" y="0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4471725" y="1522775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2001" y="1701"/>
                    <a:pt x="0" y="6505"/>
                    <a:pt x="2569" y="6505"/>
                  </a:cubicBezTo>
                  <a:cubicBezTo>
                    <a:pt x="5137" y="6505"/>
                    <a:pt x="3269" y="1801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6783375" y="311075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1968" y="1668"/>
                    <a:pt x="0" y="6505"/>
                    <a:pt x="2569" y="6505"/>
                  </a:cubicBezTo>
                  <a:cubicBezTo>
                    <a:pt x="5137" y="6505"/>
                    <a:pt x="3236" y="1801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5571675" y="229350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0"/>
                  </a:moveTo>
                  <a:cubicBezTo>
                    <a:pt x="2002" y="1701"/>
                    <a:pt x="0" y="6538"/>
                    <a:pt x="2569" y="6538"/>
                  </a:cubicBezTo>
                  <a:cubicBezTo>
                    <a:pt x="5137" y="6538"/>
                    <a:pt x="3269" y="1801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7598950" y="203500"/>
              <a:ext cx="131775" cy="167625"/>
            </a:xfrm>
            <a:custGeom>
              <a:avLst/>
              <a:gdLst/>
              <a:ahLst/>
              <a:cxnLst/>
              <a:rect l="l" t="t" r="r" b="b"/>
              <a:pathLst>
                <a:path w="5271" h="6705" extrusionOk="0">
                  <a:moveTo>
                    <a:pt x="2636" y="0"/>
                  </a:moveTo>
                  <a:cubicBezTo>
                    <a:pt x="2035" y="1735"/>
                    <a:pt x="0" y="6705"/>
                    <a:pt x="2636" y="6705"/>
                  </a:cubicBezTo>
                  <a:cubicBezTo>
                    <a:pt x="5271" y="6705"/>
                    <a:pt x="3336" y="1868"/>
                    <a:pt x="2636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6563200" y="97487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702"/>
                    <a:pt x="1" y="6505"/>
                    <a:pt x="2569" y="6505"/>
                  </a:cubicBezTo>
                  <a:cubicBezTo>
                    <a:pt x="5138" y="6505"/>
                    <a:pt x="3270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6186275" y="1737100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2002" y="1668"/>
                    <a:pt x="0" y="6505"/>
                    <a:pt x="2569" y="6505"/>
                  </a:cubicBezTo>
                  <a:cubicBezTo>
                    <a:pt x="5137" y="6505"/>
                    <a:pt x="3269" y="1768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7496375" y="111997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702"/>
                    <a:pt x="0" y="6505"/>
                    <a:pt x="2569" y="6505"/>
                  </a:cubicBezTo>
                  <a:cubicBezTo>
                    <a:pt x="5137" y="6505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4760775" y="108932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702"/>
                    <a:pt x="0" y="6505"/>
                    <a:pt x="2569" y="6505"/>
                  </a:cubicBezTo>
                  <a:cubicBezTo>
                    <a:pt x="5137" y="6505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4801950" y="2140700"/>
              <a:ext cx="132625" cy="167650"/>
            </a:xfrm>
            <a:custGeom>
              <a:avLst/>
              <a:gdLst/>
              <a:ahLst/>
              <a:cxnLst/>
              <a:rect l="l" t="t" r="r" b="b"/>
              <a:pathLst>
                <a:path w="5305" h="6706" extrusionOk="0">
                  <a:moveTo>
                    <a:pt x="2636" y="1"/>
                  </a:moveTo>
                  <a:cubicBezTo>
                    <a:pt x="2069" y="1735"/>
                    <a:pt x="0" y="6706"/>
                    <a:pt x="2636" y="6706"/>
                  </a:cubicBezTo>
                  <a:cubicBezTo>
                    <a:pt x="5304" y="6706"/>
                    <a:pt x="3370" y="1836"/>
                    <a:pt x="2636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8075125" y="2276650"/>
              <a:ext cx="132625" cy="167625"/>
            </a:xfrm>
            <a:custGeom>
              <a:avLst/>
              <a:gdLst/>
              <a:ahLst/>
              <a:cxnLst/>
              <a:rect l="l" t="t" r="r" b="b"/>
              <a:pathLst>
                <a:path w="5305" h="6705" extrusionOk="0">
                  <a:moveTo>
                    <a:pt x="2669" y="0"/>
                  </a:moveTo>
                  <a:cubicBezTo>
                    <a:pt x="2068" y="1735"/>
                    <a:pt x="0" y="6705"/>
                    <a:pt x="2669" y="6705"/>
                  </a:cubicBezTo>
                  <a:cubicBezTo>
                    <a:pt x="5304" y="6705"/>
                    <a:pt x="3369" y="1868"/>
                    <a:pt x="26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2"/>
            <p:cNvSpPr/>
            <p:nvPr/>
          </p:nvSpPr>
          <p:spPr>
            <a:xfrm>
              <a:off x="6729150" y="155862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668"/>
                    <a:pt x="1" y="6505"/>
                    <a:pt x="2569" y="6505"/>
                  </a:cubicBezTo>
                  <a:cubicBezTo>
                    <a:pt x="5138" y="6505"/>
                    <a:pt x="3270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8;p2"/>
            <p:cNvSpPr/>
            <p:nvPr/>
          </p:nvSpPr>
          <p:spPr>
            <a:xfrm>
              <a:off x="7684850" y="1710400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2"/>
            <p:cNvSpPr/>
            <p:nvPr/>
          </p:nvSpPr>
          <p:spPr>
            <a:xfrm>
              <a:off x="4504225" y="503700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1" y="6539"/>
                    <a:pt x="2569" y="6539"/>
                  </a:cubicBezTo>
                  <a:cubicBezTo>
                    <a:pt x="5138" y="6539"/>
                    <a:pt x="3270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2"/>
            <p:cNvSpPr/>
            <p:nvPr/>
          </p:nvSpPr>
          <p:spPr>
            <a:xfrm>
              <a:off x="8333625" y="1474400"/>
              <a:ext cx="131800" cy="167650"/>
            </a:xfrm>
            <a:custGeom>
              <a:avLst/>
              <a:gdLst/>
              <a:ahLst/>
              <a:cxnLst/>
              <a:rect l="l" t="t" r="r" b="b"/>
              <a:pathLst>
                <a:path w="5272" h="6706" extrusionOk="0">
                  <a:moveTo>
                    <a:pt x="2636" y="0"/>
                  </a:moveTo>
                  <a:cubicBezTo>
                    <a:pt x="2036" y="1735"/>
                    <a:pt x="1" y="6705"/>
                    <a:pt x="2636" y="6705"/>
                  </a:cubicBezTo>
                  <a:cubicBezTo>
                    <a:pt x="5271" y="6705"/>
                    <a:pt x="3337" y="1868"/>
                    <a:pt x="2636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2"/>
            <p:cNvSpPr/>
            <p:nvPr/>
          </p:nvSpPr>
          <p:spPr>
            <a:xfrm>
              <a:off x="4813625" y="68632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669"/>
                    <a:pt x="0" y="6506"/>
                    <a:pt x="2569" y="6506"/>
                  </a:cubicBezTo>
                  <a:cubicBezTo>
                    <a:pt x="5137" y="6506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2"/>
            <p:cNvSpPr/>
            <p:nvPr/>
          </p:nvSpPr>
          <p:spPr>
            <a:xfrm>
              <a:off x="6169800" y="1177000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36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2"/>
            <p:cNvSpPr/>
            <p:nvPr/>
          </p:nvSpPr>
          <p:spPr>
            <a:xfrm flipH="1">
              <a:off x="1517850" y="765563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702"/>
                    <a:pt x="0" y="6505"/>
                    <a:pt x="2569" y="6505"/>
                  </a:cubicBezTo>
                  <a:cubicBezTo>
                    <a:pt x="5137" y="6505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2"/>
            <p:cNvSpPr/>
            <p:nvPr/>
          </p:nvSpPr>
          <p:spPr>
            <a:xfrm flipH="1">
              <a:off x="1329375" y="1355988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2"/>
            <p:cNvSpPr/>
            <p:nvPr/>
          </p:nvSpPr>
          <p:spPr>
            <a:xfrm>
              <a:off x="7751450" y="755550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36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2"/>
            <p:cNvSpPr/>
            <p:nvPr/>
          </p:nvSpPr>
          <p:spPr>
            <a:xfrm>
              <a:off x="8225125" y="782250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2002" y="1668"/>
                    <a:pt x="0" y="6505"/>
                    <a:pt x="2569" y="6505"/>
                  </a:cubicBezTo>
                  <a:cubicBezTo>
                    <a:pt x="5137" y="6505"/>
                    <a:pt x="3269" y="1768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2"/>
            <p:cNvSpPr/>
            <p:nvPr/>
          </p:nvSpPr>
          <p:spPr>
            <a:xfrm>
              <a:off x="3335788" y="712175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36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2"/>
            <p:cNvSpPr/>
            <p:nvPr/>
          </p:nvSpPr>
          <p:spPr>
            <a:xfrm>
              <a:off x="3809463" y="738875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2002" y="1668"/>
                    <a:pt x="0" y="6505"/>
                    <a:pt x="2569" y="6505"/>
                  </a:cubicBezTo>
                  <a:cubicBezTo>
                    <a:pt x="5137" y="6505"/>
                    <a:pt x="3269" y="1768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2"/>
            <p:cNvSpPr/>
            <p:nvPr/>
          </p:nvSpPr>
          <p:spPr>
            <a:xfrm>
              <a:off x="1716500" y="2260650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0"/>
                  </a:moveTo>
                  <a:cubicBezTo>
                    <a:pt x="2001" y="1702"/>
                    <a:pt x="0" y="6505"/>
                    <a:pt x="2569" y="6505"/>
                  </a:cubicBezTo>
                  <a:cubicBezTo>
                    <a:pt x="5137" y="6505"/>
                    <a:pt x="3236" y="1802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2"/>
            <p:cNvSpPr/>
            <p:nvPr/>
          </p:nvSpPr>
          <p:spPr>
            <a:xfrm>
              <a:off x="4048975" y="262507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0"/>
                  </a:moveTo>
                  <a:cubicBezTo>
                    <a:pt x="1969" y="1668"/>
                    <a:pt x="1" y="6505"/>
                    <a:pt x="2569" y="6505"/>
                  </a:cubicBezTo>
                  <a:cubicBezTo>
                    <a:pt x="5138" y="6505"/>
                    <a:pt x="3237" y="1802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2"/>
            <p:cNvSpPr/>
            <p:nvPr/>
          </p:nvSpPr>
          <p:spPr>
            <a:xfrm>
              <a:off x="1381250" y="3815925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36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2"/>
            <p:cNvSpPr/>
            <p:nvPr/>
          </p:nvSpPr>
          <p:spPr>
            <a:xfrm>
              <a:off x="538150" y="2105525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2"/>
            <p:cNvSpPr/>
            <p:nvPr/>
          </p:nvSpPr>
          <p:spPr>
            <a:xfrm>
              <a:off x="140375" y="3628300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2001" y="1701"/>
                    <a:pt x="0" y="6505"/>
                    <a:pt x="2569" y="6505"/>
                  </a:cubicBezTo>
                  <a:cubicBezTo>
                    <a:pt x="5137" y="6505"/>
                    <a:pt x="3269" y="1801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2"/>
            <p:cNvSpPr/>
            <p:nvPr/>
          </p:nvSpPr>
          <p:spPr>
            <a:xfrm>
              <a:off x="2452025" y="2416600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1968" y="1668"/>
                    <a:pt x="0" y="6505"/>
                    <a:pt x="2569" y="6505"/>
                  </a:cubicBezTo>
                  <a:cubicBezTo>
                    <a:pt x="5137" y="6505"/>
                    <a:pt x="3236" y="1801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2"/>
            <p:cNvSpPr/>
            <p:nvPr/>
          </p:nvSpPr>
          <p:spPr>
            <a:xfrm>
              <a:off x="1240325" y="2334875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0"/>
                  </a:moveTo>
                  <a:cubicBezTo>
                    <a:pt x="2002" y="1701"/>
                    <a:pt x="0" y="6538"/>
                    <a:pt x="2569" y="6538"/>
                  </a:cubicBezTo>
                  <a:cubicBezTo>
                    <a:pt x="5137" y="6538"/>
                    <a:pt x="3269" y="1801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2"/>
            <p:cNvSpPr/>
            <p:nvPr/>
          </p:nvSpPr>
          <p:spPr>
            <a:xfrm>
              <a:off x="3267600" y="2309025"/>
              <a:ext cx="131775" cy="167625"/>
            </a:xfrm>
            <a:custGeom>
              <a:avLst/>
              <a:gdLst/>
              <a:ahLst/>
              <a:cxnLst/>
              <a:rect l="l" t="t" r="r" b="b"/>
              <a:pathLst>
                <a:path w="5271" h="6705" extrusionOk="0">
                  <a:moveTo>
                    <a:pt x="2636" y="0"/>
                  </a:moveTo>
                  <a:cubicBezTo>
                    <a:pt x="2035" y="1735"/>
                    <a:pt x="0" y="6705"/>
                    <a:pt x="2636" y="6705"/>
                  </a:cubicBezTo>
                  <a:cubicBezTo>
                    <a:pt x="5271" y="6705"/>
                    <a:pt x="3336" y="1868"/>
                    <a:pt x="2636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2"/>
            <p:cNvSpPr/>
            <p:nvPr/>
          </p:nvSpPr>
          <p:spPr>
            <a:xfrm>
              <a:off x="4606875" y="2393250"/>
              <a:ext cx="132625" cy="167625"/>
            </a:xfrm>
            <a:custGeom>
              <a:avLst/>
              <a:gdLst/>
              <a:ahLst/>
              <a:cxnLst/>
              <a:rect l="l" t="t" r="r" b="b"/>
              <a:pathLst>
                <a:path w="5305" h="6705" extrusionOk="0">
                  <a:moveTo>
                    <a:pt x="2670" y="0"/>
                  </a:moveTo>
                  <a:cubicBezTo>
                    <a:pt x="2069" y="1735"/>
                    <a:pt x="1" y="6705"/>
                    <a:pt x="2670" y="6705"/>
                  </a:cubicBezTo>
                  <a:cubicBezTo>
                    <a:pt x="5305" y="6705"/>
                    <a:pt x="3370" y="1835"/>
                    <a:pt x="2670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2"/>
            <p:cNvSpPr/>
            <p:nvPr/>
          </p:nvSpPr>
          <p:spPr>
            <a:xfrm>
              <a:off x="2231850" y="3080400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702"/>
                    <a:pt x="1" y="6505"/>
                    <a:pt x="2569" y="6505"/>
                  </a:cubicBezTo>
                  <a:cubicBezTo>
                    <a:pt x="5138" y="6505"/>
                    <a:pt x="3270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2"/>
            <p:cNvSpPr/>
            <p:nvPr/>
          </p:nvSpPr>
          <p:spPr>
            <a:xfrm>
              <a:off x="1854925" y="3842625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2002" y="1668"/>
                    <a:pt x="0" y="6505"/>
                    <a:pt x="2569" y="6505"/>
                  </a:cubicBezTo>
                  <a:cubicBezTo>
                    <a:pt x="5137" y="6505"/>
                    <a:pt x="3269" y="1768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2"/>
            <p:cNvSpPr/>
            <p:nvPr/>
          </p:nvSpPr>
          <p:spPr>
            <a:xfrm>
              <a:off x="3165025" y="3225500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702"/>
                    <a:pt x="0" y="6505"/>
                    <a:pt x="2569" y="6505"/>
                  </a:cubicBezTo>
                  <a:cubicBezTo>
                    <a:pt x="5137" y="6505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2"/>
            <p:cNvSpPr/>
            <p:nvPr/>
          </p:nvSpPr>
          <p:spPr>
            <a:xfrm>
              <a:off x="505625" y="3347250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702"/>
                    <a:pt x="0" y="6505"/>
                    <a:pt x="2569" y="6505"/>
                  </a:cubicBezTo>
                  <a:cubicBezTo>
                    <a:pt x="5137" y="6505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2"/>
            <p:cNvSpPr/>
            <p:nvPr/>
          </p:nvSpPr>
          <p:spPr>
            <a:xfrm>
              <a:off x="470600" y="4246225"/>
              <a:ext cx="132625" cy="167650"/>
            </a:xfrm>
            <a:custGeom>
              <a:avLst/>
              <a:gdLst/>
              <a:ahLst/>
              <a:cxnLst/>
              <a:rect l="l" t="t" r="r" b="b"/>
              <a:pathLst>
                <a:path w="5305" h="6706" extrusionOk="0">
                  <a:moveTo>
                    <a:pt x="2636" y="1"/>
                  </a:moveTo>
                  <a:cubicBezTo>
                    <a:pt x="2069" y="1735"/>
                    <a:pt x="0" y="6706"/>
                    <a:pt x="2636" y="6706"/>
                  </a:cubicBezTo>
                  <a:cubicBezTo>
                    <a:pt x="5304" y="6706"/>
                    <a:pt x="3370" y="1836"/>
                    <a:pt x="2636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2"/>
            <p:cNvSpPr/>
            <p:nvPr/>
          </p:nvSpPr>
          <p:spPr>
            <a:xfrm>
              <a:off x="3743775" y="4382175"/>
              <a:ext cx="132625" cy="167625"/>
            </a:xfrm>
            <a:custGeom>
              <a:avLst/>
              <a:gdLst/>
              <a:ahLst/>
              <a:cxnLst/>
              <a:rect l="l" t="t" r="r" b="b"/>
              <a:pathLst>
                <a:path w="5305" h="6705" extrusionOk="0">
                  <a:moveTo>
                    <a:pt x="2669" y="0"/>
                  </a:moveTo>
                  <a:cubicBezTo>
                    <a:pt x="2068" y="1735"/>
                    <a:pt x="0" y="6705"/>
                    <a:pt x="2669" y="6705"/>
                  </a:cubicBezTo>
                  <a:cubicBezTo>
                    <a:pt x="5304" y="6705"/>
                    <a:pt x="3369" y="1868"/>
                    <a:pt x="26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2"/>
            <p:cNvSpPr/>
            <p:nvPr/>
          </p:nvSpPr>
          <p:spPr>
            <a:xfrm>
              <a:off x="2397800" y="3664150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668"/>
                    <a:pt x="1" y="6505"/>
                    <a:pt x="2569" y="6505"/>
                  </a:cubicBezTo>
                  <a:cubicBezTo>
                    <a:pt x="5138" y="6505"/>
                    <a:pt x="3270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2"/>
            <p:cNvSpPr/>
            <p:nvPr/>
          </p:nvSpPr>
          <p:spPr>
            <a:xfrm>
              <a:off x="3353500" y="3815925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2"/>
            <p:cNvSpPr/>
            <p:nvPr/>
          </p:nvSpPr>
          <p:spPr>
            <a:xfrm>
              <a:off x="172875" y="2609225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1" y="6539"/>
                    <a:pt x="2569" y="6539"/>
                  </a:cubicBezTo>
                  <a:cubicBezTo>
                    <a:pt x="5138" y="6539"/>
                    <a:pt x="3270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2"/>
            <p:cNvSpPr/>
            <p:nvPr/>
          </p:nvSpPr>
          <p:spPr>
            <a:xfrm>
              <a:off x="4002275" y="3579925"/>
              <a:ext cx="131800" cy="167650"/>
            </a:xfrm>
            <a:custGeom>
              <a:avLst/>
              <a:gdLst/>
              <a:ahLst/>
              <a:cxnLst/>
              <a:rect l="l" t="t" r="r" b="b"/>
              <a:pathLst>
                <a:path w="5272" h="6706" extrusionOk="0">
                  <a:moveTo>
                    <a:pt x="2636" y="0"/>
                  </a:moveTo>
                  <a:cubicBezTo>
                    <a:pt x="2036" y="1735"/>
                    <a:pt x="1" y="6705"/>
                    <a:pt x="2636" y="6705"/>
                  </a:cubicBezTo>
                  <a:cubicBezTo>
                    <a:pt x="5271" y="6705"/>
                    <a:pt x="3337" y="1868"/>
                    <a:pt x="2636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2"/>
            <p:cNvSpPr/>
            <p:nvPr/>
          </p:nvSpPr>
          <p:spPr>
            <a:xfrm>
              <a:off x="4183050" y="3154825"/>
              <a:ext cx="132600" cy="167650"/>
            </a:xfrm>
            <a:custGeom>
              <a:avLst/>
              <a:gdLst/>
              <a:ahLst/>
              <a:cxnLst/>
              <a:rect l="l" t="t" r="r" b="b"/>
              <a:pathLst>
                <a:path w="5304" h="6706" extrusionOk="0">
                  <a:moveTo>
                    <a:pt x="2669" y="1"/>
                  </a:moveTo>
                  <a:cubicBezTo>
                    <a:pt x="2068" y="1735"/>
                    <a:pt x="0" y="6705"/>
                    <a:pt x="2669" y="6705"/>
                  </a:cubicBezTo>
                  <a:cubicBezTo>
                    <a:pt x="5304" y="6705"/>
                    <a:pt x="3369" y="1835"/>
                    <a:pt x="26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2"/>
            <p:cNvSpPr/>
            <p:nvPr/>
          </p:nvSpPr>
          <p:spPr>
            <a:xfrm>
              <a:off x="2025875" y="244327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1969" y="1668"/>
                    <a:pt x="1" y="6505"/>
                    <a:pt x="2569" y="6505"/>
                  </a:cubicBezTo>
                  <a:cubicBezTo>
                    <a:pt x="5138" y="6505"/>
                    <a:pt x="3236" y="1769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189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2"/>
            <p:cNvSpPr/>
            <p:nvPr/>
          </p:nvSpPr>
          <p:spPr>
            <a:xfrm>
              <a:off x="3576975" y="2491650"/>
              <a:ext cx="131800" cy="167650"/>
            </a:xfrm>
            <a:custGeom>
              <a:avLst/>
              <a:gdLst/>
              <a:ahLst/>
              <a:cxnLst/>
              <a:rect l="l" t="t" r="r" b="b"/>
              <a:pathLst>
                <a:path w="5272" h="6706" extrusionOk="0">
                  <a:moveTo>
                    <a:pt x="2636" y="0"/>
                  </a:moveTo>
                  <a:cubicBezTo>
                    <a:pt x="2036" y="1735"/>
                    <a:pt x="1" y="6705"/>
                    <a:pt x="2636" y="6705"/>
                  </a:cubicBezTo>
                  <a:cubicBezTo>
                    <a:pt x="5271" y="6705"/>
                    <a:pt x="3337" y="1835"/>
                    <a:pt x="2636" y="0"/>
                  </a:cubicBezTo>
                  <a:close/>
                </a:path>
              </a:pathLst>
            </a:custGeom>
            <a:solidFill>
              <a:srgbClr val="191919">
                <a:alpha val="189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2"/>
            <p:cNvSpPr/>
            <p:nvPr/>
          </p:nvSpPr>
          <p:spPr>
            <a:xfrm>
              <a:off x="2707200" y="3845950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0"/>
                  </a:moveTo>
                  <a:cubicBezTo>
                    <a:pt x="2002" y="1702"/>
                    <a:pt x="0" y="6505"/>
                    <a:pt x="2569" y="6505"/>
                  </a:cubicBezTo>
                  <a:cubicBezTo>
                    <a:pt x="5137" y="6505"/>
                    <a:pt x="3269" y="1802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189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2"/>
            <p:cNvSpPr/>
            <p:nvPr/>
          </p:nvSpPr>
          <p:spPr>
            <a:xfrm>
              <a:off x="482275" y="2791850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669"/>
                    <a:pt x="0" y="6506"/>
                    <a:pt x="2569" y="6506"/>
                  </a:cubicBezTo>
                  <a:cubicBezTo>
                    <a:pt x="5137" y="6506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2"/>
            <p:cNvSpPr/>
            <p:nvPr/>
          </p:nvSpPr>
          <p:spPr>
            <a:xfrm>
              <a:off x="6138100" y="2260650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0"/>
                  </a:moveTo>
                  <a:cubicBezTo>
                    <a:pt x="2001" y="1702"/>
                    <a:pt x="0" y="6505"/>
                    <a:pt x="2569" y="6505"/>
                  </a:cubicBezTo>
                  <a:cubicBezTo>
                    <a:pt x="5137" y="6505"/>
                    <a:pt x="3236" y="1802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2"/>
            <p:cNvSpPr/>
            <p:nvPr/>
          </p:nvSpPr>
          <p:spPr>
            <a:xfrm>
              <a:off x="8470575" y="262507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0"/>
                  </a:moveTo>
                  <a:cubicBezTo>
                    <a:pt x="1969" y="1668"/>
                    <a:pt x="1" y="6505"/>
                    <a:pt x="2569" y="6505"/>
                  </a:cubicBezTo>
                  <a:cubicBezTo>
                    <a:pt x="5138" y="6505"/>
                    <a:pt x="3237" y="1802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2"/>
            <p:cNvSpPr/>
            <p:nvPr/>
          </p:nvSpPr>
          <p:spPr>
            <a:xfrm>
              <a:off x="5802850" y="3815925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36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2"/>
            <p:cNvSpPr/>
            <p:nvPr/>
          </p:nvSpPr>
          <p:spPr>
            <a:xfrm>
              <a:off x="4959750" y="2105525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2"/>
            <p:cNvSpPr/>
            <p:nvPr/>
          </p:nvSpPr>
          <p:spPr>
            <a:xfrm>
              <a:off x="4561975" y="3628300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2001" y="1701"/>
                    <a:pt x="0" y="6505"/>
                    <a:pt x="2569" y="6505"/>
                  </a:cubicBezTo>
                  <a:cubicBezTo>
                    <a:pt x="5137" y="6505"/>
                    <a:pt x="3269" y="1801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2"/>
            <p:cNvSpPr/>
            <p:nvPr/>
          </p:nvSpPr>
          <p:spPr>
            <a:xfrm>
              <a:off x="6873625" y="2416600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1968" y="1668"/>
                    <a:pt x="0" y="6505"/>
                    <a:pt x="2569" y="6505"/>
                  </a:cubicBezTo>
                  <a:cubicBezTo>
                    <a:pt x="5137" y="6505"/>
                    <a:pt x="3236" y="1801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2"/>
            <p:cNvSpPr/>
            <p:nvPr/>
          </p:nvSpPr>
          <p:spPr>
            <a:xfrm>
              <a:off x="5661925" y="2334875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0"/>
                  </a:moveTo>
                  <a:cubicBezTo>
                    <a:pt x="2002" y="1701"/>
                    <a:pt x="0" y="6538"/>
                    <a:pt x="2569" y="6538"/>
                  </a:cubicBezTo>
                  <a:cubicBezTo>
                    <a:pt x="5137" y="6538"/>
                    <a:pt x="3269" y="1801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2"/>
            <p:cNvSpPr/>
            <p:nvPr/>
          </p:nvSpPr>
          <p:spPr>
            <a:xfrm>
              <a:off x="7689200" y="2309025"/>
              <a:ext cx="131775" cy="167625"/>
            </a:xfrm>
            <a:custGeom>
              <a:avLst/>
              <a:gdLst/>
              <a:ahLst/>
              <a:cxnLst/>
              <a:rect l="l" t="t" r="r" b="b"/>
              <a:pathLst>
                <a:path w="5271" h="6705" extrusionOk="0">
                  <a:moveTo>
                    <a:pt x="2636" y="0"/>
                  </a:moveTo>
                  <a:cubicBezTo>
                    <a:pt x="2035" y="1735"/>
                    <a:pt x="0" y="6705"/>
                    <a:pt x="2636" y="6705"/>
                  </a:cubicBezTo>
                  <a:cubicBezTo>
                    <a:pt x="5271" y="6705"/>
                    <a:pt x="3336" y="1868"/>
                    <a:pt x="2636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2"/>
            <p:cNvSpPr/>
            <p:nvPr/>
          </p:nvSpPr>
          <p:spPr>
            <a:xfrm>
              <a:off x="6653450" y="3080400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702"/>
                    <a:pt x="1" y="6505"/>
                    <a:pt x="2569" y="6505"/>
                  </a:cubicBezTo>
                  <a:cubicBezTo>
                    <a:pt x="5138" y="6505"/>
                    <a:pt x="3270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;p2"/>
            <p:cNvSpPr/>
            <p:nvPr/>
          </p:nvSpPr>
          <p:spPr>
            <a:xfrm>
              <a:off x="6276525" y="3842625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2002" y="1668"/>
                    <a:pt x="0" y="6505"/>
                    <a:pt x="2569" y="6505"/>
                  </a:cubicBezTo>
                  <a:cubicBezTo>
                    <a:pt x="5137" y="6505"/>
                    <a:pt x="3269" y="1768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93;p2"/>
            <p:cNvSpPr/>
            <p:nvPr/>
          </p:nvSpPr>
          <p:spPr>
            <a:xfrm>
              <a:off x="7586625" y="3225500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702"/>
                    <a:pt x="0" y="6505"/>
                    <a:pt x="2569" y="6505"/>
                  </a:cubicBezTo>
                  <a:cubicBezTo>
                    <a:pt x="5137" y="6505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2"/>
            <p:cNvSpPr/>
            <p:nvPr/>
          </p:nvSpPr>
          <p:spPr>
            <a:xfrm>
              <a:off x="4851025" y="3194850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702"/>
                    <a:pt x="0" y="6505"/>
                    <a:pt x="2569" y="6505"/>
                  </a:cubicBezTo>
                  <a:cubicBezTo>
                    <a:pt x="5137" y="6505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95;p2"/>
            <p:cNvSpPr/>
            <p:nvPr/>
          </p:nvSpPr>
          <p:spPr>
            <a:xfrm>
              <a:off x="4892200" y="4246225"/>
              <a:ext cx="132625" cy="167650"/>
            </a:xfrm>
            <a:custGeom>
              <a:avLst/>
              <a:gdLst/>
              <a:ahLst/>
              <a:cxnLst/>
              <a:rect l="l" t="t" r="r" b="b"/>
              <a:pathLst>
                <a:path w="5305" h="6706" extrusionOk="0">
                  <a:moveTo>
                    <a:pt x="2636" y="1"/>
                  </a:moveTo>
                  <a:cubicBezTo>
                    <a:pt x="2069" y="1735"/>
                    <a:pt x="0" y="6706"/>
                    <a:pt x="2636" y="6706"/>
                  </a:cubicBezTo>
                  <a:cubicBezTo>
                    <a:pt x="5304" y="6706"/>
                    <a:pt x="3370" y="1836"/>
                    <a:pt x="2636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6;p2"/>
            <p:cNvSpPr/>
            <p:nvPr/>
          </p:nvSpPr>
          <p:spPr>
            <a:xfrm>
              <a:off x="8165375" y="4382175"/>
              <a:ext cx="132625" cy="167625"/>
            </a:xfrm>
            <a:custGeom>
              <a:avLst/>
              <a:gdLst/>
              <a:ahLst/>
              <a:cxnLst/>
              <a:rect l="l" t="t" r="r" b="b"/>
              <a:pathLst>
                <a:path w="5305" h="6705" extrusionOk="0">
                  <a:moveTo>
                    <a:pt x="2669" y="0"/>
                  </a:moveTo>
                  <a:cubicBezTo>
                    <a:pt x="2068" y="1735"/>
                    <a:pt x="0" y="6705"/>
                    <a:pt x="2669" y="6705"/>
                  </a:cubicBezTo>
                  <a:cubicBezTo>
                    <a:pt x="5304" y="6705"/>
                    <a:pt x="3369" y="1868"/>
                    <a:pt x="26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7;p2"/>
            <p:cNvSpPr/>
            <p:nvPr/>
          </p:nvSpPr>
          <p:spPr>
            <a:xfrm>
              <a:off x="6819400" y="3664150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668"/>
                    <a:pt x="1" y="6505"/>
                    <a:pt x="2569" y="6505"/>
                  </a:cubicBezTo>
                  <a:cubicBezTo>
                    <a:pt x="5138" y="6505"/>
                    <a:pt x="3270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2"/>
            <p:cNvSpPr/>
            <p:nvPr/>
          </p:nvSpPr>
          <p:spPr>
            <a:xfrm>
              <a:off x="7775100" y="3815925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2"/>
            <p:cNvSpPr/>
            <p:nvPr/>
          </p:nvSpPr>
          <p:spPr>
            <a:xfrm>
              <a:off x="4594475" y="2609225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1" y="6539"/>
                    <a:pt x="2569" y="6539"/>
                  </a:cubicBezTo>
                  <a:cubicBezTo>
                    <a:pt x="5138" y="6539"/>
                    <a:pt x="3270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2"/>
            <p:cNvSpPr/>
            <p:nvPr/>
          </p:nvSpPr>
          <p:spPr>
            <a:xfrm>
              <a:off x="8423875" y="3579925"/>
              <a:ext cx="131800" cy="167650"/>
            </a:xfrm>
            <a:custGeom>
              <a:avLst/>
              <a:gdLst/>
              <a:ahLst/>
              <a:cxnLst/>
              <a:rect l="l" t="t" r="r" b="b"/>
              <a:pathLst>
                <a:path w="5272" h="6706" extrusionOk="0">
                  <a:moveTo>
                    <a:pt x="2636" y="0"/>
                  </a:moveTo>
                  <a:cubicBezTo>
                    <a:pt x="2036" y="1735"/>
                    <a:pt x="1" y="6705"/>
                    <a:pt x="2636" y="6705"/>
                  </a:cubicBezTo>
                  <a:cubicBezTo>
                    <a:pt x="5271" y="6705"/>
                    <a:pt x="3337" y="1868"/>
                    <a:pt x="2636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2"/>
            <p:cNvSpPr/>
            <p:nvPr/>
          </p:nvSpPr>
          <p:spPr>
            <a:xfrm>
              <a:off x="4903875" y="2791850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669"/>
                    <a:pt x="0" y="6506"/>
                    <a:pt x="2569" y="6506"/>
                  </a:cubicBezTo>
                  <a:cubicBezTo>
                    <a:pt x="5137" y="6506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2"/>
            <p:cNvSpPr/>
            <p:nvPr/>
          </p:nvSpPr>
          <p:spPr>
            <a:xfrm>
              <a:off x="6260050" y="3282525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36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2"/>
            <p:cNvSpPr/>
            <p:nvPr/>
          </p:nvSpPr>
          <p:spPr>
            <a:xfrm flipH="1">
              <a:off x="1608100" y="2871088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702"/>
                    <a:pt x="0" y="6505"/>
                    <a:pt x="2569" y="6505"/>
                  </a:cubicBezTo>
                  <a:cubicBezTo>
                    <a:pt x="5137" y="6505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2"/>
            <p:cNvSpPr/>
            <p:nvPr/>
          </p:nvSpPr>
          <p:spPr>
            <a:xfrm flipH="1">
              <a:off x="1419625" y="3461513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7841700" y="2861075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36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8315375" y="2887775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2002" y="1668"/>
                    <a:pt x="0" y="6505"/>
                    <a:pt x="2569" y="6505"/>
                  </a:cubicBezTo>
                  <a:cubicBezTo>
                    <a:pt x="5137" y="6505"/>
                    <a:pt x="3269" y="1768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2"/>
            <p:cNvSpPr/>
            <p:nvPr/>
          </p:nvSpPr>
          <p:spPr>
            <a:xfrm>
              <a:off x="3426038" y="2817700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36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2"/>
            <p:cNvSpPr/>
            <p:nvPr/>
          </p:nvSpPr>
          <p:spPr>
            <a:xfrm>
              <a:off x="3899713" y="2844400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2002" y="1668"/>
                    <a:pt x="0" y="6505"/>
                    <a:pt x="2569" y="6505"/>
                  </a:cubicBezTo>
                  <a:cubicBezTo>
                    <a:pt x="5137" y="6505"/>
                    <a:pt x="3269" y="1768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09" name="Google Shape;109;p2"/>
            <p:cNvGrpSpPr/>
            <p:nvPr/>
          </p:nvGrpSpPr>
          <p:grpSpPr>
            <a:xfrm>
              <a:off x="359500" y="182650"/>
              <a:ext cx="8548925" cy="3978550"/>
              <a:chOff x="359500" y="182650"/>
              <a:chExt cx="8548925" cy="3978550"/>
            </a:xfrm>
          </p:grpSpPr>
          <p:sp>
            <p:nvSpPr>
              <p:cNvPr id="110" name="Google Shape;110;p2"/>
              <p:cNvSpPr/>
              <p:nvPr/>
            </p:nvSpPr>
            <p:spPr>
              <a:xfrm>
                <a:off x="1935625" y="337750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1969" y="1668"/>
                      <a:pt x="1" y="6505"/>
                      <a:pt x="2569" y="6505"/>
                    </a:cubicBezTo>
                    <a:cubicBezTo>
                      <a:pt x="5138" y="6505"/>
                      <a:pt x="3236" y="1769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" name="Google Shape;111;p2"/>
              <p:cNvSpPr/>
              <p:nvPr/>
            </p:nvSpPr>
            <p:spPr>
              <a:xfrm>
                <a:off x="4268125" y="701350"/>
                <a:ext cx="128450" cy="16262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5" extrusionOk="0">
                    <a:moveTo>
                      <a:pt x="2569" y="0"/>
                    </a:moveTo>
                    <a:cubicBezTo>
                      <a:pt x="1969" y="1702"/>
                      <a:pt x="0" y="6505"/>
                      <a:pt x="2569" y="6505"/>
                    </a:cubicBezTo>
                    <a:cubicBezTo>
                      <a:pt x="5137" y="6505"/>
                      <a:pt x="3236" y="1802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" name="Google Shape;112;p2"/>
              <p:cNvSpPr/>
              <p:nvPr/>
            </p:nvSpPr>
            <p:spPr>
              <a:xfrm>
                <a:off x="1600375" y="1893025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1969" y="1669"/>
                      <a:pt x="1" y="6505"/>
                      <a:pt x="2569" y="6505"/>
                    </a:cubicBezTo>
                    <a:cubicBezTo>
                      <a:pt x="5138" y="6505"/>
                      <a:pt x="3237" y="1802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" name="Google Shape;113;p2"/>
              <p:cNvSpPr/>
              <p:nvPr/>
            </p:nvSpPr>
            <p:spPr>
              <a:xfrm>
                <a:off x="757275" y="182650"/>
                <a:ext cx="128450" cy="16262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5" extrusionOk="0">
                    <a:moveTo>
                      <a:pt x="2569" y="0"/>
                    </a:moveTo>
                    <a:cubicBezTo>
                      <a:pt x="2002" y="1668"/>
                      <a:pt x="1" y="6505"/>
                      <a:pt x="2569" y="6505"/>
                    </a:cubicBezTo>
                    <a:cubicBezTo>
                      <a:pt x="5138" y="6505"/>
                      <a:pt x="3270" y="1801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" name="Google Shape;114;p2"/>
              <p:cNvSpPr/>
              <p:nvPr/>
            </p:nvSpPr>
            <p:spPr>
              <a:xfrm>
                <a:off x="359500" y="1704575"/>
                <a:ext cx="128450" cy="16347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39" extrusionOk="0">
                    <a:moveTo>
                      <a:pt x="2569" y="0"/>
                    </a:moveTo>
                    <a:cubicBezTo>
                      <a:pt x="2002" y="1701"/>
                      <a:pt x="1" y="6538"/>
                      <a:pt x="2569" y="6538"/>
                    </a:cubicBezTo>
                    <a:cubicBezTo>
                      <a:pt x="5138" y="6538"/>
                      <a:pt x="3270" y="1801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" name="Google Shape;115;p2"/>
              <p:cNvSpPr/>
              <p:nvPr/>
            </p:nvSpPr>
            <p:spPr>
              <a:xfrm>
                <a:off x="2670325" y="492875"/>
                <a:ext cx="128450" cy="16262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5" extrusionOk="0">
                    <a:moveTo>
                      <a:pt x="2569" y="0"/>
                    </a:moveTo>
                    <a:cubicBezTo>
                      <a:pt x="2002" y="1701"/>
                      <a:pt x="0" y="6505"/>
                      <a:pt x="2569" y="6505"/>
                    </a:cubicBezTo>
                    <a:cubicBezTo>
                      <a:pt x="5137" y="6505"/>
                      <a:pt x="3269" y="1801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" name="Google Shape;116;p2"/>
              <p:cNvSpPr/>
              <p:nvPr/>
            </p:nvSpPr>
            <p:spPr>
              <a:xfrm>
                <a:off x="1459450" y="411975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0"/>
                    </a:moveTo>
                    <a:cubicBezTo>
                      <a:pt x="2002" y="1668"/>
                      <a:pt x="1" y="6505"/>
                      <a:pt x="2569" y="6505"/>
                    </a:cubicBezTo>
                    <a:cubicBezTo>
                      <a:pt x="5138" y="6505"/>
                      <a:pt x="3270" y="1802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" name="Google Shape;117;p2"/>
              <p:cNvSpPr/>
              <p:nvPr/>
            </p:nvSpPr>
            <p:spPr>
              <a:xfrm>
                <a:off x="3486725" y="386125"/>
                <a:ext cx="131800" cy="167650"/>
              </a:xfrm>
              <a:custGeom>
                <a:avLst/>
                <a:gdLst/>
                <a:ahLst/>
                <a:cxnLst/>
                <a:rect l="l" t="t" r="r" b="b"/>
                <a:pathLst>
                  <a:path w="5272" h="6706" extrusionOk="0">
                    <a:moveTo>
                      <a:pt x="2636" y="0"/>
                    </a:moveTo>
                    <a:cubicBezTo>
                      <a:pt x="2036" y="1735"/>
                      <a:pt x="1" y="6705"/>
                      <a:pt x="2636" y="6705"/>
                    </a:cubicBezTo>
                    <a:cubicBezTo>
                      <a:pt x="5271" y="6705"/>
                      <a:pt x="3337" y="1835"/>
                      <a:pt x="2636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" name="Google Shape;118;p2"/>
              <p:cNvSpPr/>
              <p:nvPr/>
            </p:nvSpPr>
            <p:spPr>
              <a:xfrm>
                <a:off x="4826025" y="469525"/>
                <a:ext cx="132625" cy="167625"/>
              </a:xfrm>
              <a:custGeom>
                <a:avLst/>
                <a:gdLst/>
                <a:ahLst/>
                <a:cxnLst/>
                <a:rect l="l" t="t" r="r" b="b"/>
                <a:pathLst>
                  <a:path w="5305" h="6705" extrusionOk="0">
                    <a:moveTo>
                      <a:pt x="2669" y="0"/>
                    </a:moveTo>
                    <a:cubicBezTo>
                      <a:pt x="2069" y="1735"/>
                      <a:pt x="0" y="6705"/>
                      <a:pt x="2669" y="6705"/>
                    </a:cubicBezTo>
                    <a:cubicBezTo>
                      <a:pt x="5304" y="6705"/>
                      <a:pt x="3370" y="1868"/>
                      <a:pt x="26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" name="Google Shape;119;p2"/>
              <p:cNvSpPr/>
              <p:nvPr/>
            </p:nvSpPr>
            <p:spPr>
              <a:xfrm>
                <a:off x="2451000" y="1156675"/>
                <a:ext cx="128450" cy="16347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39" extrusionOk="0">
                    <a:moveTo>
                      <a:pt x="2569" y="0"/>
                    </a:moveTo>
                    <a:cubicBezTo>
                      <a:pt x="2002" y="1702"/>
                      <a:pt x="0" y="6538"/>
                      <a:pt x="2569" y="6538"/>
                    </a:cubicBezTo>
                    <a:cubicBezTo>
                      <a:pt x="5137" y="6538"/>
                      <a:pt x="3269" y="1802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" name="Google Shape;120;p2"/>
              <p:cNvSpPr/>
              <p:nvPr/>
            </p:nvSpPr>
            <p:spPr>
              <a:xfrm>
                <a:off x="3384150" y="1302600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2002" y="1669"/>
                      <a:pt x="1" y="6506"/>
                      <a:pt x="2569" y="6506"/>
                    </a:cubicBezTo>
                    <a:cubicBezTo>
                      <a:pt x="5138" y="6506"/>
                      <a:pt x="3270" y="1769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" name="Google Shape;121;p2"/>
              <p:cNvSpPr/>
              <p:nvPr/>
            </p:nvSpPr>
            <p:spPr>
              <a:xfrm>
                <a:off x="724750" y="1423525"/>
                <a:ext cx="128450" cy="16347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39" extrusionOk="0">
                    <a:moveTo>
                      <a:pt x="2569" y="1"/>
                    </a:moveTo>
                    <a:cubicBezTo>
                      <a:pt x="2002" y="1702"/>
                      <a:pt x="1" y="6539"/>
                      <a:pt x="2569" y="6539"/>
                    </a:cubicBezTo>
                    <a:cubicBezTo>
                      <a:pt x="5138" y="6539"/>
                      <a:pt x="3270" y="1802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" name="Google Shape;122;p2"/>
              <p:cNvSpPr/>
              <p:nvPr/>
            </p:nvSpPr>
            <p:spPr>
              <a:xfrm>
                <a:off x="4220600" y="1657025"/>
                <a:ext cx="132600" cy="167650"/>
              </a:xfrm>
              <a:custGeom>
                <a:avLst/>
                <a:gdLst/>
                <a:ahLst/>
                <a:cxnLst/>
                <a:rect l="l" t="t" r="r" b="b"/>
                <a:pathLst>
                  <a:path w="5304" h="6706" extrusionOk="0">
                    <a:moveTo>
                      <a:pt x="2669" y="1"/>
                    </a:moveTo>
                    <a:cubicBezTo>
                      <a:pt x="2068" y="1735"/>
                      <a:pt x="0" y="6706"/>
                      <a:pt x="2669" y="6706"/>
                    </a:cubicBezTo>
                    <a:cubicBezTo>
                      <a:pt x="5304" y="6706"/>
                      <a:pt x="3369" y="1835"/>
                      <a:pt x="26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" name="Google Shape;123;p2"/>
              <p:cNvSpPr/>
              <p:nvPr/>
            </p:nvSpPr>
            <p:spPr>
              <a:xfrm>
                <a:off x="4859375" y="1383500"/>
                <a:ext cx="132625" cy="167650"/>
              </a:xfrm>
              <a:custGeom>
                <a:avLst/>
                <a:gdLst/>
                <a:ahLst/>
                <a:cxnLst/>
                <a:rect l="l" t="t" r="r" b="b"/>
                <a:pathLst>
                  <a:path w="5305" h="6706" extrusionOk="0">
                    <a:moveTo>
                      <a:pt x="2669" y="1"/>
                    </a:moveTo>
                    <a:cubicBezTo>
                      <a:pt x="2069" y="1735"/>
                      <a:pt x="1" y="6705"/>
                      <a:pt x="2669" y="6705"/>
                    </a:cubicBezTo>
                    <a:cubicBezTo>
                      <a:pt x="5305" y="6705"/>
                      <a:pt x="3370" y="1869"/>
                      <a:pt x="26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" name="Google Shape;124;p2"/>
              <p:cNvSpPr/>
              <p:nvPr/>
            </p:nvSpPr>
            <p:spPr>
              <a:xfrm>
                <a:off x="6357225" y="337750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1969" y="1668"/>
                      <a:pt x="1" y="6505"/>
                      <a:pt x="2569" y="6505"/>
                    </a:cubicBezTo>
                    <a:cubicBezTo>
                      <a:pt x="5138" y="6505"/>
                      <a:pt x="3236" y="1769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" name="Google Shape;125;p2"/>
              <p:cNvSpPr/>
              <p:nvPr/>
            </p:nvSpPr>
            <p:spPr>
              <a:xfrm>
                <a:off x="8689725" y="701350"/>
                <a:ext cx="128450" cy="16262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5" extrusionOk="0">
                    <a:moveTo>
                      <a:pt x="2569" y="0"/>
                    </a:moveTo>
                    <a:cubicBezTo>
                      <a:pt x="1969" y="1702"/>
                      <a:pt x="0" y="6505"/>
                      <a:pt x="2569" y="6505"/>
                    </a:cubicBezTo>
                    <a:cubicBezTo>
                      <a:pt x="5137" y="6505"/>
                      <a:pt x="3236" y="1802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" name="Google Shape;126;p2"/>
              <p:cNvSpPr/>
              <p:nvPr/>
            </p:nvSpPr>
            <p:spPr>
              <a:xfrm>
                <a:off x="6021975" y="1893025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1969" y="1669"/>
                      <a:pt x="1" y="6505"/>
                      <a:pt x="2569" y="6505"/>
                    </a:cubicBezTo>
                    <a:cubicBezTo>
                      <a:pt x="5138" y="6505"/>
                      <a:pt x="3237" y="1802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" name="Google Shape;127;p2"/>
              <p:cNvSpPr/>
              <p:nvPr/>
            </p:nvSpPr>
            <p:spPr>
              <a:xfrm>
                <a:off x="5178875" y="182650"/>
                <a:ext cx="128450" cy="16262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5" extrusionOk="0">
                    <a:moveTo>
                      <a:pt x="2569" y="0"/>
                    </a:moveTo>
                    <a:cubicBezTo>
                      <a:pt x="2002" y="1668"/>
                      <a:pt x="1" y="6505"/>
                      <a:pt x="2569" y="6505"/>
                    </a:cubicBezTo>
                    <a:cubicBezTo>
                      <a:pt x="5138" y="6505"/>
                      <a:pt x="3270" y="1801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" name="Google Shape;128;p2"/>
              <p:cNvSpPr/>
              <p:nvPr/>
            </p:nvSpPr>
            <p:spPr>
              <a:xfrm>
                <a:off x="4781100" y="1704575"/>
                <a:ext cx="128450" cy="16347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39" extrusionOk="0">
                    <a:moveTo>
                      <a:pt x="2569" y="0"/>
                    </a:moveTo>
                    <a:cubicBezTo>
                      <a:pt x="2002" y="1701"/>
                      <a:pt x="1" y="6538"/>
                      <a:pt x="2569" y="6538"/>
                    </a:cubicBezTo>
                    <a:cubicBezTo>
                      <a:pt x="5138" y="6538"/>
                      <a:pt x="3270" y="1801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" name="Google Shape;129;p2"/>
              <p:cNvSpPr/>
              <p:nvPr/>
            </p:nvSpPr>
            <p:spPr>
              <a:xfrm>
                <a:off x="7091925" y="492875"/>
                <a:ext cx="128450" cy="16262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5" extrusionOk="0">
                    <a:moveTo>
                      <a:pt x="2569" y="0"/>
                    </a:moveTo>
                    <a:cubicBezTo>
                      <a:pt x="2002" y="1701"/>
                      <a:pt x="0" y="6505"/>
                      <a:pt x="2569" y="6505"/>
                    </a:cubicBezTo>
                    <a:cubicBezTo>
                      <a:pt x="5137" y="6505"/>
                      <a:pt x="3269" y="1801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" name="Google Shape;130;p2"/>
              <p:cNvSpPr/>
              <p:nvPr/>
            </p:nvSpPr>
            <p:spPr>
              <a:xfrm>
                <a:off x="5881050" y="411975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0"/>
                    </a:moveTo>
                    <a:cubicBezTo>
                      <a:pt x="2002" y="1668"/>
                      <a:pt x="1" y="6505"/>
                      <a:pt x="2569" y="6505"/>
                    </a:cubicBezTo>
                    <a:cubicBezTo>
                      <a:pt x="5138" y="6505"/>
                      <a:pt x="3270" y="1802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" name="Google Shape;131;p2"/>
              <p:cNvSpPr/>
              <p:nvPr/>
            </p:nvSpPr>
            <p:spPr>
              <a:xfrm>
                <a:off x="7908325" y="386125"/>
                <a:ext cx="131800" cy="167650"/>
              </a:xfrm>
              <a:custGeom>
                <a:avLst/>
                <a:gdLst/>
                <a:ahLst/>
                <a:cxnLst/>
                <a:rect l="l" t="t" r="r" b="b"/>
                <a:pathLst>
                  <a:path w="5272" h="6706" extrusionOk="0">
                    <a:moveTo>
                      <a:pt x="2636" y="0"/>
                    </a:moveTo>
                    <a:cubicBezTo>
                      <a:pt x="2036" y="1735"/>
                      <a:pt x="1" y="6705"/>
                      <a:pt x="2636" y="6705"/>
                    </a:cubicBezTo>
                    <a:cubicBezTo>
                      <a:pt x="5271" y="6705"/>
                      <a:pt x="3337" y="1835"/>
                      <a:pt x="2636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" name="Google Shape;132;p2"/>
              <p:cNvSpPr/>
              <p:nvPr/>
            </p:nvSpPr>
            <p:spPr>
              <a:xfrm>
                <a:off x="6872600" y="1156675"/>
                <a:ext cx="128450" cy="16347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39" extrusionOk="0">
                    <a:moveTo>
                      <a:pt x="2569" y="0"/>
                    </a:moveTo>
                    <a:cubicBezTo>
                      <a:pt x="2002" y="1702"/>
                      <a:pt x="0" y="6538"/>
                      <a:pt x="2569" y="6538"/>
                    </a:cubicBezTo>
                    <a:cubicBezTo>
                      <a:pt x="5137" y="6538"/>
                      <a:pt x="3269" y="1802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" name="Google Shape;133;p2"/>
              <p:cNvSpPr/>
              <p:nvPr/>
            </p:nvSpPr>
            <p:spPr>
              <a:xfrm>
                <a:off x="7805750" y="1302600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2002" y="1669"/>
                      <a:pt x="1" y="6506"/>
                      <a:pt x="2569" y="6506"/>
                    </a:cubicBezTo>
                    <a:cubicBezTo>
                      <a:pt x="5138" y="6506"/>
                      <a:pt x="3270" y="1769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" name="Google Shape;134;p2"/>
              <p:cNvSpPr/>
              <p:nvPr/>
            </p:nvSpPr>
            <p:spPr>
              <a:xfrm>
                <a:off x="5146350" y="1423525"/>
                <a:ext cx="128450" cy="16347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39" extrusionOk="0">
                    <a:moveTo>
                      <a:pt x="2569" y="1"/>
                    </a:moveTo>
                    <a:cubicBezTo>
                      <a:pt x="2002" y="1702"/>
                      <a:pt x="1" y="6539"/>
                      <a:pt x="2569" y="6539"/>
                    </a:cubicBezTo>
                    <a:cubicBezTo>
                      <a:pt x="5138" y="6539"/>
                      <a:pt x="3270" y="1802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" name="Google Shape;135;p2"/>
              <p:cNvSpPr/>
              <p:nvPr/>
            </p:nvSpPr>
            <p:spPr>
              <a:xfrm>
                <a:off x="7038550" y="1740425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0"/>
                    </a:moveTo>
                    <a:cubicBezTo>
                      <a:pt x="2002" y="1702"/>
                      <a:pt x="0" y="6505"/>
                      <a:pt x="2569" y="6505"/>
                    </a:cubicBezTo>
                    <a:cubicBezTo>
                      <a:pt x="5137" y="6505"/>
                      <a:pt x="3269" y="1802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" name="Google Shape;136;p2"/>
              <p:cNvSpPr/>
              <p:nvPr/>
            </p:nvSpPr>
            <p:spPr>
              <a:xfrm>
                <a:off x="7994225" y="1893025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2002" y="1669"/>
                      <a:pt x="1" y="6505"/>
                      <a:pt x="2569" y="6505"/>
                    </a:cubicBezTo>
                    <a:cubicBezTo>
                      <a:pt x="5138" y="6505"/>
                      <a:pt x="3270" y="1802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" name="Google Shape;137;p2"/>
              <p:cNvSpPr/>
              <p:nvPr/>
            </p:nvSpPr>
            <p:spPr>
              <a:xfrm>
                <a:off x="8642200" y="1657025"/>
                <a:ext cx="132600" cy="167650"/>
              </a:xfrm>
              <a:custGeom>
                <a:avLst/>
                <a:gdLst/>
                <a:ahLst/>
                <a:cxnLst/>
                <a:rect l="l" t="t" r="r" b="b"/>
                <a:pathLst>
                  <a:path w="5304" h="6706" extrusionOk="0">
                    <a:moveTo>
                      <a:pt x="2669" y="1"/>
                    </a:moveTo>
                    <a:cubicBezTo>
                      <a:pt x="2068" y="1735"/>
                      <a:pt x="0" y="6706"/>
                      <a:pt x="2669" y="6706"/>
                    </a:cubicBezTo>
                    <a:cubicBezTo>
                      <a:pt x="5304" y="6706"/>
                      <a:pt x="3369" y="1835"/>
                      <a:pt x="26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" name="Google Shape;138;p2"/>
              <p:cNvSpPr/>
              <p:nvPr/>
            </p:nvSpPr>
            <p:spPr>
              <a:xfrm>
                <a:off x="5374950" y="966325"/>
                <a:ext cx="128450" cy="16347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39" extrusionOk="0">
                    <a:moveTo>
                      <a:pt x="2569" y="1"/>
                    </a:moveTo>
                    <a:cubicBezTo>
                      <a:pt x="2002" y="1702"/>
                      <a:pt x="1" y="6539"/>
                      <a:pt x="2569" y="6539"/>
                    </a:cubicBezTo>
                    <a:cubicBezTo>
                      <a:pt x="5138" y="6539"/>
                      <a:pt x="3270" y="1802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" name="Google Shape;139;p2"/>
              <p:cNvSpPr/>
              <p:nvPr/>
            </p:nvSpPr>
            <p:spPr>
              <a:xfrm>
                <a:off x="5679750" y="1271125"/>
                <a:ext cx="128450" cy="16347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39" extrusionOk="0">
                    <a:moveTo>
                      <a:pt x="2569" y="1"/>
                    </a:moveTo>
                    <a:cubicBezTo>
                      <a:pt x="2002" y="1702"/>
                      <a:pt x="1" y="6539"/>
                      <a:pt x="2569" y="6539"/>
                    </a:cubicBezTo>
                    <a:cubicBezTo>
                      <a:pt x="5138" y="6539"/>
                      <a:pt x="3270" y="1802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" name="Google Shape;140;p2"/>
              <p:cNvSpPr/>
              <p:nvPr/>
            </p:nvSpPr>
            <p:spPr>
              <a:xfrm flipH="1">
                <a:off x="1208475" y="948188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2002" y="1669"/>
                      <a:pt x="1" y="6506"/>
                      <a:pt x="2569" y="6506"/>
                    </a:cubicBezTo>
                    <a:cubicBezTo>
                      <a:pt x="5138" y="6506"/>
                      <a:pt x="3270" y="1769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" name="Google Shape;141;p2"/>
              <p:cNvSpPr/>
              <p:nvPr/>
            </p:nvSpPr>
            <p:spPr>
              <a:xfrm>
                <a:off x="8060825" y="938175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1969" y="1669"/>
                      <a:pt x="1" y="6505"/>
                      <a:pt x="2569" y="6505"/>
                    </a:cubicBezTo>
                    <a:cubicBezTo>
                      <a:pt x="5138" y="6505"/>
                      <a:pt x="3237" y="1802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" name="Google Shape;142;p2"/>
              <p:cNvSpPr/>
              <p:nvPr/>
            </p:nvSpPr>
            <p:spPr>
              <a:xfrm>
                <a:off x="3645163" y="894800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1969" y="1669"/>
                      <a:pt x="1" y="6505"/>
                      <a:pt x="2569" y="6505"/>
                    </a:cubicBezTo>
                    <a:cubicBezTo>
                      <a:pt x="5138" y="6505"/>
                      <a:pt x="3237" y="1802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" name="Google Shape;143;p2"/>
              <p:cNvSpPr/>
              <p:nvPr/>
            </p:nvSpPr>
            <p:spPr>
              <a:xfrm>
                <a:off x="4358375" y="2806875"/>
                <a:ext cx="128450" cy="16262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5" extrusionOk="0">
                    <a:moveTo>
                      <a:pt x="2569" y="0"/>
                    </a:moveTo>
                    <a:cubicBezTo>
                      <a:pt x="1969" y="1702"/>
                      <a:pt x="0" y="6505"/>
                      <a:pt x="2569" y="6505"/>
                    </a:cubicBezTo>
                    <a:cubicBezTo>
                      <a:pt x="5137" y="6505"/>
                      <a:pt x="3236" y="1802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" name="Google Shape;144;p2"/>
              <p:cNvSpPr/>
              <p:nvPr/>
            </p:nvSpPr>
            <p:spPr>
              <a:xfrm>
                <a:off x="1690625" y="3998550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1969" y="1669"/>
                      <a:pt x="1" y="6505"/>
                      <a:pt x="2569" y="6505"/>
                    </a:cubicBezTo>
                    <a:cubicBezTo>
                      <a:pt x="5138" y="6505"/>
                      <a:pt x="3237" y="1802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" name="Google Shape;145;p2"/>
              <p:cNvSpPr/>
              <p:nvPr/>
            </p:nvSpPr>
            <p:spPr>
              <a:xfrm>
                <a:off x="847525" y="2288175"/>
                <a:ext cx="128450" cy="16262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5" extrusionOk="0">
                    <a:moveTo>
                      <a:pt x="2569" y="0"/>
                    </a:moveTo>
                    <a:cubicBezTo>
                      <a:pt x="2002" y="1668"/>
                      <a:pt x="1" y="6505"/>
                      <a:pt x="2569" y="6505"/>
                    </a:cubicBezTo>
                    <a:cubicBezTo>
                      <a:pt x="5138" y="6505"/>
                      <a:pt x="3270" y="1801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" name="Google Shape;146;p2"/>
              <p:cNvSpPr/>
              <p:nvPr/>
            </p:nvSpPr>
            <p:spPr>
              <a:xfrm>
                <a:off x="449750" y="3810100"/>
                <a:ext cx="128450" cy="16347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39" extrusionOk="0">
                    <a:moveTo>
                      <a:pt x="2569" y="0"/>
                    </a:moveTo>
                    <a:cubicBezTo>
                      <a:pt x="2002" y="1701"/>
                      <a:pt x="1" y="6538"/>
                      <a:pt x="2569" y="6538"/>
                    </a:cubicBezTo>
                    <a:cubicBezTo>
                      <a:pt x="5138" y="6538"/>
                      <a:pt x="3270" y="1801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" name="Google Shape;147;p2"/>
              <p:cNvSpPr/>
              <p:nvPr/>
            </p:nvSpPr>
            <p:spPr>
              <a:xfrm>
                <a:off x="2760575" y="2598400"/>
                <a:ext cx="128450" cy="16262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5" extrusionOk="0">
                    <a:moveTo>
                      <a:pt x="2569" y="0"/>
                    </a:moveTo>
                    <a:cubicBezTo>
                      <a:pt x="2002" y="1701"/>
                      <a:pt x="0" y="6505"/>
                      <a:pt x="2569" y="6505"/>
                    </a:cubicBezTo>
                    <a:cubicBezTo>
                      <a:pt x="5137" y="6505"/>
                      <a:pt x="3269" y="1801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" name="Google Shape;148;p2"/>
              <p:cNvSpPr/>
              <p:nvPr/>
            </p:nvSpPr>
            <p:spPr>
              <a:xfrm>
                <a:off x="1549700" y="2517500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0"/>
                    </a:moveTo>
                    <a:cubicBezTo>
                      <a:pt x="2002" y="1668"/>
                      <a:pt x="1" y="6505"/>
                      <a:pt x="2569" y="6505"/>
                    </a:cubicBezTo>
                    <a:cubicBezTo>
                      <a:pt x="5138" y="6505"/>
                      <a:pt x="3270" y="1802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" name="Google Shape;149;p2"/>
              <p:cNvSpPr/>
              <p:nvPr/>
            </p:nvSpPr>
            <p:spPr>
              <a:xfrm>
                <a:off x="4916275" y="2575050"/>
                <a:ext cx="132625" cy="167625"/>
              </a:xfrm>
              <a:custGeom>
                <a:avLst/>
                <a:gdLst/>
                <a:ahLst/>
                <a:cxnLst/>
                <a:rect l="l" t="t" r="r" b="b"/>
                <a:pathLst>
                  <a:path w="5305" h="6705" extrusionOk="0">
                    <a:moveTo>
                      <a:pt x="2669" y="0"/>
                    </a:moveTo>
                    <a:cubicBezTo>
                      <a:pt x="2069" y="1735"/>
                      <a:pt x="0" y="6705"/>
                      <a:pt x="2669" y="6705"/>
                    </a:cubicBezTo>
                    <a:cubicBezTo>
                      <a:pt x="5304" y="6705"/>
                      <a:pt x="3370" y="1868"/>
                      <a:pt x="26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" name="Google Shape;150;p2"/>
              <p:cNvSpPr/>
              <p:nvPr/>
            </p:nvSpPr>
            <p:spPr>
              <a:xfrm>
                <a:off x="2541250" y="3262200"/>
                <a:ext cx="128450" cy="16347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39" extrusionOk="0">
                    <a:moveTo>
                      <a:pt x="2569" y="0"/>
                    </a:moveTo>
                    <a:cubicBezTo>
                      <a:pt x="2002" y="1702"/>
                      <a:pt x="0" y="6538"/>
                      <a:pt x="2569" y="6538"/>
                    </a:cubicBezTo>
                    <a:cubicBezTo>
                      <a:pt x="5137" y="6538"/>
                      <a:pt x="3269" y="1802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" name="Google Shape;151;p2"/>
              <p:cNvSpPr/>
              <p:nvPr/>
            </p:nvSpPr>
            <p:spPr>
              <a:xfrm>
                <a:off x="3474400" y="3408125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2002" y="1669"/>
                      <a:pt x="1" y="6506"/>
                      <a:pt x="2569" y="6506"/>
                    </a:cubicBezTo>
                    <a:cubicBezTo>
                      <a:pt x="5138" y="6506"/>
                      <a:pt x="3270" y="1769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" name="Google Shape;152;p2"/>
              <p:cNvSpPr/>
              <p:nvPr/>
            </p:nvSpPr>
            <p:spPr>
              <a:xfrm>
                <a:off x="815000" y="3529050"/>
                <a:ext cx="128450" cy="16347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39" extrusionOk="0">
                    <a:moveTo>
                      <a:pt x="2569" y="1"/>
                    </a:moveTo>
                    <a:cubicBezTo>
                      <a:pt x="2002" y="1702"/>
                      <a:pt x="1" y="6539"/>
                      <a:pt x="2569" y="6539"/>
                    </a:cubicBezTo>
                    <a:cubicBezTo>
                      <a:pt x="5138" y="6539"/>
                      <a:pt x="3270" y="1802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" name="Google Shape;153;p2"/>
              <p:cNvSpPr/>
              <p:nvPr/>
            </p:nvSpPr>
            <p:spPr>
              <a:xfrm>
                <a:off x="3662875" y="3998550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2002" y="1669"/>
                      <a:pt x="1" y="6505"/>
                      <a:pt x="2569" y="6505"/>
                    </a:cubicBezTo>
                    <a:cubicBezTo>
                      <a:pt x="5138" y="6505"/>
                      <a:pt x="3270" y="1802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" name="Google Shape;154;p2"/>
              <p:cNvSpPr/>
              <p:nvPr/>
            </p:nvSpPr>
            <p:spPr>
              <a:xfrm>
                <a:off x="4310850" y="3762550"/>
                <a:ext cx="132600" cy="167650"/>
              </a:xfrm>
              <a:custGeom>
                <a:avLst/>
                <a:gdLst/>
                <a:ahLst/>
                <a:cxnLst/>
                <a:rect l="l" t="t" r="r" b="b"/>
                <a:pathLst>
                  <a:path w="5304" h="6706" extrusionOk="0">
                    <a:moveTo>
                      <a:pt x="2669" y="1"/>
                    </a:moveTo>
                    <a:cubicBezTo>
                      <a:pt x="2068" y="1735"/>
                      <a:pt x="0" y="6706"/>
                      <a:pt x="2669" y="6706"/>
                    </a:cubicBezTo>
                    <a:cubicBezTo>
                      <a:pt x="5304" y="6706"/>
                      <a:pt x="3369" y="1835"/>
                      <a:pt x="26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" name="Google Shape;155;p2"/>
              <p:cNvSpPr/>
              <p:nvPr/>
            </p:nvSpPr>
            <p:spPr>
              <a:xfrm>
                <a:off x="4949625" y="3489025"/>
                <a:ext cx="132625" cy="167650"/>
              </a:xfrm>
              <a:custGeom>
                <a:avLst/>
                <a:gdLst/>
                <a:ahLst/>
                <a:cxnLst/>
                <a:rect l="l" t="t" r="r" b="b"/>
                <a:pathLst>
                  <a:path w="5305" h="6706" extrusionOk="0">
                    <a:moveTo>
                      <a:pt x="2669" y="1"/>
                    </a:moveTo>
                    <a:cubicBezTo>
                      <a:pt x="2069" y="1735"/>
                      <a:pt x="1" y="6705"/>
                      <a:pt x="2669" y="6705"/>
                    </a:cubicBezTo>
                    <a:cubicBezTo>
                      <a:pt x="5305" y="6705"/>
                      <a:pt x="3370" y="1869"/>
                      <a:pt x="26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" name="Google Shape;156;p2"/>
              <p:cNvSpPr/>
              <p:nvPr/>
            </p:nvSpPr>
            <p:spPr>
              <a:xfrm>
                <a:off x="6447475" y="2443275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1969" y="1668"/>
                      <a:pt x="1" y="6505"/>
                      <a:pt x="2569" y="6505"/>
                    </a:cubicBezTo>
                    <a:cubicBezTo>
                      <a:pt x="5138" y="6505"/>
                      <a:pt x="3236" y="1769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" name="Google Shape;157;p2"/>
              <p:cNvSpPr/>
              <p:nvPr/>
            </p:nvSpPr>
            <p:spPr>
              <a:xfrm>
                <a:off x="8779975" y="2806875"/>
                <a:ext cx="128450" cy="16262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5" extrusionOk="0">
                    <a:moveTo>
                      <a:pt x="2569" y="0"/>
                    </a:moveTo>
                    <a:cubicBezTo>
                      <a:pt x="1969" y="1702"/>
                      <a:pt x="0" y="6505"/>
                      <a:pt x="2569" y="6505"/>
                    </a:cubicBezTo>
                    <a:cubicBezTo>
                      <a:pt x="5137" y="6505"/>
                      <a:pt x="3236" y="1802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" name="Google Shape;158;p2"/>
              <p:cNvSpPr/>
              <p:nvPr/>
            </p:nvSpPr>
            <p:spPr>
              <a:xfrm>
                <a:off x="6112225" y="3998550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1969" y="1669"/>
                      <a:pt x="1" y="6505"/>
                      <a:pt x="2569" y="6505"/>
                    </a:cubicBezTo>
                    <a:cubicBezTo>
                      <a:pt x="5138" y="6505"/>
                      <a:pt x="3237" y="1802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" name="Google Shape;159;p2"/>
              <p:cNvSpPr/>
              <p:nvPr/>
            </p:nvSpPr>
            <p:spPr>
              <a:xfrm>
                <a:off x="5269125" y="2288175"/>
                <a:ext cx="128450" cy="16262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5" extrusionOk="0">
                    <a:moveTo>
                      <a:pt x="2569" y="0"/>
                    </a:moveTo>
                    <a:cubicBezTo>
                      <a:pt x="2002" y="1668"/>
                      <a:pt x="1" y="6505"/>
                      <a:pt x="2569" y="6505"/>
                    </a:cubicBezTo>
                    <a:cubicBezTo>
                      <a:pt x="5138" y="6505"/>
                      <a:pt x="3270" y="1801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" name="Google Shape;160;p2"/>
              <p:cNvSpPr/>
              <p:nvPr/>
            </p:nvSpPr>
            <p:spPr>
              <a:xfrm>
                <a:off x="4871350" y="3810100"/>
                <a:ext cx="128450" cy="16347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39" extrusionOk="0">
                    <a:moveTo>
                      <a:pt x="2569" y="0"/>
                    </a:moveTo>
                    <a:cubicBezTo>
                      <a:pt x="2002" y="1701"/>
                      <a:pt x="1" y="6538"/>
                      <a:pt x="2569" y="6538"/>
                    </a:cubicBezTo>
                    <a:cubicBezTo>
                      <a:pt x="5138" y="6538"/>
                      <a:pt x="3270" y="1801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" name="Google Shape;161;p2"/>
              <p:cNvSpPr/>
              <p:nvPr/>
            </p:nvSpPr>
            <p:spPr>
              <a:xfrm>
                <a:off x="7182175" y="2598400"/>
                <a:ext cx="128450" cy="16262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5" extrusionOk="0">
                    <a:moveTo>
                      <a:pt x="2569" y="0"/>
                    </a:moveTo>
                    <a:cubicBezTo>
                      <a:pt x="2002" y="1701"/>
                      <a:pt x="0" y="6505"/>
                      <a:pt x="2569" y="6505"/>
                    </a:cubicBezTo>
                    <a:cubicBezTo>
                      <a:pt x="5137" y="6505"/>
                      <a:pt x="3269" y="1801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" name="Google Shape;162;p2"/>
              <p:cNvSpPr/>
              <p:nvPr/>
            </p:nvSpPr>
            <p:spPr>
              <a:xfrm>
                <a:off x="5971300" y="2517500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0"/>
                    </a:moveTo>
                    <a:cubicBezTo>
                      <a:pt x="2002" y="1668"/>
                      <a:pt x="1" y="6505"/>
                      <a:pt x="2569" y="6505"/>
                    </a:cubicBezTo>
                    <a:cubicBezTo>
                      <a:pt x="5138" y="6505"/>
                      <a:pt x="3270" y="1802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" name="Google Shape;163;p2"/>
              <p:cNvSpPr/>
              <p:nvPr/>
            </p:nvSpPr>
            <p:spPr>
              <a:xfrm>
                <a:off x="7998575" y="2491650"/>
                <a:ext cx="131800" cy="167650"/>
              </a:xfrm>
              <a:custGeom>
                <a:avLst/>
                <a:gdLst/>
                <a:ahLst/>
                <a:cxnLst/>
                <a:rect l="l" t="t" r="r" b="b"/>
                <a:pathLst>
                  <a:path w="5272" h="6706" extrusionOk="0">
                    <a:moveTo>
                      <a:pt x="2636" y="0"/>
                    </a:moveTo>
                    <a:cubicBezTo>
                      <a:pt x="2036" y="1735"/>
                      <a:pt x="1" y="6705"/>
                      <a:pt x="2636" y="6705"/>
                    </a:cubicBezTo>
                    <a:cubicBezTo>
                      <a:pt x="5271" y="6705"/>
                      <a:pt x="3337" y="1835"/>
                      <a:pt x="2636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" name="Google Shape;164;p2"/>
              <p:cNvSpPr/>
              <p:nvPr/>
            </p:nvSpPr>
            <p:spPr>
              <a:xfrm>
                <a:off x="6962850" y="3262200"/>
                <a:ext cx="128450" cy="16347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39" extrusionOk="0">
                    <a:moveTo>
                      <a:pt x="2569" y="0"/>
                    </a:moveTo>
                    <a:cubicBezTo>
                      <a:pt x="2002" y="1702"/>
                      <a:pt x="0" y="6538"/>
                      <a:pt x="2569" y="6538"/>
                    </a:cubicBezTo>
                    <a:cubicBezTo>
                      <a:pt x="5137" y="6538"/>
                      <a:pt x="3269" y="1802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" name="Google Shape;165;p2"/>
              <p:cNvSpPr/>
              <p:nvPr/>
            </p:nvSpPr>
            <p:spPr>
              <a:xfrm>
                <a:off x="7896000" y="3408125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2002" y="1669"/>
                      <a:pt x="1" y="6506"/>
                      <a:pt x="2569" y="6506"/>
                    </a:cubicBezTo>
                    <a:cubicBezTo>
                      <a:pt x="5138" y="6506"/>
                      <a:pt x="3270" y="1769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" name="Google Shape;166;p2"/>
              <p:cNvSpPr/>
              <p:nvPr/>
            </p:nvSpPr>
            <p:spPr>
              <a:xfrm>
                <a:off x="5236600" y="3529050"/>
                <a:ext cx="128450" cy="16347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39" extrusionOk="0">
                    <a:moveTo>
                      <a:pt x="2569" y="1"/>
                    </a:moveTo>
                    <a:cubicBezTo>
                      <a:pt x="2002" y="1702"/>
                      <a:pt x="1" y="6539"/>
                      <a:pt x="2569" y="6539"/>
                    </a:cubicBezTo>
                    <a:cubicBezTo>
                      <a:pt x="5138" y="6539"/>
                      <a:pt x="3270" y="1802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" name="Google Shape;167;p2"/>
              <p:cNvSpPr/>
              <p:nvPr/>
            </p:nvSpPr>
            <p:spPr>
              <a:xfrm>
                <a:off x="7128800" y="3845950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0"/>
                    </a:moveTo>
                    <a:cubicBezTo>
                      <a:pt x="2002" y="1702"/>
                      <a:pt x="0" y="6505"/>
                      <a:pt x="2569" y="6505"/>
                    </a:cubicBezTo>
                    <a:cubicBezTo>
                      <a:pt x="5137" y="6505"/>
                      <a:pt x="3269" y="1802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" name="Google Shape;168;p2"/>
              <p:cNvSpPr/>
              <p:nvPr/>
            </p:nvSpPr>
            <p:spPr>
              <a:xfrm>
                <a:off x="8084475" y="3998550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2002" y="1669"/>
                      <a:pt x="1" y="6505"/>
                      <a:pt x="2569" y="6505"/>
                    </a:cubicBezTo>
                    <a:cubicBezTo>
                      <a:pt x="5138" y="6505"/>
                      <a:pt x="3270" y="1802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" name="Google Shape;169;p2"/>
              <p:cNvSpPr/>
              <p:nvPr/>
            </p:nvSpPr>
            <p:spPr>
              <a:xfrm>
                <a:off x="8732450" y="3762550"/>
                <a:ext cx="132600" cy="167650"/>
              </a:xfrm>
              <a:custGeom>
                <a:avLst/>
                <a:gdLst/>
                <a:ahLst/>
                <a:cxnLst/>
                <a:rect l="l" t="t" r="r" b="b"/>
                <a:pathLst>
                  <a:path w="5304" h="6706" extrusionOk="0">
                    <a:moveTo>
                      <a:pt x="2669" y="1"/>
                    </a:moveTo>
                    <a:cubicBezTo>
                      <a:pt x="2068" y="1735"/>
                      <a:pt x="0" y="6706"/>
                      <a:pt x="2669" y="6706"/>
                    </a:cubicBezTo>
                    <a:cubicBezTo>
                      <a:pt x="5304" y="6706"/>
                      <a:pt x="3369" y="1835"/>
                      <a:pt x="26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" name="Google Shape;170;p2"/>
              <p:cNvSpPr/>
              <p:nvPr/>
            </p:nvSpPr>
            <p:spPr>
              <a:xfrm>
                <a:off x="5465200" y="3071850"/>
                <a:ext cx="128450" cy="16347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39" extrusionOk="0">
                    <a:moveTo>
                      <a:pt x="2569" y="1"/>
                    </a:moveTo>
                    <a:cubicBezTo>
                      <a:pt x="2002" y="1702"/>
                      <a:pt x="1" y="6539"/>
                      <a:pt x="2569" y="6539"/>
                    </a:cubicBezTo>
                    <a:cubicBezTo>
                      <a:pt x="5138" y="6539"/>
                      <a:pt x="3270" y="1802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" name="Google Shape;171;p2"/>
              <p:cNvSpPr/>
              <p:nvPr/>
            </p:nvSpPr>
            <p:spPr>
              <a:xfrm>
                <a:off x="5770000" y="3376650"/>
                <a:ext cx="128450" cy="16347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39" extrusionOk="0">
                    <a:moveTo>
                      <a:pt x="2569" y="1"/>
                    </a:moveTo>
                    <a:cubicBezTo>
                      <a:pt x="2002" y="1702"/>
                      <a:pt x="1" y="6539"/>
                      <a:pt x="2569" y="6539"/>
                    </a:cubicBezTo>
                    <a:cubicBezTo>
                      <a:pt x="5138" y="6539"/>
                      <a:pt x="3270" y="1802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" name="Google Shape;172;p2"/>
              <p:cNvSpPr/>
              <p:nvPr/>
            </p:nvSpPr>
            <p:spPr>
              <a:xfrm flipH="1">
                <a:off x="1298725" y="3053713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2002" y="1669"/>
                      <a:pt x="1" y="6506"/>
                      <a:pt x="2569" y="6506"/>
                    </a:cubicBezTo>
                    <a:cubicBezTo>
                      <a:pt x="5138" y="6506"/>
                      <a:pt x="3270" y="1769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" name="Google Shape;173;p2"/>
              <p:cNvSpPr/>
              <p:nvPr/>
            </p:nvSpPr>
            <p:spPr>
              <a:xfrm>
                <a:off x="8151075" y="3043700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1969" y="1669"/>
                      <a:pt x="1" y="6505"/>
                      <a:pt x="2569" y="6505"/>
                    </a:cubicBezTo>
                    <a:cubicBezTo>
                      <a:pt x="5138" y="6505"/>
                      <a:pt x="3237" y="1802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" name="Google Shape;174;p2"/>
              <p:cNvSpPr/>
              <p:nvPr/>
            </p:nvSpPr>
            <p:spPr>
              <a:xfrm>
                <a:off x="3735413" y="3000325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1969" y="1669"/>
                      <a:pt x="1" y="6505"/>
                      <a:pt x="2569" y="6505"/>
                    </a:cubicBezTo>
                    <a:cubicBezTo>
                      <a:pt x="5138" y="6505"/>
                      <a:pt x="3237" y="1802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75" name="Google Shape;175;p2"/>
            <p:cNvSpPr/>
            <p:nvPr/>
          </p:nvSpPr>
          <p:spPr>
            <a:xfrm>
              <a:off x="2011825" y="433547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1969" y="1668"/>
                    <a:pt x="1" y="6505"/>
                    <a:pt x="2569" y="6505"/>
                  </a:cubicBezTo>
                  <a:cubicBezTo>
                    <a:pt x="5138" y="6505"/>
                    <a:pt x="3236" y="1769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76;p2"/>
            <p:cNvSpPr/>
            <p:nvPr/>
          </p:nvSpPr>
          <p:spPr>
            <a:xfrm>
              <a:off x="4344325" y="4699075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1969" y="1702"/>
                    <a:pt x="0" y="6505"/>
                    <a:pt x="2569" y="6505"/>
                  </a:cubicBezTo>
                  <a:cubicBezTo>
                    <a:pt x="5137" y="6505"/>
                    <a:pt x="3236" y="1802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77;p2"/>
            <p:cNvSpPr/>
            <p:nvPr/>
          </p:nvSpPr>
          <p:spPr>
            <a:xfrm>
              <a:off x="833475" y="4180375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2002" y="1668"/>
                    <a:pt x="1" y="6505"/>
                    <a:pt x="2569" y="6505"/>
                  </a:cubicBezTo>
                  <a:cubicBezTo>
                    <a:pt x="5138" y="6505"/>
                    <a:pt x="3270" y="1801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178;p2"/>
            <p:cNvSpPr/>
            <p:nvPr/>
          </p:nvSpPr>
          <p:spPr>
            <a:xfrm>
              <a:off x="2746525" y="4490600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2002" y="1701"/>
                    <a:pt x="0" y="6505"/>
                    <a:pt x="2569" y="6505"/>
                  </a:cubicBezTo>
                  <a:cubicBezTo>
                    <a:pt x="5137" y="6505"/>
                    <a:pt x="3269" y="1801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179;p2"/>
            <p:cNvSpPr/>
            <p:nvPr/>
          </p:nvSpPr>
          <p:spPr>
            <a:xfrm>
              <a:off x="1535650" y="4409700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0"/>
                  </a:moveTo>
                  <a:cubicBezTo>
                    <a:pt x="2002" y="1668"/>
                    <a:pt x="1" y="6505"/>
                    <a:pt x="2569" y="6505"/>
                  </a:cubicBezTo>
                  <a:cubicBezTo>
                    <a:pt x="5138" y="6505"/>
                    <a:pt x="3270" y="1802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180;p2"/>
            <p:cNvSpPr/>
            <p:nvPr/>
          </p:nvSpPr>
          <p:spPr>
            <a:xfrm>
              <a:off x="3562925" y="4383850"/>
              <a:ext cx="131800" cy="167650"/>
            </a:xfrm>
            <a:custGeom>
              <a:avLst/>
              <a:gdLst/>
              <a:ahLst/>
              <a:cxnLst/>
              <a:rect l="l" t="t" r="r" b="b"/>
              <a:pathLst>
                <a:path w="5272" h="6706" extrusionOk="0">
                  <a:moveTo>
                    <a:pt x="2636" y="0"/>
                  </a:moveTo>
                  <a:cubicBezTo>
                    <a:pt x="2036" y="1735"/>
                    <a:pt x="1" y="6705"/>
                    <a:pt x="2636" y="6705"/>
                  </a:cubicBezTo>
                  <a:cubicBezTo>
                    <a:pt x="5271" y="6705"/>
                    <a:pt x="3337" y="1835"/>
                    <a:pt x="2636" y="0"/>
                  </a:cubicBezTo>
                  <a:close/>
                </a:path>
              </a:pathLst>
            </a:custGeom>
            <a:solidFill>
              <a:srgbClr val="191919">
                <a:alpha val="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2"/>
            <p:cNvSpPr/>
            <p:nvPr/>
          </p:nvSpPr>
          <p:spPr>
            <a:xfrm>
              <a:off x="4902225" y="4467250"/>
              <a:ext cx="132625" cy="167625"/>
            </a:xfrm>
            <a:custGeom>
              <a:avLst/>
              <a:gdLst/>
              <a:ahLst/>
              <a:cxnLst/>
              <a:rect l="l" t="t" r="r" b="b"/>
              <a:pathLst>
                <a:path w="5305" h="6705" extrusionOk="0">
                  <a:moveTo>
                    <a:pt x="2669" y="0"/>
                  </a:moveTo>
                  <a:cubicBezTo>
                    <a:pt x="2069" y="1735"/>
                    <a:pt x="0" y="6705"/>
                    <a:pt x="2669" y="6705"/>
                  </a:cubicBezTo>
                  <a:cubicBezTo>
                    <a:pt x="5304" y="6705"/>
                    <a:pt x="3370" y="1868"/>
                    <a:pt x="2669" y="0"/>
                  </a:cubicBezTo>
                  <a:close/>
                </a:path>
              </a:pathLst>
            </a:custGeom>
            <a:solidFill>
              <a:srgbClr val="191919">
                <a:alpha val="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82;p2"/>
            <p:cNvSpPr/>
            <p:nvPr/>
          </p:nvSpPr>
          <p:spPr>
            <a:xfrm>
              <a:off x="2527200" y="5154400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0"/>
                  </a:moveTo>
                  <a:cubicBezTo>
                    <a:pt x="2002" y="1702"/>
                    <a:pt x="0" y="6538"/>
                    <a:pt x="2569" y="6538"/>
                  </a:cubicBezTo>
                  <a:cubicBezTo>
                    <a:pt x="5137" y="6538"/>
                    <a:pt x="3269" y="1802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83;p2"/>
            <p:cNvSpPr/>
            <p:nvPr/>
          </p:nvSpPr>
          <p:spPr>
            <a:xfrm>
              <a:off x="6433425" y="433547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1969" y="1668"/>
                    <a:pt x="1" y="6505"/>
                    <a:pt x="2569" y="6505"/>
                  </a:cubicBezTo>
                  <a:cubicBezTo>
                    <a:pt x="5138" y="6505"/>
                    <a:pt x="3236" y="1769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84;p2"/>
            <p:cNvSpPr/>
            <p:nvPr/>
          </p:nvSpPr>
          <p:spPr>
            <a:xfrm>
              <a:off x="8765925" y="4699075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1969" y="1702"/>
                    <a:pt x="0" y="6505"/>
                    <a:pt x="2569" y="6505"/>
                  </a:cubicBezTo>
                  <a:cubicBezTo>
                    <a:pt x="5137" y="6505"/>
                    <a:pt x="3236" y="1802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85;p2"/>
            <p:cNvSpPr/>
            <p:nvPr/>
          </p:nvSpPr>
          <p:spPr>
            <a:xfrm>
              <a:off x="5255075" y="4180375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2002" y="1668"/>
                    <a:pt x="1" y="6505"/>
                    <a:pt x="2569" y="6505"/>
                  </a:cubicBezTo>
                  <a:cubicBezTo>
                    <a:pt x="5138" y="6505"/>
                    <a:pt x="3270" y="1801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186;p2"/>
            <p:cNvSpPr/>
            <p:nvPr/>
          </p:nvSpPr>
          <p:spPr>
            <a:xfrm>
              <a:off x="7168125" y="4490600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2002" y="1701"/>
                    <a:pt x="0" y="6505"/>
                    <a:pt x="2569" y="6505"/>
                  </a:cubicBezTo>
                  <a:cubicBezTo>
                    <a:pt x="5137" y="6505"/>
                    <a:pt x="3269" y="1801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87;p2"/>
            <p:cNvSpPr/>
            <p:nvPr/>
          </p:nvSpPr>
          <p:spPr>
            <a:xfrm>
              <a:off x="5957250" y="4409700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0"/>
                  </a:moveTo>
                  <a:cubicBezTo>
                    <a:pt x="2002" y="1668"/>
                    <a:pt x="1" y="6505"/>
                    <a:pt x="2569" y="6505"/>
                  </a:cubicBezTo>
                  <a:cubicBezTo>
                    <a:pt x="5138" y="6505"/>
                    <a:pt x="3270" y="1802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88;p2"/>
            <p:cNvSpPr/>
            <p:nvPr/>
          </p:nvSpPr>
          <p:spPr>
            <a:xfrm>
              <a:off x="7984525" y="4383850"/>
              <a:ext cx="131800" cy="167650"/>
            </a:xfrm>
            <a:custGeom>
              <a:avLst/>
              <a:gdLst/>
              <a:ahLst/>
              <a:cxnLst/>
              <a:rect l="l" t="t" r="r" b="b"/>
              <a:pathLst>
                <a:path w="5272" h="6706" extrusionOk="0">
                  <a:moveTo>
                    <a:pt x="2636" y="0"/>
                  </a:moveTo>
                  <a:cubicBezTo>
                    <a:pt x="2036" y="1735"/>
                    <a:pt x="1" y="6705"/>
                    <a:pt x="2636" y="6705"/>
                  </a:cubicBezTo>
                  <a:cubicBezTo>
                    <a:pt x="5271" y="6705"/>
                    <a:pt x="3337" y="1835"/>
                    <a:pt x="2636" y="0"/>
                  </a:cubicBezTo>
                  <a:close/>
                </a:path>
              </a:pathLst>
            </a:custGeom>
            <a:solidFill>
              <a:srgbClr val="191919">
                <a:alpha val="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89;p2"/>
            <p:cNvSpPr/>
            <p:nvPr/>
          </p:nvSpPr>
          <p:spPr>
            <a:xfrm>
              <a:off x="6948800" y="5154400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0"/>
                  </a:moveTo>
                  <a:cubicBezTo>
                    <a:pt x="2002" y="1702"/>
                    <a:pt x="0" y="6538"/>
                    <a:pt x="2569" y="6538"/>
                  </a:cubicBezTo>
                  <a:cubicBezTo>
                    <a:pt x="5137" y="6538"/>
                    <a:pt x="3269" y="1802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90;p2"/>
            <p:cNvSpPr/>
            <p:nvPr/>
          </p:nvSpPr>
          <p:spPr>
            <a:xfrm>
              <a:off x="5451150" y="4964050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1" y="6539"/>
                    <a:pt x="2569" y="6539"/>
                  </a:cubicBezTo>
                  <a:cubicBezTo>
                    <a:pt x="5138" y="6539"/>
                    <a:pt x="3270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191;p2"/>
            <p:cNvSpPr/>
            <p:nvPr/>
          </p:nvSpPr>
          <p:spPr>
            <a:xfrm flipH="1">
              <a:off x="1284675" y="4945913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669"/>
                    <a:pt x="1" y="6506"/>
                    <a:pt x="2569" y="6506"/>
                  </a:cubicBezTo>
                  <a:cubicBezTo>
                    <a:pt x="5138" y="6506"/>
                    <a:pt x="3270" y="1769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192;p2"/>
            <p:cNvSpPr/>
            <p:nvPr/>
          </p:nvSpPr>
          <p:spPr>
            <a:xfrm>
              <a:off x="8137025" y="4935900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1969" y="1669"/>
                    <a:pt x="1" y="6505"/>
                    <a:pt x="2569" y="6505"/>
                  </a:cubicBezTo>
                  <a:cubicBezTo>
                    <a:pt x="5138" y="6505"/>
                    <a:pt x="3237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193;p2"/>
            <p:cNvSpPr/>
            <p:nvPr/>
          </p:nvSpPr>
          <p:spPr>
            <a:xfrm>
              <a:off x="3721363" y="489252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1969" y="1669"/>
                    <a:pt x="1" y="6505"/>
                    <a:pt x="2569" y="6505"/>
                  </a:cubicBezTo>
                  <a:cubicBezTo>
                    <a:pt x="5138" y="6505"/>
                    <a:pt x="3237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4" name="Google Shape;194;p2"/>
          <p:cNvGrpSpPr/>
          <p:nvPr/>
        </p:nvGrpSpPr>
        <p:grpSpPr>
          <a:xfrm>
            <a:off x="-334800" y="-1161100"/>
            <a:ext cx="10204055" cy="2374014"/>
            <a:chOff x="-334800" y="-1161100"/>
            <a:chExt cx="10204055" cy="2374014"/>
          </a:xfrm>
        </p:grpSpPr>
        <p:sp>
          <p:nvSpPr>
            <p:cNvPr id="195" name="Google Shape;195;p2"/>
            <p:cNvSpPr/>
            <p:nvPr/>
          </p:nvSpPr>
          <p:spPr>
            <a:xfrm>
              <a:off x="6039434" y="-1161100"/>
              <a:ext cx="3829821" cy="1816407"/>
            </a:xfrm>
            <a:custGeom>
              <a:avLst/>
              <a:gdLst/>
              <a:ahLst/>
              <a:cxnLst/>
              <a:rect l="l" t="t" r="r" b="b"/>
              <a:pathLst>
                <a:path w="147841" h="70118" extrusionOk="0">
                  <a:moveTo>
                    <a:pt x="77576" y="1"/>
                  </a:moveTo>
                  <a:cubicBezTo>
                    <a:pt x="49256" y="1"/>
                    <a:pt x="41550" y="24185"/>
                    <a:pt x="46654" y="38095"/>
                  </a:cubicBezTo>
                  <a:cubicBezTo>
                    <a:pt x="41172" y="36783"/>
                    <a:pt x="36360" y="36203"/>
                    <a:pt x="32155" y="36203"/>
                  </a:cubicBezTo>
                  <a:cubicBezTo>
                    <a:pt x="0" y="36203"/>
                    <a:pt x="3349" y="70118"/>
                    <a:pt x="14264" y="70118"/>
                  </a:cubicBezTo>
                  <a:lnTo>
                    <a:pt x="138320" y="70118"/>
                  </a:lnTo>
                  <a:cubicBezTo>
                    <a:pt x="147840" y="70118"/>
                    <a:pt x="145666" y="48175"/>
                    <a:pt x="127189" y="48175"/>
                  </a:cubicBezTo>
                  <a:cubicBezTo>
                    <a:pt x="126633" y="48175"/>
                    <a:pt x="126063" y="48194"/>
                    <a:pt x="125477" y="48235"/>
                  </a:cubicBezTo>
                  <a:cubicBezTo>
                    <a:pt x="128335" y="40800"/>
                    <a:pt x="123406" y="31980"/>
                    <a:pt x="114819" y="31980"/>
                  </a:cubicBezTo>
                  <a:cubicBezTo>
                    <a:pt x="112580" y="31980"/>
                    <a:pt x="110093" y="32579"/>
                    <a:pt x="107431" y="33958"/>
                  </a:cubicBezTo>
                  <a:cubicBezTo>
                    <a:pt x="112067" y="22650"/>
                    <a:pt x="105896" y="1"/>
                    <a:pt x="7757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2"/>
            <p:cNvSpPr/>
            <p:nvPr/>
          </p:nvSpPr>
          <p:spPr>
            <a:xfrm>
              <a:off x="6039434" y="-1161100"/>
              <a:ext cx="3829821" cy="1816407"/>
            </a:xfrm>
            <a:custGeom>
              <a:avLst/>
              <a:gdLst/>
              <a:ahLst/>
              <a:cxnLst/>
              <a:rect l="l" t="t" r="r" b="b"/>
              <a:pathLst>
                <a:path w="147841" h="70118" extrusionOk="0">
                  <a:moveTo>
                    <a:pt x="77576" y="1"/>
                  </a:moveTo>
                  <a:cubicBezTo>
                    <a:pt x="49256" y="1"/>
                    <a:pt x="41550" y="24185"/>
                    <a:pt x="46654" y="38095"/>
                  </a:cubicBezTo>
                  <a:cubicBezTo>
                    <a:pt x="41172" y="36783"/>
                    <a:pt x="36360" y="36203"/>
                    <a:pt x="32155" y="36203"/>
                  </a:cubicBezTo>
                  <a:cubicBezTo>
                    <a:pt x="0" y="36203"/>
                    <a:pt x="3349" y="70118"/>
                    <a:pt x="14264" y="70118"/>
                  </a:cubicBezTo>
                  <a:lnTo>
                    <a:pt x="138320" y="70118"/>
                  </a:lnTo>
                  <a:cubicBezTo>
                    <a:pt x="147840" y="70118"/>
                    <a:pt x="145666" y="48175"/>
                    <a:pt x="127189" y="48175"/>
                  </a:cubicBezTo>
                  <a:cubicBezTo>
                    <a:pt x="126633" y="48175"/>
                    <a:pt x="126063" y="48194"/>
                    <a:pt x="125477" y="48235"/>
                  </a:cubicBezTo>
                  <a:cubicBezTo>
                    <a:pt x="128335" y="40800"/>
                    <a:pt x="123406" y="31980"/>
                    <a:pt x="114819" y="31980"/>
                  </a:cubicBezTo>
                  <a:cubicBezTo>
                    <a:pt x="112580" y="31980"/>
                    <a:pt x="110093" y="32579"/>
                    <a:pt x="107431" y="33958"/>
                  </a:cubicBezTo>
                  <a:cubicBezTo>
                    <a:pt x="112067" y="22650"/>
                    <a:pt x="105896" y="1"/>
                    <a:pt x="77576" y="1"/>
                  </a:cubicBezTo>
                  <a:close/>
                </a:path>
              </a:pathLst>
            </a:custGeom>
            <a:solidFill>
              <a:srgbClr val="191919">
                <a:alpha val="150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2"/>
            <p:cNvSpPr/>
            <p:nvPr/>
          </p:nvSpPr>
          <p:spPr>
            <a:xfrm>
              <a:off x="2901686" y="-893639"/>
              <a:ext cx="3927076" cy="1570672"/>
            </a:xfrm>
            <a:custGeom>
              <a:avLst/>
              <a:gdLst/>
              <a:ahLst/>
              <a:cxnLst/>
              <a:rect l="l" t="t" r="r" b="b"/>
              <a:pathLst>
                <a:path w="140869" h="60632" extrusionOk="0">
                  <a:moveTo>
                    <a:pt x="58159" y="0"/>
                  </a:moveTo>
                  <a:cubicBezTo>
                    <a:pt x="47435" y="0"/>
                    <a:pt x="36548" y="7415"/>
                    <a:pt x="39639" y="23108"/>
                  </a:cubicBezTo>
                  <a:cubicBezTo>
                    <a:pt x="38141" y="20799"/>
                    <a:pt x="35913" y="19839"/>
                    <a:pt x="33709" y="19839"/>
                  </a:cubicBezTo>
                  <a:cubicBezTo>
                    <a:pt x="28842" y="19839"/>
                    <a:pt x="24087" y="24514"/>
                    <a:pt x="27530" y="29679"/>
                  </a:cubicBezTo>
                  <a:cubicBezTo>
                    <a:pt x="26357" y="29554"/>
                    <a:pt x="25233" y="29494"/>
                    <a:pt x="24158" y="29494"/>
                  </a:cubicBezTo>
                  <a:cubicBezTo>
                    <a:pt x="0" y="29494"/>
                    <a:pt x="152" y="59718"/>
                    <a:pt x="12319" y="60101"/>
                  </a:cubicBezTo>
                  <a:cubicBezTo>
                    <a:pt x="16345" y="60248"/>
                    <a:pt x="50070" y="60632"/>
                    <a:pt x="80104" y="60632"/>
                  </a:cubicBezTo>
                  <a:cubicBezTo>
                    <a:pt x="97857" y="60632"/>
                    <a:pt x="114320" y="60498"/>
                    <a:pt x="122598" y="60101"/>
                  </a:cubicBezTo>
                  <a:cubicBezTo>
                    <a:pt x="140868" y="59084"/>
                    <a:pt x="138947" y="35296"/>
                    <a:pt x="120451" y="35296"/>
                  </a:cubicBezTo>
                  <a:cubicBezTo>
                    <a:pt x="120137" y="35296"/>
                    <a:pt x="119819" y="35303"/>
                    <a:pt x="119496" y="35317"/>
                  </a:cubicBezTo>
                  <a:cubicBezTo>
                    <a:pt x="118030" y="23336"/>
                    <a:pt x="109499" y="19074"/>
                    <a:pt x="101625" y="19074"/>
                  </a:cubicBezTo>
                  <a:cubicBezTo>
                    <a:pt x="96060" y="19074"/>
                    <a:pt x="90823" y="21203"/>
                    <a:pt x="88641" y="24242"/>
                  </a:cubicBezTo>
                  <a:cubicBezTo>
                    <a:pt x="90922" y="19679"/>
                    <a:pt x="86957" y="15087"/>
                    <a:pt x="82551" y="15087"/>
                  </a:cubicBezTo>
                  <a:cubicBezTo>
                    <a:pt x="80257" y="15087"/>
                    <a:pt x="77845" y="16332"/>
                    <a:pt x="76132" y="19472"/>
                  </a:cubicBezTo>
                  <a:cubicBezTo>
                    <a:pt x="78460" y="6740"/>
                    <a:pt x="68384" y="0"/>
                    <a:pt x="5815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2"/>
            <p:cNvSpPr/>
            <p:nvPr/>
          </p:nvSpPr>
          <p:spPr>
            <a:xfrm>
              <a:off x="2901686" y="-893121"/>
              <a:ext cx="2056356" cy="1558134"/>
            </a:xfrm>
            <a:custGeom>
              <a:avLst/>
              <a:gdLst/>
              <a:ahLst/>
              <a:cxnLst/>
              <a:rect l="l" t="t" r="r" b="b"/>
              <a:pathLst>
                <a:path w="73764" h="60148" extrusionOk="0">
                  <a:moveTo>
                    <a:pt x="58150" y="1"/>
                  </a:moveTo>
                  <a:cubicBezTo>
                    <a:pt x="47430" y="1"/>
                    <a:pt x="36544" y="7403"/>
                    <a:pt x="39639" y="23088"/>
                  </a:cubicBezTo>
                  <a:cubicBezTo>
                    <a:pt x="38141" y="20779"/>
                    <a:pt x="35913" y="19819"/>
                    <a:pt x="33709" y="19819"/>
                  </a:cubicBezTo>
                  <a:cubicBezTo>
                    <a:pt x="28842" y="19819"/>
                    <a:pt x="24087" y="24494"/>
                    <a:pt x="27530" y="29659"/>
                  </a:cubicBezTo>
                  <a:cubicBezTo>
                    <a:pt x="26357" y="29534"/>
                    <a:pt x="25233" y="29474"/>
                    <a:pt x="24158" y="29474"/>
                  </a:cubicBezTo>
                  <a:cubicBezTo>
                    <a:pt x="0" y="29474"/>
                    <a:pt x="152" y="59698"/>
                    <a:pt x="12319" y="60081"/>
                  </a:cubicBezTo>
                  <a:cubicBezTo>
                    <a:pt x="12820" y="60114"/>
                    <a:pt x="13787" y="60148"/>
                    <a:pt x="15121" y="60148"/>
                  </a:cubicBezTo>
                  <a:cubicBezTo>
                    <a:pt x="12170" y="51167"/>
                    <a:pt x="17081" y="35948"/>
                    <a:pt x="34253" y="35948"/>
                  </a:cubicBezTo>
                  <a:cubicBezTo>
                    <a:pt x="35322" y="35948"/>
                    <a:pt x="36439" y="36007"/>
                    <a:pt x="37604" y="36131"/>
                  </a:cubicBezTo>
                  <a:cubicBezTo>
                    <a:pt x="34161" y="30966"/>
                    <a:pt x="38916" y="26290"/>
                    <a:pt x="43782" y="26290"/>
                  </a:cubicBezTo>
                  <a:cubicBezTo>
                    <a:pt x="45987" y="26290"/>
                    <a:pt x="48215" y="27250"/>
                    <a:pt x="49713" y="29559"/>
                  </a:cubicBezTo>
                  <a:cubicBezTo>
                    <a:pt x="46621" y="13872"/>
                    <a:pt x="57496" y="6460"/>
                    <a:pt x="68204" y="6460"/>
                  </a:cubicBezTo>
                  <a:cubicBezTo>
                    <a:pt x="70088" y="6460"/>
                    <a:pt x="71967" y="6689"/>
                    <a:pt x="73763" y="7143"/>
                  </a:cubicBezTo>
                  <a:cubicBezTo>
                    <a:pt x="70395" y="2437"/>
                    <a:pt x="64300" y="1"/>
                    <a:pt x="58150" y="1"/>
                  </a:cubicBezTo>
                  <a:close/>
                </a:path>
              </a:pathLst>
            </a:custGeom>
            <a:solidFill>
              <a:srgbClr val="000000">
                <a:alpha val="100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2"/>
            <p:cNvSpPr/>
            <p:nvPr/>
          </p:nvSpPr>
          <p:spPr>
            <a:xfrm>
              <a:off x="2910523" y="-893354"/>
              <a:ext cx="2045651" cy="1536762"/>
            </a:xfrm>
            <a:custGeom>
              <a:avLst/>
              <a:gdLst/>
              <a:ahLst/>
              <a:cxnLst/>
              <a:rect l="l" t="t" r="r" b="b"/>
              <a:pathLst>
                <a:path w="73380" h="59323" extrusionOk="0">
                  <a:moveTo>
                    <a:pt x="57828" y="1"/>
                  </a:moveTo>
                  <a:cubicBezTo>
                    <a:pt x="47104" y="1"/>
                    <a:pt x="36219" y="7412"/>
                    <a:pt x="39322" y="23097"/>
                  </a:cubicBezTo>
                  <a:cubicBezTo>
                    <a:pt x="37824" y="20788"/>
                    <a:pt x="35596" y="19828"/>
                    <a:pt x="33392" y="19828"/>
                  </a:cubicBezTo>
                  <a:cubicBezTo>
                    <a:pt x="28525" y="19828"/>
                    <a:pt x="23770" y="24503"/>
                    <a:pt x="27213" y="29668"/>
                  </a:cubicBezTo>
                  <a:cubicBezTo>
                    <a:pt x="26047" y="29545"/>
                    <a:pt x="24929" y="29485"/>
                    <a:pt x="23859" y="29485"/>
                  </a:cubicBezTo>
                  <a:cubicBezTo>
                    <a:pt x="1826" y="29485"/>
                    <a:pt x="0" y="54583"/>
                    <a:pt x="9067" y="59323"/>
                  </a:cubicBezTo>
                  <a:cubicBezTo>
                    <a:pt x="4207" y="51023"/>
                    <a:pt x="8304" y="32720"/>
                    <a:pt x="27121" y="32720"/>
                  </a:cubicBezTo>
                  <a:cubicBezTo>
                    <a:pt x="28193" y="32720"/>
                    <a:pt x="29313" y="32780"/>
                    <a:pt x="30482" y="32904"/>
                  </a:cubicBezTo>
                  <a:cubicBezTo>
                    <a:pt x="27039" y="27739"/>
                    <a:pt x="31779" y="23064"/>
                    <a:pt x="36635" y="23064"/>
                  </a:cubicBezTo>
                  <a:cubicBezTo>
                    <a:pt x="38835" y="23064"/>
                    <a:pt x="41060" y="24023"/>
                    <a:pt x="42558" y="26333"/>
                  </a:cubicBezTo>
                  <a:cubicBezTo>
                    <a:pt x="39474" y="10655"/>
                    <a:pt x="50360" y="3251"/>
                    <a:pt x="61079" y="3251"/>
                  </a:cubicBezTo>
                  <a:cubicBezTo>
                    <a:pt x="65550" y="3251"/>
                    <a:pt x="69992" y="4539"/>
                    <a:pt x="73380" y="7052"/>
                  </a:cubicBezTo>
                  <a:cubicBezTo>
                    <a:pt x="69990" y="2404"/>
                    <a:pt x="63936" y="1"/>
                    <a:pt x="57828" y="1"/>
                  </a:cubicBezTo>
                  <a:close/>
                </a:path>
              </a:pathLst>
            </a:custGeom>
            <a:solidFill>
              <a:srgbClr val="000000">
                <a:alpha val="100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2"/>
            <p:cNvSpPr/>
            <p:nvPr/>
          </p:nvSpPr>
          <p:spPr>
            <a:xfrm>
              <a:off x="6047231" y="-1161100"/>
              <a:ext cx="2579931" cy="1815552"/>
            </a:xfrm>
            <a:custGeom>
              <a:avLst/>
              <a:gdLst/>
              <a:ahLst/>
              <a:cxnLst/>
              <a:rect l="l" t="t" r="r" b="b"/>
              <a:pathLst>
                <a:path w="99592" h="70085" extrusionOk="0">
                  <a:moveTo>
                    <a:pt x="77275" y="1"/>
                  </a:moveTo>
                  <a:cubicBezTo>
                    <a:pt x="48988" y="1"/>
                    <a:pt x="41249" y="24185"/>
                    <a:pt x="46353" y="38095"/>
                  </a:cubicBezTo>
                  <a:cubicBezTo>
                    <a:pt x="40876" y="36785"/>
                    <a:pt x="36066" y="36205"/>
                    <a:pt x="31863" y="36205"/>
                  </a:cubicBezTo>
                  <a:cubicBezTo>
                    <a:pt x="1" y="36205"/>
                    <a:pt x="2966" y="69495"/>
                    <a:pt x="13663" y="70084"/>
                  </a:cubicBezTo>
                  <a:cubicBezTo>
                    <a:pt x="8274" y="61806"/>
                    <a:pt x="12486" y="38234"/>
                    <a:pt x="35298" y="38234"/>
                  </a:cubicBezTo>
                  <a:cubicBezTo>
                    <a:pt x="39877" y="38234"/>
                    <a:pt x="45206" y="39183"/>
                    <a:pt x="51357" y="41397"/>
                  </a:cubicBezTo>
                  <a:cubicBezTo>
                    <a:pt x="47687" y="21049"/>
                    <a:pt x="53959" y="3303"/>
                    <a:pt x="82279" y="3303"/>
                  </a:cubicBezTo>
                  <a:cubicBezTo>
                    <a:pt x="89384" y="3303"/>
                    <a:pt x="95088" y="4738"/>
                    <a:pt x="99591" y="7039"/>
                  </a:cubicBezTo>
                  <a:cubicBezTo>
                    <a:pt x="94621" y="2836"/>
                    <a:pt x="87349" y="1"/>
                    <a:pt x="77275" y="1"/>
                  </a:cubicBezTo>
                  <a:close/>
                </a:path>
              </a:pathLst>
            </a:custGeom>
            <a:solidFill>
              <a:srgbClr val="000000">
                <a:alpha val="100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2"/>
            <p:cNvSpPr/>
            <p:nvPr/>
          </p:nvSpPr>
          <p:spPr>
            <a:xfrm>
              <a:off x="-334800" y="-1034326"/>
              <a:ext cx="4676034" cy="1815529"/>
            </a:xfrm>
            <a:custGeom>
              <a:avLst/>
              <a:gdLst/>
              <a:ahLst/>
              <a:cxnLst/>
              <a:rect l="l" t="t" r="r" b="b"/>
              <a:pathLst>
                <a:path w="171299" h="81259" extrusionOk="0">
                  <a:moveTo>
                    <a:pt x="89907" y="0"/>
                  </a:moveTo>
                  <a:cubicBezTo>
                    <a:pt x="57084" y="0"/>
                    <a:pt x="48144" y="28054"/>
                    <a:pt x="54048" y="44132"/>
                  </a:cubicBezTo>
                  <a:lnTo>
                    <a:pt x="54048" y="44132"/>
                  </a:lnTo>
                  <a:cubicBezTo>
                    <a:pt x="47711" y="42619"/>
                    <a:pt x="42146" y="41950"/>
                    <a:pt x="37282" y="41950"/>
                  </a:cubicBezTo>
                  <a:cubicBezTo>
                    <a:pt x="1" y="41950"/>
                    <a:pt x="3863" y="81258"/>
                    <a:pt x="16521" y="81258"/>
                  </a:cubicBezTo>
                  <a:lnTo>
                    <a:pt x="160291" y="81258"/>
                  </a:lnTo>
                  <a:cubicBezTo>
                    <a:pt x="171298" y="81258"/>
                    <a:pt x="168794" y="55869"/>
                    <a:pt x="147380" y="55869"/>
                  </a:cubicBezTo>
                  <a:cubicBezTo>
                    <a:pt x="146731" y="55869"/>
                    <a:pt x="146064" y="55892"/>
                    <a:pt x="145380" y="55940"/>
                  </a:cubicBezTo>
                  <a:cubicBezTo>
                    <a:pt x="148684" y="47296"/>
                    <a:pt x="143002" y="37081"/>
                    <a:pt x="133081" y="37081"/>
                  </a:cubicBezTo>
                  <a:cubicBezTo>
                    <a:pt x="130482" y="37081"/>
                    <a:pt x="127593" y="37782"/>
                    <a:pt x="124499" y="39395"/>
                  </a:cubicBezTo>
                  <a:cubicBezTo>
                    <a:pt x="129869" y="26252"/>
                    <a:pt x="122697" y="0"/>
                    <a:pt x="8990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2"/>
            <p:cNvSpPr/>
            <p:nvPr/>
          </p:nvSpPr>
          <p:spPr>
            <a:xfrm>
              <a:off x="1572102" y="-1034326"/>
              <a:ext cx="2767366" cy="1815529"/>
            </a:xfrm>
            <a:custGeom>
              <a:avLst/>
              <a:gdLst/>
              <a:ahLst/>
              <a:cxnLst/>
              <a:rect l="l" t="t" r="r" b="b"/>
              <a:pathLst>
                <a:path w="101378" h="81259" extrusionOk="0">
                  <a:moveTo>
                    <a:pt x="20048" y="0"/>
                  </a:moveTo>
                  <a:cubicBezTo>
                    <a:pt x="11942" y="0"/>
                    <a:pt x="5338" y="1701"/>
                    <a:pt x="1" y="4503"/>
                  </a:cubicBezTo>
                  <a:cubicBezTo>
                    <a:pt x="4537" y="2802"/>
                    <a:pt x="9874" y="1801"/>
                    <a:pt x="16012" y="1801"/>
                  </a:cubicBezTo>
                  <a:cubicBezTo>
                    <a:pt x="48835" y="1801"/>
                    <a:pt x="56007" y="28054"/>
                    <a:pt x="50637" y="41196"/>
                  </a:cubicBezTo>
                  <a:cubicBezTo>
                    <a:pt x="53731" y="39583"/>
                    <a:pt x="56621" y="38883"/>
                    <a:pt x="59219" y="38883"/>
                  </a:cubicBezTo>
                  <a:cubicBezTo>
                    <a:pt x="69139" y="38883"/>
                    <a:pt x="74816" y="49098"/>
                    <a:pt x="71485" y="57742"/>
                  </a:cubicBezTo>
                  <a:lnTo>
                    <a:pt x="71485" y="57742"/>
                  </a:lnTo>
                  <a:cubicBezTo>
                    <a:pt x="72167" y="57694"/>
                    <a:pt x="72831" y="57671"/>
                    <a:pt x="73478" y="57671"/>
                  </a:cubicBezTo>
                  <a:cubicBezTo>
                    <a:pt x="91417" y="57671"/>
                    <a:pt x="96108" y="75431"/>
                    <a:pt x="90699" y="81258"/>
                  </a:cubicBezTo>
                  <a:cubicBezTo>
                    <a:pt x="101378" y="80838"/>
                    <a:pt x="98777" y="55868"/>
                    <a:pt x="77538" y="55868"/>
                  </a:cubicBezTo>
                  <a:cubicBezTo>
                    <a:pt x="76883" y="55868"/>
                    <a:pt x="76211" y="55891"/>
                    <a:pt x="75521" y="55940"/>
                  </a:cubicBezTo>
                  <a:lnTo>
                    <a:pt x="75521" y="55940"/>
                  </a:lnTo>
                  <a:cubicBezTo>
                    <a:pt x="78828" y="47289"/>
                    <a:pt x="73134" y="37065"/>
                    <a:pt x="63198" y="37065"/>
                  </a:cubicBezTo>
                  <a:cubicBezTo>
                    <a:pt x="60605" y="37065"/>
                    <a:pt x="57725" y="37761"/>
                    <a:pt x="54640" y="39362"/>
                  </a:cubicBezTo>
                  <a:cubicBezTo>
                    <a:pt x="60010" y="26252"/>
                    <a:pt x="52838" y="0"/>
                    <a:pt x="20048" y="0"/>
                  </a:cubicBezTo>
                  <a:close/>
                </a:path>
              </a:pathLst>
            </a:custGeom>
            <a:solidFill>
              <a:srgbClr val="000000">
                <a:alpha val="100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2"/>
            <p:cNvSpPr/>
            <p:nvPr/>
          </p:nvSpPr>
          <p:spPr>
            <a:xfrm>
              <a:off x="4427388" y="-440032"/>
              <a:ext cx="3840753" cy="1652946"/>
            </a:xfrm>
            <a:custGeom>
              <a:avLst/>
              <a:gdLst/>
              <a:ahLst/>
              <a:cxnLst/>
              <a:rect l="l" t="t" r="r" b="b"/>
              <a:pathLst>
                <a:path w="148263" h="63808" extrusionOk="0">
                  <a:moveTo>
                    <a:pt x="87046" y="0"/>
                  </a:moveTo>
                  <a:cubicBezTo>
                    <a:pt x="76284" y="0"/>
                    <a:pt x="65686" y="7090"/>
                    <a:pt x="68160" y="20473"/>
                  </a:cubicBezTo>
                  <a:cubicBezTo>
                    <a:pt x="66358" y="17176"/>
                    <a:pt x="63817" y="15869"/>
                    <a:pt x="61401" y="15869"/>
                  </a:cubicBezTo>
                  <a:cubicBezTo>
                    <a:pt x="56755" y="15869"/>
                    <a:pt x="52570" y="20704"/>
                    <a:pt x="54984" y="25510"/>
                  </a:cubicBezTo>
                  <a:cubicBezTo>
                    <a:pt x="52677" y="22305"/>
                    <a:pt x="47159" y="20060"/>
                    <a:pt x="41298" y="20060"/>
                  </a:cubicBezTo>
                  <a:cubicBezTo>
                    <a:pt x="33010" y="20060"/>
                    <a:pt x="24038" y="24548"/>
                    <a:pt x="22495" y="37152"/>
                  </a:cubicBezTo>
                  <a:cubicBezTo>
                    <a:pt x="22158" y="37137"/>
                    <a:pt x="21827" y="37130"/>
                    <a:pt x="21500" y="37130"/>
                  </a:cubicBezTo>
                  <a:cubicBezTo>
                    <a:pt x="2007" y="37130"/>
                    <a:pt x="0" y="62188"/>
                    <a:pt x="19226" y="63270"/>
                  </a:cubicBezTo>
                  <a:cubicBezTo>
                    <a:pt x="27781" y="63672"/>
                    <a:pt x="44650" y="63807"/>
                    <a:pt x="62952" y="63807"/>
                  </a:cubicBezTo>
                  <a:cubicBezTo>
                    <a:pt x="94812" y="63807"/>
                    <a:pt x="131017" y="63398"/>
                    <a:pt x="135275" y="63270"/>
                  </a:cubicBezTo>
                  <a:cubicBezTo>
                    <a:pt x="148117" y="62855"/>
                    <a:pt x="148263" y="31022"/>
                    <a:pt x="122794" y="31022"/>
                  </a:cubicBezTo>
                  <a:cubicBezTo>
                    <a:pt x="121667" y="31022"/>
                    <a:pt x="120491" y="31084"/>
                    <a:pt x="119264" y="31214"/>
                  </a:cubicBezTo>
                  <a:cubicBezTo>
                    <a:pt x="122889" y="25776"/>
                    <a:pt x="117896" y="20874"/>
                    <a:pt x="112787" y="20874"/>
                  </a:cubicBezTo>
                  <a:cubicBezTo>
                    <a:pt x="110469" y="20874"/>
                    <a:pt x="108127" y="21883"/>
                    <a:pt x="106555" y="24309"/>
                  </a:cubicBezTo>
                  <a:cubicBezTo>
                    <a:pt x="109799" y="7797"/>
                    <a:pt x="98332" y="0"/>
                    <a:pt x="87046" y="0"/>
                  </a:cubicBezTo>
                  <a:close/>
                </a:path>
              </a:pathLst>
            </a:custGeom>
            <a:solidFill>
              <a:srgbClr val="F2F3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2"/>
            <p:cNvSpPr/>
            <p:nvPr/>
          </p:nvSpPr>
          <p:spPr>
            <a:xfrm>
              <a:off x="4469455" y="-29389"/>
              <a:ext cx="1716724" cy="1141089"/>
            </a:xfrm>
            <a:custGeom>
              <a:avLst/>
              <a:gdLst/>
              <a:ahLst/>
              <a:cxnLst/>
              <a:rect l="l" t="t" r="r" b="b"/>
              <a:pathLst>
                <a:path w="66270" h="44049" extrusionOk="0">
                  <a:moveTo>
                    <a:pt x="59764" y="1"/>
                  </a:moveTo>
                  <a:cubicBezTo>
                    <a:pt x="55127" y="1"/>
                    <a:pt x="50954" y="4844"/>
                    <a:pt x="53360" y="9657"/>
                  </a:cubicBezTo>
                  <a:cubicBezTo>
                    <a:pt x="51053" y="6452"/>
                    <a:pt x="45535" y="4207"/>
                    <a:pt x="39674" y="4207"/>
                  </a:cubicBezTo>
                  <a:cubicBezTo>
                    <a:pt x="31386" y="4207"/>
                    <a:pt x="22414" y="8695"/>
                    <a:pt x="20871" y="21299"/>
                  </a:cubicBezTo>
                  <a:cubicBezTo>
                    <a:pt x="20529" y="21284"/>
                    <a:pt x="20193" y="21277"/>
                    <a:pt x="19862" y="21277"/>
                  </a:cubicBezTo>
                  <a:cubicBezTo>
                    <a:pt x="4461" y="21277"/>
                    <a:pt x="1" y="36962"/>
                    <a:pt x="8295" y="44048"/>
                  </a:cubicBezTo>
                  <a:cubicBezTo>
                    <a:pt x="3504" y="36291"/>
                    <a:pt x="8585" y="23980"/>
                    <a:pt x="22231" y="23980"/>
                  </a:cubicBezTo>
                  <a:cubicBezTo>
                    <a:pt x="22551" y="23980"/>
                    <a:pt x="22876" y="23987"/>
                    <a:pt x="23206" y="24001"/>
                  </a:cubicBezTo>
                  <a:cubicBezTo>
                    <a:pt x="24749" y="11418"/>
                    <a:pt x="33720" y="6926"/>
                    <a:pt x="42008" y="6926"/>
                  </a:cubicBezTo>
                  <a:cubicBezTo>
                    <a:pt x="47869" y="6926"/>
                    <a:pt x="53388" y="9173"/>
                    <a:pt x="55695" y="12392"/>
                  </a:cubicBezTo>
                  <a:cubicBezTo>
                    <a:pt x="53287" y="7577"/>
                    <a:pt x="57470" y="2721"/>
                    <a:pt x="62108" y="2721"/>
                  </a:cubicBezTo>
                  <a:cubicBezTo>
                    <a:pt x="63510" y="2721"/>
                    <a:pt x="64954" y="3165"/>
                    <a:pt x="66270" y="4187"/>
                  </a:cubicBezTo>
                  <a:cubicBezTo>
                    <a:pt x="64487" y="1197"/>
                    <a:pt x="62068" y="1"/>
                    <a:pt x="59764" y="1"/>
                  </a:cubicBezTo>
                  <a:close/>
                </a:path>
              </a:pathLst>
            </a:custGeom>
            <a:solidFill>
              <a:srgbClr val="000000">
                <a:alpha val="100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2"/>
            <p:cNvSpPr/>
            <p:nvPr/>
          </p:nvSpPr>
          <p:spPr>
            <a:xfrm>
              <a:off x="6132306" y="-440161"/>
              <a:ext cx="988742" cy="590997"/>
            </a:xfrm>
            <a:custGeom>
              <a:avLst/>
              <a:gdLst/>
              <a:ahLst/>
              <a:cxnLst/>
              <a:rect l="l" t="t" r="r" b="b"/>
              <a:pathLst>
                <a:path w="38168" h="22814" extrusionOk="0">
                  <a:moveTo>
                    <a:pt x="21242" y="1"/>
                  </a:moveTo>
                  <a:cubicBezTo>
                    <a:pt x="10545" y="1"/>
                    <a:pt x="0" y="6997"/>
                    <a:pt x="2275" y="20211"/>
                  </a:cubicBezTo>
                  <a:cubicBezTo>
                    <a:pt x="3042" y="20812"/>
                    <a:pt x="3742" y="21646"/>
                    <a:pt x="4376" y="22680"/>
                  </a:cubicBezTo>
                  <a:cubicBezTo>
                    <a:pt x="4443" y="22713"/>
                    <a:pt x="4510" y="22746"/>
                    <a:pt x="4610" y="22813"/>
                  </a:cubicBezTo>
                  <a:cubicBezTo>
                    <a:pt x="2411" y="9667"/>
                    <a:pt x="12912" y="2715"/>
                    <a:pt x="23573" y="2715"/>
                  </a:cubicBezTo>
                  <a:cubicBezTo>
                    <a:pt x="28926" y="2715"/>
                    <a:pt x="34320" y="4468"/>
                    <a:pt x="38167" y="8069"/>
                  </a:cubicBezTo>
                  <a:cubicBezTo>
                    <a:pt x="34414" y="2630"/>
                    <a:pt x="27800" y="1"/>
                    <a:pt x="21242" y="1"/>
                  </a:cubicBezTo>
                  <a:close/>
                </a:path>
              </a:pathLst>
            </a:custGeom>
            <a:solidFill>
              <a:srgbClr val="000000">
                <a:alpha val="100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2"/>
            <p:cNvSpPr/>
            <p:nvPr/>
          </p:nvSpPr>
          <p:spPr>
            <a:xfrm>
              <a:off x="6326010" y="231118"/>
              <a:ext cx="6943" cy="11269"/>
            </a:xfrm>
            <a:custGeom>
              <a:avLst/>
              <a:gdLst/>
              <a:ahLst/>
              <a:cxnLst/>
              <a:rect l="l" t="t" r="r" b="b"/>
              <a:pathLst>
                <a:path w="268" h="435" extrusionOk="0">
                  <a:moveTo>
                    <a:pt x="0" y="0"/>
                  </a:moveTo>
                  <a:lnTo>
                    <a:pt x="0" y="0"/>
                  </a:lnTo>
                  <a:cubicBezTo>
                    <a:pt x="101" y="134"/>
                    <a:pt x="201" y="301"/>
                    <a:pt x="267" y="434"/>
                  </a:cubicBezTo>
                  <a:cubicBezTo>
                    <a:pt x="234" y="334"/>
                    <a:pt x="234" y="267"/>
                    <a:pt x="234" y="167"/>
                  </a:cubicBezTo>
                  <a:cubicBezTo>
                    <a:pt x="167" y="100"/>
                    <a:pt x="101" y="67"/>
                    <a:pt x="0" y="0"/>
                  </a:cubicBezTo>
                  <a:close/>
                </a:path>
              </a:pathLst>
            </a:custGeom>
            <a:solidFill>
              <a:srgbClr val="F2F3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2"/>
            <p:cNvSpPr/>
            <p:nvPr/>
          </p:nvSpPr>
          <p:spPr>
            <a:xfrm>
              <a:off x="6186029" y="79041"/>
              <a:ext cx="6943" cy="11269"/>
            </a:xfrm>
            <a:custGeom>
              <a:avLst/>
              <a:gdLst/>
              <a:ahLst/>
              <a:cxnLst/>
              <a:rect l="l" t="t" r="r" b="b"/>
              <a:pathLst>
                <a:path w="268" h="435" extrusionOk="0">
                  <a:moveTo>
                    <a:pt x="1" y="1"/>
                  </a:moveTo>
                  <a:lnTo>
                    <a:pt x="1" y="1"/>
                  </a:lnTo>
                  <a:cubicBezTo>
                    <a:pt x="101" y="134"/>
                    <a:pt x="167" y="267"/>
                    <a:pt x="267" y="434"/>
                  </a:cubicBezTo>
                  <a:cubicBezTo>
                    <a:pt x="234" y="334"/>
                    <a:pt x="234" y="234"/>
                    <a:pt x="201" y="167"/>
                  </a:cubicBezTo>
                  <a:cubicBezTo>
                    <a:pt x="134" y="101"/>
                    <a:pt x="67" y="34"/>
                    <a:pt x="1" y="1"/>
                  </a:cubicBezTo>
                  <a:close/>
                </a:path>
              </a:pathLst>
            </a:custGeom>
            <a:solidFill>
              <a:srgbClr val="F2F3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2"/>
            <p:cNvSpPr/>
            <p:nvPr/>
          </p:nvSpPr>
          <p:spPr>
            <a:xfrm>
              <a:off x="7499004" y="307641"/>
              <a:ext cx="6943" cy="11269"/>
            </a:xfrm>
            <a:custGeom>
              <a:avLst/>
              <a:gdLst/>
              <a:ahLst/>
              <a:cxnLst/>
              <a:rect l="l" t="t" r="r" b="b"/>
              <a:pathLst>
                <a:path w="268" h="435" extrusionOk="0">
                  <a:moveTo>
                    <a:pt x="1" y="1"/>
                  </a:moveTo>
                  <a:lnTo>
                    <a:pt x="1" y="1"/>
                  </a:lnTo>
                  <a:cubicBezTo>
                    <a:pt x="101" y="134"/>
                    <a:pt x="167" y="267"/>
                    <a:pt x="267" y="434"/>
                  </a:cubicBezTo>
                  <a:cubicBezTo>
                    <a:pt x="234" y="334"/>
                    <a:pt x="234" y="234"/>
                    <a:pt x="201" y="167"/>
                  </a:cubicBezTo>
                  <a:cubicBezTo>
                    <a:pt x="134" y="101"/>
                    <a:pt x="67" y="34"/>
                    <a:pt x="1" y="1"/>
                  </a:cubicBezTo>
                  <a:close/>
                </a:path>
              </a:pathLst>
            </a:custGeom>
            <a:solidFill>
              <a:srgbClr val="F2F3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209;p2"/>
            <p:cNvSpPr/>
            <p:nvPr/>
          </p:nvSpPr>
          <p:spPr>
            <a:xfrm>
              <a:off x="-334800" y="-1034326"/>
              <a:ext cx="4676034" cy="1815529"/>
            </a:xfrm>
            <a:custGeom>
              <a:avLst/>
              <a:gdLst/>
              <a:ahLst/>
              <a:cxnLst/>
              <a:rect l="l" t="t" r="r" b="b"/>
              <a:pathLst>
                <a:path w="171299" h="81259" extrusionOk="0">
                  <a:moveTo>
                    <a:pt x="89907" y="0"/>
                  </a:moveTo>
                  <a:cubicBezTo>
                    <a:pt x="57084" y="0"/>
                    <a:pt x="48144" y="28054"/>
                    <a:pt x="54048" y="44132"/>
                  </a:cubicBezTo>
                  <a:lnTo>
                    <a:pt x="54048" y="44132"/>
                  </a:lnTo>
                  <a:cubicBezTo>
                    <a:pt x="47711" y="42619"/>
                    <a:pt x="42146" y="41950"/>
                    <a:pt x="37282" y="41950"/>
                  </a:cubicBezTo>
                  <a:cubicBezTo>
                    <a:pt x="1" y="41950"/>
                    <a:pt x="3863" y="81258"/>
                    <a:pt x="16521" y="81258"/>
                  </a:cubicBezTo>
                  <a:lnTo>
                    <a:pt x="160291" y="81258"/>
                  </a:lnTo>
                  <a:cubicBezTo>
                    <a:pt x="171298" y="81258"/>
                    <a:pt x="168794" y="55869"/>
                    <a:pt x="147380" y="55869"/>
                  </a:cubicBezTo>
                  <a:cubicBezTo>
                    <a:pt x="146731" y="55869"/>
                    <a:pt x="146064" y="55892"/>
                    <a:pt x="145380" y="55940"/>
                  </a:cubicBezTo>
                  <a:cubicBezTo>
                    <a:pt x="148684" y="47296"/>
                    <a:pt x="143002" y="37081"/>
                    <a:pt x="133081" y="37081"/>
                  </a:cubicBezTo>
                  <a:cubicBezTo>
                    <a:pt x="130482" y="37081"/>
                    <a:pt x="127593" y="37782"/>
                    <a:pt x="124499" y="39395"/>
                  </a:cubicBezTo>
                  <a:cubicBezTo>
                    <a:pt x="129869" y="26252"/>
                    <a:pt x="122697" y="0"/>
                    <a:pt x="89907" y="0"/>
                  </a:cubicBezTo>
                  <a:close/>
                </a:path>
              </a:pathLst>
            </a:custGeom>
            <a:solidFill>
              <a:srgbClr val="000000">
                <a:alpha val="100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210;p2"/>
            <p:cNvSpPr/>
            <p:nvPr/>
          </p:nvSpPr>
          <p:spPr>
            <a:xfrm>
              <a:off x="4452540" y="-440161"/>
              <a:ext cx="2690208" cy="1590774"/>
            </a:xfrm>
            <a:custGeom>
              <a:avLst/>
              <a:gdLst/>
              <a:ahLst/>
              <a:cxnLst/>
              <a:rect l="l" t="t" r="r" b="b"/>
              <a:pathLst>
                <a:path w="103849" h="61408" extrusionOk="0">
                  <a:moveTo>
                    <a:pt x="86058" y="1"/>
                  </a:moveTo>
                  <a:cubicBezTo>
                    <a:pt x="75305" y="1"/>
                    <a:pt x="64717" y="7089"/>
                    <a:pt x="67189" y="20478"/>
                  </a:cubicBezTo>
                  <a:cubicBezTo>
                    <a:pt x="65387" y="17169"/>
                    <a:pt x="62846" y="15859"/>
                    <a:pt x="60431" y="15859"/>
                  </a:cubicBezTo>
                  <a:cubicBezTo>
                    <a:pt x="55784" y="15859"/>
                    <a:pt x="51599" y="20709"/>
                    <a:pt x="54013" y="25515"/>
                  </a:cubicBezTo>
                  <a:cubicBezTo>
                    <a:pt x="51706" y="22310"/>
                    <a:pt x="46188" y="20065"/>
                    <a:pt x="40327" y="20065"/>
                  </a:cubicBezTo>
                  <a:cubicBezTo>
                    <a:pt x="32039" y="20065"/>
                    <a:pt x="23067" y="24553"/>
                    <a:pt x="21524" y="37157"/>
                  </a:cubicBezTo>
                  <a:cubicBezTo>
                    <a:pt x="21177" y="37142"/>
                    <a:pt x="20836" y="37134"/>
                    <a:pt x="20500" y="37134"/>
                  </a:cubicBezTo>
                  <a:cubicBezTo>
                    <a:pt x="3881" y="37134"/>
                    <a:pt x="1" y="55424"/>
                    <a:pt x="11183" y="61407"/>
                  </a:cubicBezTo>
                  <a:cubicBezTo>
                    <a:pt x="7962" y="53698"/>
                    <a:pt x="13212" y="43007"/>
                    <a:pt x="25972" y="43007"/>
                  </a:cubicBezTo>
                  <a:cubicBezTo>
                    <a:pt x="26297" y="43007"/>
                    <a:pt x="26626" y="43014"/>
                    <a:pt x="26961" y="43028"/>
                  </a:cubicBezTo>
                  <a:cubicBezTo>
                    <a:pt x="28504" y="30424"/>
                    <a:pt x="37477" y="25936"/>
                    <a:pt x="45758" y="25936"/>
                  </a:cubicBezTo>
                  <a:cubicBezTo>
                    <a:pt x="51613" y="25936"/>
                    <a:pt x="57124" y="28180"/>
                    <a:pt x="59417" y="31386"/>
                  </a:cubicBezTo>
                  <a:cubicBezTo>
                    <a:pt x="57025" y="26579"/>
                    <a:pt x="61203" y="21730"/>
                    <a:pt x="65842" y="21730"/>
                  </a:cubicBezTo>
                  <a:cubicBezTo>
                    <a:pt x="68254" y="21730"/>
                    <a:pt x="70791" y="23040"/>
                    <a:pt x="72593" y="26349"/>
                  </a:cubicBezTo>
                  <a:cubicBezTo>
                    <a:pt x="70130" y="12965"/>
                    <a:pt x="80721" y="5872"/>
                    <a:pt x="91476" y="5872"/>
                  </a:cubicBezTo>
                  <a:cubicBezTo>
                    <a:pt x="95865" y="5872"/>
                    <a:pt x="100282" y="7053"/>
                    <a:pt x="103849" y="9470"/>
                  </a:cubicBezTo>
                  <a:cubicBezTo>
                    <a:pt x="100310" y="3082"/>
                    <a:pt x="93148" y="1"/>
                    <a:pt x="86058" y="1"/>
                  </a:cubicBezTo>
                  <a:close/>
                </a:path>
              </a:pathLst>
            </a:custGeom>
            <a:solidFill>
              <a:srgbClr val="000000">
                <a:alpha val="100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11" name="Google Shape;211;p2"/>
            <p:cNvGrpSpPr/>
            <p:nvPr/>
          </p:nvGrpSpPr>
          <p:grpSpPr>
            <a:xfrm>
              <a:off x="1568426" y="-398888"/>
              <a:ext cx="3649211" cy="1570672"/>
              <a:chOff x="1568426" y="-228326"/>
              <a:chExt cx="3649211" cy="1570672"/>
            </a:xfrm>
          </p:grpSpPr>
          <p:sp>
            <p:nvSpPr>
              <p:cNvPr id="212" name="Google Shape;212;p2"/>
              <p:cNvSpPr/>
              <p:nvPr/>
            </p:nvSpPr>
            <p:spPr>
              <a:xfrm>
                <a:off x="1568426" y="-228326"/>
                <a:ext cx="3649211" cy="1570672"/>
              </a:xfrm>
              <a:custGeom>
                <a:avLst/>
                <a:gdLst/>
                <a:ahLst/>
                <a:cxnLst/>
                <a:rect l="l" t="t" r="r" b="b"/>
                <a:pathLst>
                  <a:path w="140869" h="60632" extrusionOk="0">
                    <a:moveTo>
                      <a:pt x="58159" y="0"/>
                    </a:moveTo>
                    <a:cubicBezTo>
                      <a:pt x="47435" y="0"/>
                      <a:pt x="36548" y="7415"/>
                      <a:pt x="39639" y="23108"/>
                    </a:cubicBezTo>
                    <a:cubicBezTo>
                      <a:pt x="38141" y="20799"/>
                      <a:pt x="35913" y="19839"/>
                      <a:pt x="33709" y="19839"/>
                    </a:cubicBezTo>
                    <a:cubicBezTo>
                      <a:pt x="28842" y="19839"/>
                      <a:pt x="24087" y="24514"/>
                      <a:pt x="27530" y="29679"/>
                    </a:cubicBezTo>
                    <a:cubicBezTo>
                      <a:pt x="26357" y="29554"/>
                      <a:pt x="25233" y="29494"/>
                      <a:pt x="24158" y="29494"/>
                    </a:cubicBezTo>
                    <a:cubicBezTo>
                      <a:pt x="0" y="29494"/>
                      <a:pt x="152" y="59718"/>
                      <a:pt x="12319" y="60101"/>
                    </a:cubicBezTo>
                    <a:cubicBezTo>
                      <a:pt x="16345" y="60248"/>
                      <a:pt x="50070" y="60632"/>
                      <a:pt x="80104" y="60632"/>
                    </a:cubicBezTo>
                    <a:cubicBezTo>
                      <a:pt x="97857" y="60632"/>
                      <a:pt x="114320" y="60498"/>
                      <a:pt x="122598" y="60101"/>
                    </a:cubicBezTo>
                    <a:cubicBezTo>
                      <a:pt x="140868" y="59084"/>
                      <a:pt x="138947" y="35296"/>
                      <a:pt x="120451" y="35296"/>
                    </a:cubicBezTo>
                    <a:cubicBezTo>
                      <a:pt x="120137" y="35296"/>
                      <a:pt x="119819" y="35303"/>
                      <a:pt x="119496" y="35317"/>
                    </a:cubicBezTo>
                    <a:cubicBezTo>
                      <a:pt x="118030" y="23336"/>
                      <a:pt x="109499" y="19074"/>
                      <a:pt x="101625" y="19074"/>
                    </a:cubicBezTo>
                    <a:cubicBezTo>
                      <a:pt x="96060" y="19074"/>
                      <a:pt x="90823" y="21203"/>
                      <a:pt x="88641" y="24242"/>
                    </a:cubicBezTo>
                    <a:cubicBezTo>
                      <a:pt x="90922" y="19679"/>
                      <a:pt x="86957" y="15087"/>
                      <a:pt x="82551" y="15087"/>
                    </a:cubicBezTo>
                    <a:cubicBezTo>
                      <a:pt x="80257" y="15087"/>
                      <a:pt x="77845" y="16332"/>
                      <a:pt x="76132" y="19472"/>
                    </a:cubicBezTo>
                    <a:cubicBezTo>
                      <a:pt x="78460" y="6740"/>
                      <a:pt x="68384" y="0"/>
                      <a:pt x="5815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" name="Google Shape;213;p2"/>
              <p:cNvSpPr/>
              <p:nvPr/>
            </p:nvSpPr>
            <p:spPr>
              <a:xfrm>
                <a:off x="1576637" y="-228041"/>
                <a:ext cx="1900909" cy="1536762"/>
              </a:xfrm>
              <a:custGeom>
                <a:avLst/>
                <a:gdLst/>
                <a:ahLst/>
                <a:cxnLst/>
                <a:rect l="l" t="t" r="r" b="b"/>
                <a:pathLst>
                  <a:path w="73380" h="59323" extrusionOk="0">
                    <a:moveTo>
                      <a:pt x="57828" y="1"/>
                    </a:moveTo>
                    <a:cubicBezTo>
                      <a:pt x="47104" y="1"/>
                      <a:pt x="36219" y="7412"/>
                      <a:pt x="39322" y="23097"/>
                    </a:cubicBezTo>
                    <a:cubicBezTo>
                      <a:pt x="37824" y="20788"/>
                      <a:pt x="35596" y="19828"/>
                      <a:pt x="33392" y="19828"/>
                    </a:cubicBezTo>
                    <a:cubicBezTo>
                      <a:pt x="28525" y="19828"/>
                      <a:pt x="23770" y="24503"/>
                      <a:pt x="27213" y="29668"/>
                    </a:cubicBezTo>
                    <a:cubicBezTo>
                      <a:pt x="26047" y="29545"/>
                      <a:pt x="24929" y="29485"/>
                      <a:pt x="23859" y="29485"/>
                    </a:cubicBezTo>
                    <a:cubicBezTo>
                      <a:pt x="1826" y="29485"/>
                      <a:pt x="0" y="54583"/>
                      <a:pt x="9067" y="59323"/>
                    </a:cubicBezTo>
                    <a:cubicBezTo>
                      <a:pt x="4207" y="51023"/>
                      <a:pt x="8304" y="32720"/>
                      <a:pt x="27121" y="32720"/>
                    </a:cubicBezTo>
                    <a:cubicBezTo>
                      <a:pt x="28193" y="32720"/>
                      <a:pt x="29313" y="32780"/>
                      <a:pt x="30482" y="32904"/>
                    </a:cubicBezTo>
                    <a:cubicBezTo>
                      <a:pt x="27039" y="27739"/>
                      <a:pt x="31779" y="23064"/>
                      <a:pt x="36635" y="23064"/>
                    </a:cubicBezTo>
                    <a:cubicBezTo>
                      <a:pt x="38835" y="23064"/>
                      <a:pt x="41060" y="24023"/>
                      <a:pt x="42558" y="26333"/>
                    </a:cubicBezTo>
                    <a:cubicBezTo>
                      <a:pt x="39474" y="10655"/>
                      <a:pt x="50360" y="3251"/>
                      <a:pt x="61079" y="3251"/>
                    </a:cubicBezTo>
                    <a:cubicBezTo>
                      <a:pt x="65550" y="3251"/>
                      <a:pt x="69992" y="4539"/>
                      <a:pt x="73380" y="7052"/>
                    </a:cubicBezTo>
                    <a:cubicBezTo>
                      <a:pt x="69990" y="2404"/>
                      <a:pt x="63936" y="1"/>
                      <a:pt x="57828" y="1"/>
                    </a:cubicBezTo>
                    <a:close/>
                  </a:path>
                </a:pathLst>
              </a:custGeom>
              <a:solidFill>
                <a:srgbClr val="000000">
                  <a:alpha val="100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" name="Google Shape;214;p2"/>
              <p:cNvSpPr/>
              <p:nvPr/>
            </p:nvSpPr>
            <p:spPr>
              <a:xfrm>
                <a:off x="1568426" y="-227808"/>
                <a:ext cx="1910856" cy="1558134"/>
              </a:xfrm>
              <a:custGeom>
                <a:avLst/>
                <a:gdLst/>
                <a:ahLst/>
                <a:cxnLst/>
                <a:rect l="l" t="t" r="r" b="b"/>
                <a:pathLst>
                  <a:path w="73764" h="60148" extrusionOk="0">
                    <a:moveTo>
                      <a:pt x="58150" y="1"/>
                    </a:moveTo>
                    <a:cubicBezTo>
                      <a:pt x="47430" y="1"/>
                      <a:pt x="36544" y="7403"/>
                      <a:pt x="39639" y="23088"/>
                    </a:cubicBezTo>
                    <a:cubicBezTo>
                      <a:pt x="38141" y="20779"/>
                      <a:pt x="35913" y="19819"/>
                      <a:pt x="33709" y="19819"/>
                    </a:cubicBezTo>
                    <a:cubicBezTo>
                      <a:pt x="28842" y="19819"/>
                      <a:pt x="24087" y="24494"/>
                      <a:pt x="27530" y="29659"/>
                    </a:cubicBezTo>
                    <a:cubicBezTo>
                      <a:pt x="26357" y="29534"/>
                      <a:pt x="25233" y="29474"/>
                      <a:pt x="24158" y="29474"/>
                    </a:cubicBezTo>
                    <a:cubicBezTo>
                      <a:pt x="0" y="29474"/>
                      <a:pt x="152" y="59698"/>
                      <a:pt x="12319" y="60081"/>
                    </a:cubicBezTo>
                    <a:cubicBezTo>
                      <a:pt x="12820" y="60114"/>
                      <a:pt x="13787" y="60148"/>
                      <a:pt x="15121" y="60148"/>
                    </a:cubicBezTo>
                    <a:cubicBezTo>
                      <a:pt x="12170" y="51167"/>
                      <a:pt x="17081" y="35948"/>
                      <a:pt x="34253" y="35948"/>
                    </a:cubicBezTo>
                    <a:cubicBezTo>
                      <a:pt x="35322" y="35948"/>
                      <a:pt x="36439" y="36007"/>
                      <a:pt x="37604" y="36131"/>
                    </a:cubicBezTo>
                    <a:cubicBezTo>
                      <a:pt x="34161" y="30966"/>
                      <a:pt x="38916" y="26290"/>
                      <a:pt x="43782" y="26290"/>
                    </a:cubicBezTo>
                    <a:cubicBezTo>
                      <a:pt x="45987" y="26290"/>
                      <a:pt x="48215" y="27250"/>
                      <a:pt x="49713" y="29559"/>
                    </a:cubicBezTo>
                    <a:cubicBezTo>
                      <a:pt x="46621" y="13872"/>
                      <a:pt x="57496" y="6460"/>
                      <a:pt x="68204" y="6460"/>
                    </a:cubicBezTo>
                    <a:cubicBezTo>
                      <a:pt x="70088" y="6460"/>
                      <a:pt x="71967" y="6689"/>
                      <a:pt x="73763" y="7143"/>
                    </a:cubicBezTo>
                    <a:cubicBezTo>
                      <a:pt x="70395" y="2437"/>
                      <a:pt x="64300" y="1"/>
                      <a:pt x="58150" y="1"/>
                    </a:cubicBezTo>
                    <a:close/>
                  </a:path>
                </a:pathLst>
              </a:custGeom>
              <a:solidFill>
                <a:srgbClr val="000000">
                  <a:alpha val="100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15" name="Google Shape;215;p2"/>
          <p:cNvSpPr txBox="1">
            <a:spLocks noGrp="1"/>
          </p:cNvSpPr>
          <p:nvPr>
            <p:ph type="ctrTitle"/>
          </p:nvPr>
        </p:nvSpPr>
        <p:spPr>
          <a:xfrm>
            <a:off x="862375" y="1092652"/>
            <a:ext cx="5789100" cy="26913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86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216" name="Google Shape;216;p2"/>
          <p:cNvSpPr txBox="1">
            <a:spLocks noGrp="1"/>
          </p:cNvSpPr>
          <p:nvPr>
            <p:ph type="subTitle" idx="1"/>
          </p:nvPr>
        </p:nvSpPr>
        <p:spPr>
          <a:xfrm>
            <a:off x="862375" y="3682138"/>
            <a:ext cx="46419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217" name="Google Shape;217;p2"/>
          <p:cNvGrpSpPr/>
          <p:nvPr/>
        </p:nvGrpSpPr>
        <p:grpSpPr>
          <a:xfrm>
            <a:off x="451896" y="4152368"/>
            <a:ext cx="3369488" cy="1707138"/>
            <a:chOff x="4915213" y="3574313"/>
            <a:chExt cx="3624275" cy="1836225"/>
          </a:xfrm>
        </p:grpSpPr>
        <p:grpSp>
          <p:nvGrpSpPr>
            <p:cNvPr id="218" name="Google Shape;218;p2"/>
            <p:cNvGrpSpPr/>
            <p:nvPr/>
          </p:nvGrpSpPr>
          <p:grpSpPr>
            <a:xfrm>
              <a:off x="4915213" y="3574313"/>
              <a:ext cx="3624275" cy="1836225"/>
              <a:chOff x="6533200" y="2928913"/>
              <a:chExt cx="3624275" cy="1836225"/>
            </a:xfrm>
          </p:grpSpPr>
          <p:sp>
            <p:nvSpPr>
              <p:cNvPr id="219" name="Google Shape;219;p2"/>
              <p:cNvSpPr/>
              <p:nvPr/>
            </p:nvSpPr>
            <p:spPr>
              <a:xfrm>
                <a:off x="6533200" y="3211613"/>
                <a:ext cx="1777125" cy="1163775"/>
              </a:xfrm>
              <a:custGeom>
                <a:avLst/>
                <a:gdLst/>
                <a:ahLst/>
                <a:cxnLst/>
                <a:rect l="l" t="t" r="r" b="b"/>
                <a:pathLst>
                  <a:path w="71085" h="46551" extrusionOk="0">
                    <a:moveTo>
                      <a:pt x="71051" y="1"/>
                    </a:moveTo>
                    <a:cubicBezTo>
                      <a:pt x="59209" y="601"/>
                      <a:pt x="18213" y="15879"/>
                      <a:pt x="1301" y="29722"/>
                    </a:cubicBezTo>
                    <a:cubicBezTo>
                      <a:pt x="100" y="30723"/>
                      <a:pt x="0" y="32524"/>
                      <a:pt x="1101" y="33625"/>
                    </a:cubicBezTo>
                    <a:cubicBezTo>
                      <a:pt x="3569" y="36060"/>
                      <a:pt x="5371" y="39762"/>
                      <a:pt x="5904" y="44166"/>
                    </a:cubicBezTo>
                    <a:cubicBezTo>
                      <a:pt x="6057" y="45630"/>
                      <a:pt x="7285" y="46551"/>
                      <a:pt x="8555" y="46551"/>
                    </a:cubicBezTo>
                    <a:cubicBezTo>
                      <a:pt x="9222" y="46551"/>
                      <a:pt x="9901" y="46296"/>
                      <a:pt x="10441" y="45733"/>
                    </a:cubicBezTo>
                    <a:cubicBezTo>
                      <a:pt x="24151" y="31390"/>
                      <a:pt x="50203" y="12610"/>
                      <a:pt x="71051" y="568"/>
                    </a:cubicBezTo>
                    <a:cubicBezTo>
                      <a:pt x="71051" y="401"/>
                      <a:pt x="71051" y="201"/>
                      <a:pt x="71084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" name="Google Shape;220;p2"/>
              <p:cNvSpPr/>
              <p:nvPr/>
            </p:nvSpPr>
            <p:spPr>
              <a:xfrm>
                <a:off x="6781700" y="3225788"/>
                <a:ext cx="1529450" cy="1427300"/>
              </a:xfrm>
              <a:custGeom>
                <a:avLst/>
                <a:gdLst/>
                <a:ahLst/>
                <a:cxnLst/>
                <a:rect l="l" t="t" r="r" b="b"/>
                <a:pathLst>
                  <a:path w="61178" h="57092" extrusionOk="0">
                    <a:moveTo>
                      <a:pt x="61111" y="1"/>
                    </a:moveTo>
                    <a:cubicBezTo>
                      <a:pt x="40830" y="11709"/>
                      <a:pt x="15678" y="29789"/>
                      <a:pt x="1668" y="43932"/>
                    </a:cubicBezTo>
                    <a:cubicBezTo>
                      <a:pt x="1" y="45633"/>
                      <a:pt x="1235" y="48435"/>
                      <a:pt x="3603" y="48435"/>
                    </a:cubicBezTo>
                    <a:cubicBezTo>
                      <a:pt x="10441" y="48469"/>
                      <a:pt x="18947" y="51604"/>
                      <a:pt x="23250" y="56208"/>
                    </a:cubicBezTo>
                    <a:cubicBezTo>
                      <a:pt x="23794" y="56806"/>
                      <a:pt x="24517" y="57091"/>
                      <a:pt x="25231" y="57091"/>
                    </a:cubicBezTo>
                    <a:cubicBezTo>
                      <a:pt x="26228" y="57091"/>
                      <a:pt x="27207" y="56537"/>
                      <a:pt x="27654" y="55507"/>
                    </a:cubicBezTo>
                    <a:cubicBezTo>
                      <a:pt x="34525" y="39529"/>
                      <a:pt x="48001" y="18180"/>
                      <a:pt x="61178" y="101"/>
                    </a:cubicBezTo>
                    <a:cubicBezTo>
                      <a:pt x="61144" y="34"/>
                      <a:pt x="61144" y="67"/>
                      <a:pt x="61111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" name="Google Shape;221;p2"/>
              <p:cNvSpPr/>
              <p:nvPr/>
            </p:nvSpPr>
            <p:spPr>
              <a:xfrm>
                <a:off x="7468375" y="3231638"/>
                <a:ext cx="858600" cy="1520275"/>
              </a:xfrm>
              <a:custGeom>
                <a:avLst/>
                <a:gdLst/>
                <a:ahLst/>
                <a:cxnLst/>
                <a:rect l="l" t="t" r="r" b="b"/>
                <a:pathLst>
                  <a:path w="34344" h="60811" extrusionOk="0">
                    <a:moveTo>
                      <a:pt x="33610" y="0"/>
                    </a:moveTo>
                    <a:lnTo>
                      <a:pt x="33610" y="0"/>
                    </a:lnTo>
                    <a:cubicBezTo>
                      <a:pt x="20868" y="17479"/>
                      <a:pt x="7859" y="38027"/>
                      <a:pt x="820" y="53805"/>
                    </a:cubicBezTo>
                    <a:cubicBezTo>
                      <a:pt x="1" y="55627"/>
                      <a:pt x="1392" y="57532"/>
                      <a:pt x="3259" y="57532"/>
                    </a:cubicBezTo>
                    <a:cubicBezTo>
                      <a:pt x="3442" y="57532"/>
                      <a:pt x="3631" y="57514"/>
                      <a:pt x="3823" y="57475"/>
                    </a:cubicBezTo>
                    <a:cubicBezTo>
                      <a:pt x="5960" y="57013"/>
                      <a:pt x="8473" y="56796"/>
                      <a:pt x="11131" y="56796"/>
                    </a:cubicBezTo>
                    <a:cubicBezTo>
                      <a:pt x="17887" y="56796"/>
                      <a:pt x="25582" y="58197"/>
                      <a:pt x="30442" y="60543"/>
                    </a:cubicBezTo>
                    <a:cubicBezTo>
                      <a:pt x="30815" y="60727"/>
                      <a:pt x="31200" y="60811"/>
                      <a:pt x="31574" y="60811"/>
                    </a:cubicBezTo>
                    <a:cubicBezTo>
                      <a:pt x="33038" y="60811"/>
                      <a:pt x="34344" y="59529"/>
                      <a:pt x="34211" y="57908"/>
                    </a:cubicBezTo>
                    <a:cubicBezTo>
                      <a:pt x="32443" y="37794"/>
                      <a:pt x="32777" y="16745"/>
                      <a:pt x="33610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" name="Google Shape;222;p2"/>
              <p:cNvSpPr/>
              <p:nvPr/>
            </p:nvSpPr>
            <p:spPr>
              <a:xfrm>
                <a:off x="8324475" y="3210788"/>
                <a:ext cx="1833000" cy="1095200"/>
              </a:xfrm>
              <a:custGeom>
                <a:avLst/>
                <a:gdLst/>
                <a:ahLst/>
                <a:cxnLst/>
                <a:rect l="l" t="t" r="r" b="b"/>
                <a:pathLst>
                  <a:path w="73320" h="43808" extrusionOk="0">
                    <a:moveTo>
                      <a:pt x="100" y="0"/>
                    </a:moveTo>
                    <a:lnTo>
                      <a:pt x="0" y="334"/>
                    </a:lnTo>
                    <a:cubicBezTo>
                      <a:pt x="23450" y="12276"/>
                      <a:pt x="51837" y="29588"/>
                      <a:pt x="67248" y="43131"/>
                    </a:cubicBezTo>
                    <a:cubicBezTo>
                      <a:pt x="67767" y="43597"/>
                      <a:pt x="68383" y="43807"/>
                      <a:pt x="68988" y="43807"/>
                    </a:cubicBezTo>
                    <a:cubicBezTo>
                      <a:pt x="70289" y="43807"/>
                      <a:pt x="71538" y="42833"/>
                      <a:pt x="71651" y="41330"/>
                    </a:cubicBezTo>
                    <a:cubicBezTo>
                      <a:pt x="71818" y="38961"/>
                      <a:pt x="72218" y="36326"/>
                      <a:pt x="72986" y="34125"/>
                    </a:cubicBezTo>
                    <a:cubicBezTo>
                      <a:pt x="73319" y="33091"/>
                      <a:pt x="73052" y="31956"/>
                      <a:pt x="72252" y="31256"/>
                    </a:cubicBezTo>
                    <a:cubicBezTo>
                      <a:pt x="56274" y="16712"/>
                      <a:pt x="11275" y="0"/>
                      <a:pt x="100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" name="Google Shape;223;p2"/>
              <p:cNvSpPr/>
              <p:nvPr/>
            </p:nvSpPr>
            <p:spPr>
              <a:xfrm>
                <a:off x="8320300" y="3217463"/>
                <a:ext cx="1687900" cy="1388950"/>
              </a:xfrm>
              <a:custGeom>
                <a:avLst/>
                <a:gdLst/>
                <a:ahLst/>
                <a:cxnLst/>
                <a:rect l="l" t="t" r="r" b="b"/>
                <a:pathLst>
                  <a:path w="67516" h="55558" extrusionOk="0">
                    <a:moveTo>
                      <a:pt x="67" y="0"/>
                    </a:moveTo>
                    <a:cubicBezTo>
                      <a:pt x="34" y="67"/>
                      <a:pt x="34" y="33"/>
                      <a:pt x="0" y="67"/>
                    </a:cubicBezTo>
                    <a:cubicBezTo>
                      <a:pt x="16979" y="16979"/>
                      <a:pt x="36593" y="38361"/>
                      <a:pt x="44466" y="54072"/>
                    </a:cubicBezTo>
                    <a:cubicBezTo>
                      <a:pt x="44945" y="55049"/>
                      <a:pt x="45883" y="55558"/>
                      <a:pt x="46835" y="55558"/>
                    </a:cubicBezTo>
                    <a:cubicBezTo>
                      <a:pt x="47605" y="55558"/>
                      <a:pt x="48384" y="55225"/>
                      <a:pt x="48935" y="54539"/>
                    </a:cubicBezTo>
                    <a:cubicBezTo>
                      <a:pt x="53238" y="49135"/>
                      <a:pt x="58676" y="46367"/>
                      <a:pt x="64080" y="46033"/>
                    </a:cubicBezTo>
                    <a:cubicBezTo>
                      <a:pt x="66481" y="45900"/>
                      <a:pt x="67515" y="42931"/>
                      <a:pt x="65681" y="41363"/>
                    </a:cubicBezTo>
                    <a:cubicBezTo>
                      <a:pt x="49936" y="28053"/>
                      <a:pt x="22650" y="11508"/>
                      <a:pt x="67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" name="Google Shape;224;p2"/>
              <p:cNvSpPr/>
              <p:nvPr/>
            </p:nvSpPr>
            <p:spPr>
              <a:xfrm>
                <a:off x="8279425" y="3219113"/>
                <a:ext cx="1148675" cy="1546025"/>
              </a:xfrm>
              <a:custGeom>
                <a:avLst/>
                <a:gdLst/>
                <a:ahLst/>
                <a:cxnLst/>
                <a:rect l="l" t="t" r="r" b="b"/>
                <a:pathLst>
                  <a:path w="45947" h="61841" extrusionOk="0">
                    <a:moveTo>
                      <a:pt x="1635" y="1"/>
                    </a:moveTo>
                    <a:cubicBezTo>
                      <a:pt x="1602" y="34"/>
                      <a:pt x="1569" y="34"/>
                      <a:pt x="1502" y="34"/>
                    </a:cubicBezTo>
                    <a:cubicBezTo>
                      <a:pt x="1402" y="168"/>
                      <a:pt x="1302" y="334"/>
                      <a:pt x="1168" y="501"/>
                    </a:cubicBezTo>
                    <a:cubicBezTo>
                      <a:pt x="301" y="17547"/>
                      <a:pt x="1" y="38995"/>
                      <a:pt x="1869" y="59443"/>
                    </a:cubicBezTo>
                    <a:cubicBezTo>
                      <a:pt x="1989" y="60884"/>
                      <a:pt x="3215" y="61841"/>
                      <a:pt x="4515" y="61841"/>
                    </a:cubicBezTo>
                    <a:cubicBezTo>
                      <a:pt x="5021" y="61841"/>
                      <a:pt x="5538" y="61696"/>
                      <a:pt x="6005" y="61378"/>
                    </a:cubicBezTo>
                    <a:cubicBezTo>
                      <a:pt x="12280" y="57075"/>
                      <a:pt x="22400" y="54418"/>
                      <a:pt x="31722" y="54418"/>
                    </a:cubicBezTo>
                    <a:cubicBezTo>
                      <a:pt x="35335" y="54418"/>
                      <a:pt x="38828" y="54817"/>
                      <a:pt x="41931" y="55674"/>
                    </a:cubicBezTo>
                    <a:cubicBezTo>
                      <a:pt x="42172" y="55738"/>
                      <a:pt x="42409" y="55768"/>
                      <a:pt x="42637" y="55768"/>
                    </a:cubicBezTo>
                    <a:cubicBezTo>
                      <a:pt x="44562" y="55768"/>
                      <a:pt x="45947" y="53653"/>
                      <a:pt x="44933" y="51805"/>
                    </a:cubicBezTo>
                    <a:cubicBezTo>
                      <a:pt x="36427" y="36360"/>
                      <a:pt x="17847" y="16112"/>
                      <a:pt x="1635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25" name="Google Shape;225;p2"/>
              <p:cNvGrpSpPr/>
              <p:nvPr/>
            </p:nvGrpSpPr>
            <p:grpSpPr>
              <a:xfrm>
                <a:off x="6533200" y="2928913"/>
                <a:ext cx="3624275" cy="1836225"/>
                <a:chOff x="112275" y="2665738"/>
                <a:chExt cx="3624275" cy="1836225"/>
              </a:xfrm>
            </p:grpSpPr>
            <p:sp>
              <p:nvSpPr>
                <p:cNvPr id="226" name="Google Shape;226;p2"/>
                <p:cNvSpPr/>
                <p:nvPr/>
              </p:nvSpPr>
              <p:spPr>
                <a:xfrm>
                  <a:off x="112275" y="2948438"/>
                  <a:ext cx="1777125" cy="1163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085" h="46551" extrusionOk="0">
                      <a:moveTo>
                        <a:pt x="71051" y="1"/>
                      </a:moveTo>
                      <a:cubicBezTo>
                        <a:pt x="59209" y="601"/>
                        <a:pt x="18213" y="15879"/>
                        <a:pt x="1301" y="29722"/>
                      </a:cubicBezTo>
                      <a:cubicBezTo>
                        <a:pt x="100" y="30723"/>
                        <a:pt x="0" y="32524"/>
                        <a:pt x="1101" y="33625"/>
                      </a:cubicBezTo>
                      <a:cubicBezTo>
                        <a:pt x="3569" y="36060"/>
                        <a:pt x="5371" y="39762"/>
                        <a:pt x="5904" y="44166"/>
                      </a:cubicBezTo>
                      <a:cubicBezTo>
                        <a:pt x="6057" y="45630"/>
                        <a:pt x="7285" y="46551"/>
                        <a:pt x="8555" y="46551"/>
                      </a:cubicBezTo>
                      <a:cubicBezTo>
                        <a:pt x="9222" y="46551"/>
                        <a:pt x="9901" y="46296"/>
                        <a:pt x="10441" y="45733"/>
                      </a:cubicBezTo>
                      <a:cubicBezTo>
                        <a:pt x="24151" y="31390"/>
                        <a:pt x="50203" y="12610"/>
                        <a:pt x="71051" y="568"/>
                      </a:cubicBezTo>
                      <a:cubicBezTo>
                        <a:pt x="71051" y="401"/>
                        <a:pt x="71051" y="201"/>
                        <a:pt x="71084" y="1"/>
                      </a:cubicBezTo>
                      <a:close/>
                    </a:path>
                  </a:pathLst>
                </a:custGeom>
                <a:solidFill>
                  <a:srgbClr val="191919">
                    <a:alpha val="2849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7" name="Google Shape;227;p2"/>
                <p:cNvSpPr/>
                <p:nvPr/>
              </p:nvSpPr>
              <p:spPr>
                <a:xfrm>
                  <a:off x="360775" y="2962613"/>
                  <a:ext cx="1529450" cy="1427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178" h="57092" extrusionOk="0">
                      <a:moveTo>
                        <a:pt x="61111" y="1"/>
                      </a:moveTo>
                      <a:cubicBezTo>
                        <a:pt x="40830" y="11709"/>
                        <a:pt x="15678" y="29789"/>
                        <a:pt x="1668" y="43932"/>
                      </a:cubicBezTo>
                      <a:cubicBezTo>
                        <a:pt x="1" y="45633"/>
                        <a:pt x="1235" y="48435"/>
                        <a:pt x="3603" y="48435"/>
                      </a:cubicBezTo>
                      <a:cubicBezTo>
                        <a:pt x="10441" y="48469"/>
                        <a:pt x="18947" y="51604"/>
                        <a:pt x="23250" y="56208"/>
                      </a:cubicBezTo>
                      <a:cubicBezTo>
                        <a:pt x="23794" y="56806"/>
                        <a:pt x="24517" y="57091"/>
                        <a:pt x="25231" y="57091"/>
                      </a:cubicBezTo>
                      <a:cubicBezTo>
                        <a:pt x="26228" y="57091"/>
                        <a:pt x="27207" y="56537"/>
                        <a:pt x="27654" y="55507"/>
                      </a:cubicBezTo>
                      <a:cubicBezTo>
                        <a:pt x="34525" y="39529"/>
                        <a:pt x="48001" y="18180"/>
                        <a:pt x="61178" y="101"/>
                      </a:cubicBezTo>
                      <a:cubicBezTo>
                        <a:pt x="61144" y="34"/>
                        <a:pt x="61144" y="67"/>
                        <a:pt x="61111" y="1"/>
                      </a:cubicBezTo>
                      <a:close/>
                    </a:path>
                  </a:pathLst>
                </a:custGeom>
                <a:solidFill>
                  <a:srgbClr val="191919">
                    <a:alpha val="1899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8" name="Google Shape;228;p2"/>
                <p:cNvSpPr/>
                <p:nvPr/>
              </p:nvSpPr>
              <p:spPr>
                <a:xfrm>
                  <a:off x="1047450" y="2968463"/>
                  <a:ext cx="858600" cy="1520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344" h="60811" extrusionOk="0">
                      <a:moveTo>
                        <a:pt x="33610" y="0"/>
                      </a:moveTo>
                      <a:lnTo>
                        <a:pt x="33610" y="0"/>
                      </a:lnTo>
                      <a:cubicBezTo>
                        <a:pt x="20868" y="17479"/>
                        <a:pt x="7859" y="38027"/>
                        <a:pt x="820" y="53805"/>
                      </a:cubicBezTo>
                      <a:cubicBezTo>
                        <a:pt x="1" y="55627"/>
                        <a:pt x="1392" y="57532"/>
                        <a:pt x="3259" y="57532"/>
                      </a:cubicBezTo>
                      <a:cubicBezTo>
                        <a:pt x="3442" y="57532"/>
                        <a:pt x="3631" y="57514"/>
                        <a:pt x="3823" y="57475"/>
                      </a:cubicBezTo>
                      <a:cubicBezTo>
                        <a:pt x="5960" y="57013"/>
                        <a:pt x="8473" y="56796"/>
                        <a:pt x="11131" y="56796"/>
                      </a:cubicBezTo>
                      <a:cubicBezTo>
                        <a:pt x="17887" y="56796"/>
                        <a:pt x="25582" y="58197"/>
                        <a:pt x="30442" y="60543"/>
                      </a:cubicBezTo>
                      <a:cubicBezTo>
                        <a:pt x="30815" y="60727"/>
                        <a:pt x="31200" y="60811"/>
                        <a:pt x="31574" y="60811"/>
                      </a:cubicBezTo>
                      <a:cubicBezTo>
                        <a:pt x="33038" y="60811"/>
                        <a:pt x="34344" y="59529"/>
                        <a:pt x="34211" y="57908"/>
                      </a:cubicBezTo>
                      <a:cubicBezTo>
                        <a:pt x="32443" y="37794"/>
                        <a:pt x="32777" y="16745"/>
                        <a:pt x="33610" y="0"/>
                      </a:cubicBezTo>
                      <a:close/>
                    </a:path>
                  </a:pathLst>
                </a:custGeom>
                <a:solidFill>
                  <a:srgbClr val="191919">
                    <a:alpha val="1508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9" name="Google Shape;229;p2"/>
                <p:cNvSpPr/>
                <p:nvPr/>
              </p:nvSpPr>
              <p:spPr>
                <a:xfrm>
                  <a:off x="1903550" y="2947613"/>
                  <a:ext cx="1833000" cy="1095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320" h="43808" extrusionOk="0">
                      <a:moveTo>
                        <a:pt x="100" y="0"/>
                      </a:moveTo>
                      <a:lnTo>
                        <a:pt x="0" y="334"/>
                      </a:lnTo>
                      <a:cubicBezTo>
                        <a:pt x="23450" y="12276"/>
                        <a:pt x="51837" y="29588"/>
                        <a:pt x="67248" y="43131"/>
                      </a:cubicBezTo>
                      <a:cubicBezTo>
                        <a:pt x="67767" y="43597"/>
                        <a:pt x="68383" y="43807"/>
                        <a:pt x="68988" y="43807"/>
                      </a:cubicBezTo>
                      <a:cubicBezTo>
                        <a:pt x="70289" y="43807"/>
                        <a:pt x="71538" y="42833"/>
                        <a:pt x="71651" y="41330"/>
                      </a:cubicBezTo>
                      <a:cubicBezTo>
                        <a:pt x="71818" y="38961"/>
                        <a:pt x="72218" y="36326"/>
                        <a:pt x="72986" y="34125"/>
                      </a:cubicBezTo>
                      <a:cubicBezTo>
                        <a:pt x="73319" y="33091"/>
                        <a:pt x="73052" y="31956"/>
                        <a:pt x="72252" y="31256"/>
                      </a:cubicBezTo>
                      <a:cubicBezTo>
                        <a:pt x="56274" y="16712"/>
                        <a:pt x="11275" y="0"/>
                        <a:pt x="100" y="0"/>
                      </a:cubicBezTo>
                      <a:close/>
                    </a:path>
                  </a:pathLst>
                </a:custGeom>
                <a:solidFill>
                  <a:srgbClr val="191919">
                    <a:alpha val="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0" name="Google Shape;230;p2"/>
                <p:cNvSpPr/>
                <p:nvPr/>
              </p:nvSpPr>
              <p:spPr>
                <a:xfrm>
                  <a:off x="1899375" y="2954288"/>
                  <a:ext cx="1687900" cy="1388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516" h="55558" extrusionOk="0">
                      <a:moveTo>
                        <a:pt x="67" y="0"/>
                      </a:moveTo>
                      <a:cubicBezTo>
                        <a:pt x="34" y="67"/>
                        <a:pt x="34" y="33"/>
                        <a:pt x="0" y="67"/>
                      </a:cubicBezTo>
                      <a:cubicBezTo>
                        <a:pt x="16979" y="16979"/>
                        <a:pt x="36593" y="38361"/>
                        <a:pt x="44466" y="54072"/>
                      </a:cubicBezTo>
                      <a:cubicBezTo>
                        <a:pt x="44945" y="55049"/>
                        <a:pt x="45883" y="55558"/>
                        <a:pt x="46835" y="55558"/>
                      </a:cubicBezTo>
                      <a:cubicBezTo>
                        <a:pt x="47605" y="55558"/>
                        <a:pt x="48384" y="55225"/>
                        <a:pt x="48935" y="54539"/>
                      </a:cubicBezTo>
                      <a:cubicBezTo>
                        <a:pt x="53238" y="49135"/>
                        <a:pt x="58676" y="46367"/>
                        <a:pt x="64080" y="46033"/>
                      </a:cubicBezTo>
                      <a:cubicBezTo>
                        <a:pt x="66481" y="45900"/>
                        <a:pt x="67515" y="42931"/>
                        <a:pt x="65681" y="41363"/>
                      </a:cubicBezTo>
                      <a:cubicBezTo>
                        <a:pt x="49936" y="28053"/>
                        <a:pt x="22650" y="11508"/>
                        <a:pt x="67" y="0"/>
                      </a:cubicBezTo>
                      <a:close/>
                    </a:path>
                  </a:pathLst>
                </a:custGeom>
                <a:solidFill>
                  <a:srgbClr val="191919">
                    <a:alpha val="615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1" name="Google Shape;231;p2"/>
                <p:cNvSpPr/>
                <p:nvPr/>
              </p:nvSpPr>
              <p:spPr>
                <a:xfrm>
                  <a:off x="1858500" y="2955938"/>
                  <a:ext cx="1148675" cy="1546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47" h="61841" extrusionOk="0">
                      <a:moveTo>
                        <a:pt x="1635" y="1"/>
                      </a:moveTo>
                      <a:cubicBezTo>
                        <a:pt x="1602" y="34"/>
                        <a:pt x="1569" y="34"/>
                        <a:pt x="1502" y="34"/>
                      </a:cubicBezTo>
                      <a:cubicBezTo>
                        <a:pt x="1402" y="168"/>
                        <a:pt x="1302" y="334"/>
                        <a:pt x="1168" y="501"/>
                      </a:cubicBezTo>
                      <a:cubicBezTo>
                        <a:pt x="301" y="17547"/>
                        <a:pt x="1" y="38995"/>
                        <a:pt x="1869" y="59443"/>
                      </a:cubicBezTo>
                      <a:cubicBezTo>
                        <a:pt x="1989" y="60884"/>
                        <a:pt x="3215" y="61841"/>
                        <a:pt x="4515" y="61841"/>
                      </a:cubicBezTo>
                      <a:cubicBezTo>
                        <a:pt x="5021" y="61841"/>
                        <a:pt x="5538" y="61696"/>
                        <a:pt x="6005" y="61378"/>
                      </a:cubicBezTo>
                      <a:cubicBezTo>
                        <a:pt x="12280" y="57075"/>
                        <a:pt x="22400" y="54418"/>
                        <a:pt x="31722" y="54418"/>
                      </a:cubicBezTo>
                      <a:cubicBezTo>
                        <a:pt x="35335" y="54418"/>
                        <a:pt x="38828" y="54817"/>
                        <a:pt x="41931" y="55674"/>
                      </a:cubicBezTo>
                      <a:cubicBezTo>
                        <a:pt x="42172" y="55738"/>
                        <a:pt x="42409" y="55768"/>
                        <a:pt x="42637" y="55768"/>
                      </a:cubicBezTo>
                      <a:cubicBezTo>
                        <a:pt x="44562" y="55768"/>
                        <a:pt x="45947" y="53653"/>
                        <a:pt x="44933" y="51805"/>
                      </a:cubicBezTo>
                      <a:cubicBezTo>
                        <a:pt x="36427" y="36360"/>
                        <a:pt x="17847" y="16112"/>
                        <a:pt x="1635" y="1"/>
                      </a:cubicBezTo>
                      <a:close/>
                    </a:path>
                  </a:pathLst>
                </a:custGeom>
                <a:solidFill>
                  <a:srgbClr val="191919">
                    <a:alpha val="95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2" name="Google Shape;232;p2"/>
                <p:cNvSpPr/>
                <p:nvPr/>
              </p:nvSpPr>
              <p:spPr>
                <a:xfrm>
                  <a:off x="112275" y="2948438"/>
                  <a:ext cx="2249125" cy="1553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965" h="62141" extrusionOk="0">
                      <a:moveTo>
                        <a:pt x="71585" y="58242"/>
                      </a:moveTo>
                      <a:lnTo>
                        <a:pt x="71585" y="58242"/>
                      </a:lnTo>
                      <a:cubicBezTo>
                        <a:pt x="71590" y="58323"/>
                        <a:pt x="71595" y="58404"/>
                        <a:pt x="71601" y="58485"/>
                      </a:cubicBezTo>
                      <a:lnTo>
                        <a:pt x="71601" y="58485"/>
                      </a:lnTo>
                      <a:cubicBezTo>
                        <a:pt x="71593" y="58407"/>
                        <a:pt x="71585" y="58324"/>
                        <a:pt x="71585" y="58242"/>
                      </a:cubicBezTo>
                      <a:close/>
                      <a:moveTo>
                        <a:pt x="71017" y="1"/>
                      </a:moveTo>
                      <a:lnTo>
                        <a:pt x="71017" y="1"/>
                      </a:lnTo>
                      <a:cubicBezTo>
                        <a:pt x="59142" y="634"/>
                        <a:pt x="18180" y="15879"/>
                        <a:pt x="1301" y="29722"/>
                      </a:cubicBezTo>
                      <a:cubicBezTo>
                        <a:pt x="100" y="30723"/>
                        <a:pt x="0" y="32524"/>
                        <a:pt x="1101" y="33625"/>
                      </a:cubicBezTo>
                      <a:cubicBezTo>
                        <a:pt x="3569" y="36060"/>
                        <a:pt x="5371" y="39762"/>
                        <a:pt x="5871" y="44166"/>
                      </a:cubicBezTo>
                      <a:cubicBezTo>
                        <a:pt x="6046" y="45630"/>
                        <a:pt x="7281" y="46551"/>
                        <a:pt x="8544" y="46551"/>
                      </a:cubicBezTo>
                      <a:cubicBezTo>
                        <a:pt x="9208" y="46551"/>
                        <a:pt x="9879" y="46296"/>
                        <a:pt x="10408" y="45733"/>
                      </a:cubicBezTo>
                      <a:cubicBezTo>
                        <a:pt x="10808" y="45333"/>
                        <a:pt x="11208" y="44933"/>
                        <a:pt x="11608" y="44532"/>
                      </a:cubicBezTo>
                      <a:lnTo>
                        <a:pt x="11608" y="44532"/>
                      </a:lnTo>
                      <a:cubicBezTo>
                        <a:pt x="9974" y="46200"/>
                        <a:pt x="11175" y="49002"/>
                        <a:pt x="13543" y="49002"/>
                      </a:cubicBezTo>
                      <a:cubicBezTo>
                        <a:pt x="20381" y="49036"/>
                        <a:pt x="28887" y="52171"/>
                        <a:pt x="33190" y="56775"/>
                      </a:cubicBezTo>
                      <a:cubicBezTo>
                        <a:pt x="33734" y="57373"/>
                        <a:pt x="34457" y="57658"/>
                        <a:pt x="35171" y="57658"/>
                      </a:cubicBezTo>
                      <a:cubicBezTo>
                        <a:pt x="36168" y="57658"/>
                        <a:pt x="37147" y="57104"/>
                        <a:pt x="37594" y="56074"/>
                      </a:cubicBezTo>
                      <a:cubicBezTo>
                        <a:pt x="37794" y="55574"/>
                        <a:pt x="37994" y="55107"/>
                        <a:pt x="38227" y="54606"/>
                      </a:cubicBezTo>
                      <a:lnTo>
                        <a:pt x="38227" y="54606"/>
                      </a:lnTo>
                      <a:cubicBezTo>
                        <a:pt x="37408" y="56428"/>
                        <a:pt x="38799" y="58333"/>
                        <a:pt x="40666" y="58333"/>
                      </a:cubicBezTo>
                      <a:cubicBezTo>
                        <a:pt x="40849" y="58333"/>
                        <a:pt x="41038" y="58315"/>
                        <a:pt x="41230" y="58276"/>
                      </a:cubicBezTo>
                      <a:cubicBezTo>
                        <a:pt x="43367" y="57814"/>
                        <a:pt x="45880" y="57597"/>
                        <a:pt x="48538" y="57597"/>
                      </a:cubicBezTo>
                      <a:cubicBezTo>
                        <a:pt x="55294" y="57597"/>
                        <a:pt x="62989" y="58998"/>
                        <a:pt x="67849" y="61344"/>
                      </a:cubicBezTo>
                      <a:cubicBezTo>
                        <a:pt x="68217" y="61519"/>
                        <a:pt x="68597" y="61599"/>
                        <a:pt x="68967" y="61599"/>
                      </a:cubicBezTo>
                      <a:cubicBezTo>
                        <a:pt x="70405" y="61599"/>
                        <a:pt x="71694" y="60389"/>
                        <a:pt x="71625" y="58814"/>
                      </a:cubicBezTo>
                      <a:lnTo>
                        <a:pt x="71625" y="58814"/>
                      </a:lnTo>
                      <a:cubicBezTo>
                        <a:pt x="71648" y="59124"/>
                        <a:pt x="71677" y="59434"/>
                        <a:pt x="71718" y="59743"/>
                      </a:cubicBezTo>
                      <a:cubicBezTo>
                        <a:pt x="71838" y="61184"/>
                        <a:pt x="73064" y="62141"/>
                        <a:pt x="74364" y="62141"/>
                      </a:cubicBezTo>
                      <a:cubicBezTo>
                        <a:pt x="74870" y="62141"/>
                        <a:pt x="75387" y="61996"/>
                        <a:pt x="75854" y="61678"/>
                      </a:cubicBezTo>
                      <a:cubicBezTo>
                        <a:pt x="79557" y="59143"/>
                        <a:pt x="84560" y="57175"/>
                        <a:pt x="89964" y="56007"/>
                      </a:cubicBezTo>
                      <a:cubicBezTo>
                        <a:pt x="89764" y="55974"/>
                        <a:pt x="89531" y="55874"/>
                        <a:pt x="89331" y="55774"/>
                      </a:cubicBezTo>
                      <a:cubicBezTo>
                        <a:pt x="84466" y="53426"/>
                        <a:pt x="76762" y="52041"/>
                        <a:pt x="70001" y="52041"/>
                      </a:cubicBezTo>
                      <a:cubicBezTo>
                        <a:pt x="67350" y="52041"/>
                        <a:pt x="64844" y="52254"/>
                        <a:pt x="62712" y="52705"/>
                      </a:cubicBezTo>
                      <a:cubicBezTo>
                        <a:pt x="62205" y="52816"/>
                        <a:pt x="61561" y="52870"/>
                        <a:pt x="60853" y="52870"/>
                      </a:cubicBezTo>
                      <a:cubicBezTo>
                        <a:pt x="58578" y="52870"/>
                        <a:pt x="55657" y="52306"/>
                        <a:pt x="54639" y="51237"/>
                      </a:cubicBezTo>
                      <a:cubicBezTo>
                        <a:pt x="50369" y="46601"/>
                        <a:pt x="41830" y="43498"/>
                        <a:pt x="35025" y="43465"/>
                      </a:cubicBezTo>
                      <a:cubicBezTo>
                        <a:pt x="32657" y="43465"/>
                        <a:pt x="27620" y="40863"/>
                        <a:pt x="27353" y="38628"/>
                      </a:cubicBezTo>
                      <a:cubicBezTo>
                        <a:pt x="26853" y="34225"/>
                        <a:pt x="25051" y="30522"/>
                        <a:pt x="22550" y="28054"/>
                      </a:cubicBezTo>
                      <a:cubicBezTo>
                        <a:pt x="21449" y="26987"/>
                        <a:pt x="21582" y="25152"/>
                        <a:pt x="22783" y="24185"/>
                      </a:cubicBezTo>
                      <a:cubicBezTo>
                        <a:pt x="33624" y="15278"/>
                        <a:pt x="54406" y="5805"/>
                        <a:pt x="71017" y="1"/>
                      </a:cubicBezTo>
                      <a:close/>
                    </a:path>
                  </a:pathLst>
                </a:custGeom>
                <a:solidFill>
                  <a:srgbClr val="191919">
                    <a:alpha val="2849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3" name="Google Shape;233;p2"/>
                <p:cNvSpPr/>
                <p:nvPr/>
              </p:nvSpPr>
              <p:spPr>
                <a:xfrm>
                  <a:off x="1820150" y="2665738"/>
                  <a:ext cx="184325" cy="255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73" h="10208" extrusionOk="0">
                      <a:moveTo>
                        <a:pt x="3670" y="0"/>
                      </a:moveTo>
                      <a:cubicBezTo>
                        <a:pt x="1835" y="0"/>
                        <a:pt x="1" y="10208"/>
                        <a:pt x="1" y="10208"/>
                      </a:cubicBezTo>
                      <a:lnTo>
                        <a:pt x="7372" y="10208"/>
                      </a:lnTo>
                      <a:cubicBezTo>
                        <a:pt x="7372" y="10208"/>
                        <a:pt x="5538" y="0"/>
                        <a:pt x="367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234" name="Google Shape;234;p2"/>
            <p:cNvSpPr/>
            <p:nvPr/>
          </p:nvSpPr>
          <p:spPr>
            <a:xfrm>
              <a:off x="6580563" y="3762025"/>
              <a:ext cx="293575" cy="111775"/>
            </a:xfrm>
            <a:custGeom>
              <a:avLst/>
              <a:gdLst/>
              <a:ahLst/>
              <a:cxnLst/>
              <a:rect l="l" t="t" r="r" b="b"/>
              <a:pathLst>
                <a:path w="11743" h="4471" extrusionOk="0">
                  <a:moveTo>
                    <a:pt x="2002" y="1"/>
                  </a:moveTo>
                  <a:cubicBezTo>
                    <a:pt x="902" y="1"/>
                    <a:pt x="1" y="902"/>
                    <a:pt x="1" y="2002"/>
                  </a:cubicBezTo>
                  <a:lnTo>
                    <a:pt x="1" y="2469"/>
                  </a:lnTo>
                  <a:cubicBezTo>
                    <a:pt x="1" y="3570"/>
                    <a:pt x="902" y="4471"/>
                    <a:pt x="2002" y="4471"/>
                  </a:cubicBezTo>
                  <a:lnTo>
                    <a:pt x="9741" y="4471"/>
                  </a:lnTo>
                  <a:cubicBezTo>
                    <a:pt x="10875" y="4471"/>
                    <a:pt x="11743" y="3570"/>
                    <a:pt x="11743" y="2469"/>
                  </a:cubicBezTo>
                  <a:lnTo>
                    <a:pt x="11743" y="2002"/>
                  </a:lnTo>
                  <a:cubicBezTo>
                    <a:pt x="11743" y="902"/>
                    <a:pt x="10875" y="1"/>
                    <a:pt x="97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5" name="Google Shape;235;p2"/>
          <p:cNvGrpSpPr/>
          <p:nvPr/>
        </p:nvGrpSpPr>
        <p:grpSpPr>
          <a:xfrm>
            <a:off x="5064546" y="4152368"/>
            <a:ext cx="3369488" cy="1707138"/>
            <a:chOff x="4915213" y="3574313"/>
            <a:chExt cx="3624275" cy="1836225"/>
          </a:xfrm>
        </p:grpSpPr>
        <p:grpSp>
          <p:nvGrpSpPr>
            <p:cNvPr id="236" name="Google Shape;236;p2"/>
            <p:cNvGrpSpPr/>
            <p:nvPr/>
          </p:nvGrpSpPr>
          <p:grpSpPr>
            <a:xfrm>
              <a:off x="4915213" y="3574313"/>
              <a:ext cx="3624275" cy="1836225"/>
              <a:chOff x="6533200" y="2928913"/>
              <a:chExt cx="3624275" cy="1836225"/>
            </a:xfrm>
          </p:grpSpPr>
          <p:sp>
            <p:nvSpPr>
              <p:cNvPr id="237" name="Google Shape;237;p2"/>
              <p:cNvSpPr/>
              <p:nvPr/>
            </p:nvSpPr>
            <p:spPr>
              <a:xfrm>
                <a:off x="6533200" y="3211613"/>
                <a:ext cx="1777125" cy="1163775"/>
              </a:xfrm>
              <a:custGeom>
                <a:avLst/>
                <a:gdLst/>
                <a:ahLst/>
                <a:cxnLst/>
                <a:rect l="l" t="t" r="r" b="b"/>
                <a:pathLst>
                  <a:path w="71085" h="46551" extrusionOk="0">
                    <a:moveTo>
                      <a:pt x="71051" y="1"/>
                    </a:moveTo>
                    <a:cubicBezTo>
                      <a:pt x="59209" y="601"/>
                      <a:pt x="18213" y="15879"/>
                      <a:pt x="1301" y="29722"/>
                    </a:cubicBezTo>
                    <a:cubicBezTo>
                      <a:pt x="100" y="30723"/>
                      <a:pt x="0" y="32524"/>
                      <a:pt x="1101" y="33625"/>
                    </a:cubicBezTo>
                    <a:cubicBezTo>
                      <a:pt x="3569" y="36060"/>
                      <a:pt x="5371" y="39762"/>
                      <a:pt x="5904" y="44166"/>
                    </a:cubicBezTo>
                    <a:cubicBezTo>
                      <a:pt x="6057" y="45630"/>
                      <a:pt x="7285" y="46551"/>
                      <a:pt x="8555" y="46551"/>
                    </a:cubicBezTo>
                    <a:cubicBezTo>
                      <a:pt x="9222" y="46551"/>
                      <a:pt x="9901" y="46296"/>
                      <a:pt x="10441" y="45733"/>
                    </a:cubicBezTo>
                    <a:cubicBezTo>
                      <a:pt x="24151" y="31390"/>
                      <a:pt x="50203" y="12610"/>
                      <a:pt x="71051" y="568"/>
                    </a:cubicBezTo>
                    <a:cubicBezTo>
                      <a:pt x="71051" y="401"/>
                      <a:pt x="71051" y="201"/>
                      <a:pt x="71084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" name="Google Shape;238;p2"/>
              <p:cNvSpPr/>
              <p:nvPr/>
            </p:nvSpPr>
            <p:spPr>
              <a:xfrm>
                <a:off x="6781700" y="3225788"/>
                <a:ext cx="1529450" cy="1427300"/>
              </a:xfrm>
              <a:custGeom>
                <a:avLst/>
                <a:gdLst/>
                <a:ahLst/>
                <a:cxnLst/>
                <a:rect l="l" t="t" r="r" b="b"/>
                <a:pathLst>
                  <a:path w="61178" h="57092" extrusionOk="0">
                    <a:moveTo>
                      <a:pt x="61111" y="1"/>
                    </a:moveTo>
                    <a:cubicBezTo>
                      <a:pt x="40830" y="11709"/>
                      <a:pt x="15678" y="29789"/>
                      <a:pt x="1668" y="43932"/>
                    </a:cubicBezTo>
                    <a:cubicBezTo>
                      <a:pt x="1" y="45633"/>
                      <a:pt x="1235" y="48435"/>
                      <a:pt x="3603" y="48435"/>
                    </a:cubicBezTo>
                    <a:cubicBezTo>
                      <a:pt x="10441" y="48469"/>
                      <a:pt x="18947" y="51604"/>
                      <a:pt x="23250" y="56208"/>
                    </a:cubicBezTo>
                    <a:cubicBezTo>
                      <a:pt x="23794" y="56806"/>
                      <a:pt x="24517" y="57091"/>
                      <a:pt x="25231" y="57091"/>
                    </a:cubicBezTo>
                    <a:cubicBezTo>
                      <a:pt x="26228" y="57091"/>
                      <a:pt x="27207" y="56537"/>
                      <a:pt x="27654" y="55507"/>
                    </a:cubicBezTo>
                    <a:cubicBezTo>
                      <a:pt x="34525" y="39529"/>
                      <a:pt x="48001" y="18180"/>
                      <a:pt x="61178" y="101"/>
                    </a:cubicBezTo>
                    <a:cubicBezTo>
                      <a:pt x="61144" y="34"/>
                      <a:pt x="61144" y="67"/>
                      <a:pt x="61111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" name="Google Shape;239;p2"/>
              <p:cNvSpPr/>
              <p:nvPr/>
            </p:nvSpPr>
            <p:spPr>
              <a:xfrm>
                <a:off x="7468375" y="3231638"/>
                <a:ext cx="858600" cy="1520275"/>
              </a:xfrm>
              <a:custGeom>
                <a:avLst/>
                <a:gdLst/>
                <a:ahLst/>
                <a:cxnLst/>
                <a:rect l="l" t="t" r="r" b="b"/>
                <a:pathLst>
                  <a:path w="34344" h="60811" extrusionOk="0">
                    <a:moveTo>
                      <a:pt x="33610" y="0"/>
                    </a:moveTo>
                    <a:lnTo>
                      <a:pt x="33610" y="0"/>
                    </a:lnTo>
                    <a:cubicBezTo>
                      <a:pt x="20868" y="17479"/>
                      <a:pt x="7859" y="38027"/>
                      <a:pt x="820" y="53805"/>
                    </a:cubicBezTo>
                    <a:cubicBezTo>
                      <a:pt x="1" y="55627"/>
                      <a:pt x="1392" y="57532"/>
                      <a:pt x="3259" y="57532"/>
                    </a:cubicBezTo>
                    <a:cubicBezTo>
                      <a:pt x="3442" y="57532"/>
                      <a:pt x="3631" y="57514"/>
                      <a:pt x="3823" y="57475"/>
                    </a:cubicBezTo>
                    <a:cubicBezTo>
                      <a:pt x="5960" y="57013"/>
                      <a:pt x="8473" y="56796"/>
                      <a:pt x="11131" y="56796"/>
                    </a:cubicBezTo>
                    <a:cubicBezTo>
                      <a:pt x="17887" y="56796"/>
                      <a:pt x="25582" y="58197"/>
                      <a:pt x="30442" y="60543"/>
                    </a:cubicBezTo>
                    <a:cubicBezTo>
                      <a:pt x="30815" y="60727"/>
                      <a:pt x="31200" y="60811"/>
                      <a:pt x="31574" y="60811"/>
                    </a:cubicBezTo>
                    <a:cubicBezTo>
                      <a:pt x="33038" y="60811"/>
                      <a:pt x="34344" y="59529"/>
                      <a:pt x="34211" y="57908"/>
                    </a:cubicBezTo>
                    <a:cubicBezTo>
                      <a:pt x="32443" y="37794"/>
                      <a:pt x="32777" y="16745"/>
                      <a:pt x="33610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" name="Google Shape;240;p2"/>
              <p:cNvSpPr/>
              <p:nvPr/>
            </p:nvSpPr>
            <p:spPr>
              <a:xfrm>
                <a:off x="8324475" y="3210788"/>
                <a:ext cx="1833000" cy="1095200"/>
              </a:xfrm>
              <a:custGeom>
                <a:avLst/>
                <a:gdLst/>
                <a:ahLst/>
                <a:cxnLst/>
                <a:rect l="l" t="t" r="r" b="b"/>
                <a:pathLst>
                  <a:path w="73320" h="43808" extrusionOk="0">
                    <a:moveTo>
                      <a:pt x="100" y="0"/>
                    </a:moveTo>
                    <a:lnTo>
                      <a:pt x="0" y="334"/>
                    </a:lnTo>
                    <a:cubicBezTo>
                      <a:pt x="23450" y="12276"/>
                      <a:pt x="51837" y="29588"/>
                      <a:pt x="67248" y="43131"/>
                    </a:cubicBezTo>
                    <a:cubicBezTo>
                      <a:pt x="67767" y="43597"/>
                      <a:pt x="68383" y="43807"/>
                      <a:pt x="68988" y="43807"/>
                    </a:cubicBezTo>
                    <a:cubicBezTo>
                      <a:pt x="70289" y="43807"/>
                      <a:pt x="71538" y="42833"/>
                      <a:pt x="71651" y="41330"/>
                    </a:cubicBezTo>
                    <a:cubicBezTo>
                      <a:pt x="71818" y="38961"/>
                      <a:pt x="72218" y="36326"/>
                      <a:pt x="72986" y="34125"/>
                    </a:cubicBezTo>
                    <a:cubicBezTo>
                      <a:pt x="73319" y="33091"/>
                      <a:pt x="73052" y="31956"/>
                      <a:pt x="72252" y="31256"/>
                    </a:cubicBezTo>
                    <a:cubicBezTo>
                      <a:pt x="56274" y="16712"/>
                      <a:pt x="11275" y="0"/>
                      <a:pt x="100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" name="Google Shape;241;p2"/>
              <p:cNvSpPr/>
              <p:nvPr/>
            </p:nvSpPr>
            <p:spPr>
              <a:xfrm>
                <a:off x="8320300" y="3217463"/>
                <a:ext cx="1687900" cy="1388950"/>
              </a:xfrm>
              <a:custGeom>
                <a:avLst/>
                <a:gdLst/>
                <a:ahLst/>
                <a:cxnLst/>
                <a:rect l="l" t="t" r="r" b="b"/>
                <a:pathLst>
                  <a:path w="67516" h="55558" extrusionOk="0">
                    <a:moveTo>
                      <a:pt x="67" y="0"/>
                    </a:moveTo>
                    <a:cubicBezTo>
                      <a:pt x="34" y="67"/>
                      <a:pt x="34" y="33"/>
                      <a:pt x="0" y="67"/>
                    </a:cubicBezTo>
                    <a:cubicBezTo>
                      <a:pt x="16979" y="16979"/>
                      <a:pt x="36593" y="38361"/>
                      <a:pt x="44466" y="54072"/>
                    </a:cubicBezTo>
                    <a:cubicBezTo>
                      <a:pt x="44945" y="55049"/>
                      <a:pt x="45883" y="55558"/>
                      <a:pt x="46835" y="55558"/>
                    </a:cubicBezTo>
                    <a:cubicBezTo>
                      <a:pt x="47605" y="55558"/>
                      <a:pt x="48384" y="55225"/>
                      <a:pt x="48935" y="54539"/>
                    </a:cubicBezTo>
                    <a:cubicBezTo>
                      <a:pt x="53238" y="49135"/>
                      <a:pt x="58676" y="46367"/>
                      <a:pt x="64080" y="46033"/>
                    </a:cubicBezTo>
                    <a:cubicBezTo>
                      <a:pt x="66481" y="45900"/>
                      <a:pt x="67515" y="42931"/>
                      <a:pt x="65681" y="41363"/>
                    </a:cubicBezTo>
                    <a:cubicBezTo>
                      <a:pt x="49936" y="28053"/>
                      <a:pt x="22650" y="11508"/>
                      <a:pt x="67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" name="Google Shape;242;p2"/>
              <p:cNvSpPr/>
              <p:nvPr/>
            </p:nvSpPr>
            <p:spPr>
              <a:xfrm>
                <a:off x="8279425" y="3219113"/>
                <a:ext cx="1148675" cy="1546025"/>
              </a:xfrm>
              <a:custGeom>
                <a:avLst/>
                <a:gdLst/>
                <a:ahLst/>
                <a:cxnLst/>
                <a:rect l="l" t="t" r="r" b="b"/>
                <a:pathLst>
                  <a:path w="45947" h="61841" extrusionOk="0">
                    <a:moveTo>
                      <a:pt x="1635" y="1"/>
                    </a:moveTo>
                    <a:cubicBezTo>
                      <a:pt x="1602" y="34"/>
                      <a:pt x="1569" y="34"/>
                      <a:pt x="1502" y="34"/>
                    </a:cubicBezTo>
                    <a:cubicBezTo>
                      <a:pt x="1402" y="168"/>
                      <a:pt x="1302" y="334"/>
                      <a:pt x="1168" y="501"/>
                    </a:cubicBezTo>
                    <a:cubicBezTo>
                      <a:pt x="301" y="17547"/>
                      <a:pt x="1" y="38995"/>
                      <a:pt x="1869" y="59443"/>
                    </a:cubicBezTo>
                    <a:cubicBezTo>
                      <a:pt x="1989" y="60884"/>
                      <a:pt x="3215" y="61841"/>
                      <a:pt x="4515" y="61841"/>
                    </a:cubicBezTo>
                    <a:cubicBezTo>
                      <a:pt x="5021" y="61841"/>
                      <a:pt x="5538" y="61696"/>
                      <a:pt x="6005" y="61378"/>
                    </a:cubicBezTo>
                    <a:cubicBezTo>
                      <a:pt x="12280" y="57075"/>
                      <a:pt x="22400" y="54418"/>
                      <a:pt x="31722" y="54418"/>
                    </a:cubicBezTo>
                    <a:cubicBezTo>
                      <a:pt x="35335" y="54418"/>
                      <a:pt x="38828" y="54817"/>
                      <a:pt x="41931" y="55674"/>
                    </a:cubicBezTo>
                    <a:cubicBezTo>
                      <a:pt x="42172" y="55738"/>
                      <a:pt x="42409" y="55768"/>
                      <a:pt x="42637" y="55768"/>
                    </a:cubicBezTo>
                    <a:cubicBezTo>
                      <a:pt x="44562" y="55768"/>
                      <a:pt x="45947" y="53653"/>
                      <a:pt x="44933" y="51805"/>
                    </a:cubicBezTo>
                    <a:cubicBezTo>
                      <a:pt x="36427" y="36360"/>
                      <a:pt x="17847" y="16112"/>
                      <a:pt x="1635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43" name="Google Shape;243;p2"/>
              <p:cNvGrpSpPr/>
              <p:nvPr/>
            </p:nvGrpSpPr>
            <p:grpSpPr>
              <a:xfrm>
                <a:off x="6533200" y="2928913"/>
                <a:ext cx="3624275" cy="1836225"/>
                <a:chOff x="112275" y="2665738"/>
                <a:chExt cx="3624275" cy="1836225"/>
              </a:xfrm>
            </p:grpSpPr>
            <p:sp>
              <p:nvSpPr>
                <p:cNvPr id="244" name="Google Shape;244;p2"/>
                <p:cNvSpPr/>
                <p:nvPr/>
              </p:nvSpPr>
              <p:spPr>
                <a:xfrm>
                  <a:off x="112275" y="2948438"/>
                  <a:ext cx="1777125" cy="1163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085" h="46551" extrusionOk="0">
                      <a:moveTo>
                        <a:pt x="71051" y="1"/>
                      </a:moveTo>
                      <a:cubicBezTo>
                        <a:pt x="59209" y="601"/>
                        <a:pt x="18213" y="15879"/>
                        <a:pt x="1301" y="29722"/>
                      </a:cubicBezTo>
                      <a:cubicBezTo>
                        <a:pt x="100" y="30723"/>
                        <a:pt x="0" y="32524"/>
                        <a:pt x="1101" y="33625"/>
                      </a:cubicBezTo>
                      <a:cubicBezTo>
                        <a:pt x="3569" y="36060"/>
                        <a:pt x="5371" y="39762"/>
                        <a:pt x="5904" y="44166"/>
                      </a:cubicBezTo>
                      <a:cubicBezTo>
                        <a:pt x="6057" y="45630"/>
                        <a:pt x="7285" y="46551"/>
                        <a:pt x="8555" y="46551"/>
                      </a:cubicBezTo>
                      <a:cubicBezTo>
                        <a:pt x="9222" y="46551"/>
                        <a:pt x="9901" y="46296"/>
                        <a:pt x="10441" y="45733"/>
                      </a:cubicBezTo>
                      <a:cubicBezTo>
                        <a:pt x="24151" y="31390"/>
                        <a:pt x="50203" y="12610"/>
                        <a:pt x="71051" y="568"/>
                      </a:cubicBezTo>
                      <a:cubicBezTo>
                        <a:pt x="71051" y="401"/>
                        <a:pt x="71051" y="201"/>
                        <a:pt x="71084" y="1"/>
                      </a:cubicBezTo>
                      <a:close/>
                    </a:path>
                  </a:pathLst>
                </a:custGeom>
                <a:solidFill>
                  <a:srgbClr val="191919">
                    <a:alpha val="2849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5" name="Google Shape;245;p2"/>
                <p:cNvSpPr/>
                <p:nvPr/>
              </p:nvSpPr>
              <p:spPr>
                <a:xfrm>
                  <a:off x="360775" y="2962613"/>
                  <a:ext cx="1529450" cy="1427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178" h="57092" extrusionOk="0">
                      <a:moveTo>
                        <a:pt x="61111" y="1"/>
                      </a:moveTo>
                      <a:cubicBezTo>
                        <a:pt x="40830" y="11709"/>
                        <a:pt x="15678" y="29789"/>
                        <a:pt x="1668" y="43932"/>
                      </a:cubicBezTo>
                      <a:cubicBezTo>
                        <a:pt x="1" y="45633"/>
                        <a:pt x="1235" y="48435"/>
                        <a:pt x="3603" y="48435"/>
                      </a:cubicBezTo>
                      <a:cubicBezTo>
                        <a:pt x="10441" y="48469"/>
                        <a:pt x="18947" y="51604"/>
                        <a:pt x="23250" y="56208"/>
                      </a:cubicBezTo>
                      <a:cubicBezTo>
                        <a:pt x="23794" y="56806"/>
                        <a:pt x="24517" y="57091"/>
                        <a:pt x="25231" y="57091"/>
                      </a:cubicBezTo>
                      <a:cubicBezTo>
                        <a:pt x="26228" y="57091"/>
                        <a:pt x="27207" y="56537"/>
                        <a:pt x="27654" y="55507"/>
                      </a:cubicBezTo>
                      <a:cubicBezTo>
                        <a:pt x="34525" y="39529"/>
                        <a:pt x="48001" y="18180"/>
                        <a:pt x="61178" y="101"/>
                      </a:cubicBezTo>
                      <a:cubicBezTo>
                        <a:pt x="61144" y="34"/>
                        <a:pt x="61144" y="67"/>
                        <a:pt x="61111" y="1"/>
                      </a:cubicBezTo>
                      <a:close/>
                    </a:path>
                  </a:pathLst>
                </a:custGeom>
                <a:solidFill>
                  <a:srgbClr val="191919">
                    <a:alpha val="1899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6" name="Google Shape;246;p2"/>
                <p:cNvSpPr/>
                <p:nvPr/>
              </p:nvSpPr>
              <p:spPr>
                <a:xfrm>
                  <a:off x="1047450" y="2968463"/>
                  <a:ext cx="858600" cy="1520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344" h="60811" extrusionOk="0">
                      <a:moveTo>
                        <a:pt x="33610" y="0"/>
                      </a:moveTo>
                      <a:lnTo>
                        <a:pt x="33610" y="0"/>
                      </a:lnTo>
                      <a:cubicBezTo>
                        <a:pt x="20868" y="17479"/>
                        <a:pt x="7859" y="38027"/>
                        <a:pt x="820" y="53805"/>
                      </a:cubicBezTo>
                      <a:cubicBezTo>
                        <a:pt x="1" y="55627"/>
                        <a:pt x="1392" y="57532"/>
                        <a:pt x="3259" y="57532"/>
                      </a:cubicBezTo>
                      <a:cubicBezTo>
                        <a:pt x="3442" y="57532"/>
                        <a:pt x="3631" y="57514"/>
                        <a:pt x="3823" y="57475"/>
                      </a:cubicBezTo>
                      <a:cubicBezTo>
                        <a:pt x="5960" y="57013"/>
                        <a:pt x="8473" y="56796"/>
                        <a:pt x="11131" y="56796"/>
                      </a:cubicBezTo>
                      <a:cubicBezTo>
                        <a:pt x="17887" y="56796"/>
                        <a:pt x="25582" y="58197"/>
                        <a:pt x="30442" y="60543"/>
                      </a:cubicBezTo>
                      <a:cubicBezTo>
                        <a:pt x="30815" y="60727"/>
                        <a:pt x="31200" y="60811"/>
                        <a:pt x="31574" y="60811"/>
                      </a:cubicBezTo>
                      <a:cubicBezTo>
                        <a:pt x="33038" y="60811"/>
                        <a:pt x="34344" y="59529"/>
                        <a:pt x="34211" y="57908"/>
                      </a:cubicBezTo>
                      <a:cubicBezTo>
                        <a:pt x="32443" y="37794"/>
                        <a:pt x="32777" y="16745"/>
                        <a:pt x="33610" y="0"/>
                      </a:cubicBezTo>
                      <a:close/>
                    </a:path>
                  </a:pathLst>
                </a:custGeom>
                <a:solidFill>
                  <a:srgbClr val="191919">
                    <a:alpha val="1508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7" name="Google Shape;247;p2"/>
                <p:cNvSpPr/>
                <p:nvPr/>
              </p:nvSpPr>
              <p:spPr>
                <a:xfrm>
                  <a:off x="1903550" y="2947613"/>
                  <a:ext cx="1833000" cy="1095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320" h="43808" extrusionOk="0">
                      <a:moveTo>
                        <a:pt x="100" y="0"/>
                      </a:moveTo>
                      <a:lnTo>
                        <a:pt x="0" y="334"/>
                      </a:lnTo>
                      <a:cubicBezTo>
                        <a:pt x="23450" y="12276"/>
                        <a:pt x="51837" y="29588"/>
                        <a:pt x="67248" y="43131"/>
                      </a:cubicBezTo>
                      <a:cubicBezTo>
                        <a:pt x="67767" y="43597"/>
                        <a:pt x="68383" y="43807"/>
                        <a:pt x="68988" y="43807"/>
                      </a:cubicBezTo>
                      <a:cubicBezTo>
                        <a:pt x="70289" y="43807"/>
                        <a:pt x="71538" y="42833"/>
                        <a:pt x="71651" y="41330"/>
                      </a:cubicBezTo>
                      <a:cubicBezTo>
                        <a:pt x="71818" y="38961"/>
                        <a:pt x="72218" y="36326"/>
                        <a:pt x="72986" y="34125"/>
                      </a:cubicBezTo>
                      <a:cubicBezTo>
                        <a:pt x="73319" y="33091"/>
                        <a:pt x="73052" y="31956"/>
                        <a:pt x="72252" y="31256"/>
                      </a:cubicBezTo>
                      <a:cubicBezTo>
                        <a:pt x="56274" y="16712"/>
                        <a:pt x="11275" y="0"/>
                        <a:pt x="100" y="0"/>
                      </a:cubicBezTo>
                      <a:close/>
                    </a:path>
                  </a:pathLst>
                </a:custGeom>
                <a:solidFill>
                  <a:srgbClr val="191919">
                    <a:alpha val="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" name="Google Shape;248;p2"/>
                <p:cNvSpPr/>
                <p:nvPr/>
              </p:nvSpPr>
              <p:spPr>
                <a:xfrm>
                  <a:off x="1899375" y="2954288"/>
                  <a:ext cx="1687900" cy="1388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516" h="55558" extrusionOk="0">
                      <a:moveTo>
                        <a:pt x="67" y="0"/>
                      </a:moveTo>
                      <a:cubicBezTo>
                        <a:pt x="34" y="67"/>
                        <a:pt x="34" y="33"/>
                        <a:pt x="0" y="67"/>
                      </a:cubicBezTo>
                      <a:cubicBezTo>
                        <a:pt x="16979" y="16979"/>
                        <a:pt x="36593" y="38361"/>
                        <a:pt x="44466" y="54072"/>
                      </a:cubicBezTo>
                      <a:cubicBezTo>
                        <a:pt x="44945" y="55049"/>
                        <a:pt x="45883" y="55558"/>
                        <a:pt x="46835" y="55558"/>
                      </a:cubicBezTo>
                      <a:cubicBezTo>
                        <a:pt x="47605" y="55558"/>
                        <a:pt x="48384" y="55225"/>
                        <a:pt x="48935" y="54539"/>
                      </a:cubicBezTo>
                      <a:cubicBezTo>
                        <a:pt x="53238" y="49135"/>
                        <a:pt x="58676" y="46367"/>
                        <a:pt x="64080" y="46033"/>
                      </a:cubicBezTo>
                      <a:cubicBezTo>
                        <a:pt x="66481" y="45900"/>
                        <a:pt x="67515" y="42931"/>
                        <a:pt x="65681" y="41363"/>
                      </a:cubicBezTo>
                      <a:cubicBezTo>
                        <a:pt x="49936" y="28053"/>
                        <a:pt x="22650" y="11508"/>
                        <a:pt x="67" y="0"/>
                      </a:cubicBezTo>
                      <a:close/>
                    </a:path>
                  </a:pathLst>
                </a:custGeom>
                <a:solidFill>
                  <a:srgbClr val="191919">
                    <a:alpha val="615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9" name="Google Shape;249;p2"/>
                <p:cNvSpPr/>
                <p:nvPr/>
              </p:nvSpPr>
              <p:spPr>
                <a:xfrm>
                  <a:off x="1858500" y="2955938"/>
                  <a:ext cx="1148675" cy="1546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47" h="61841" extrusionOk="0">
                      <a:moveTo>
                        <a:pt x="1635" y="1"/>
                      </a:moveTo>
                      <a:cubicBezTo>
                        <a:pt x="1602" y="34"/>
                        <a:pt x="1569" y="34"/>
                        <a:pt x="1502" y="34"/>
                      </a:cubicBezTo>
                      <a:cubicBezTo>
                        <a:pt x="1402" y="168"/>
                        <a:pt x="1302" y="334"/>
                        <a:pt x="1168" y="501"/>
                      </a:cubicBezTo>
                      <a:cubicBezTo>
                        <a:pt x="301" y="17547"/>
                        <a:pt x="1" y="38995"/>
                        <a:pt x="1869" y="59443"/>
                      </a:cubicBezTo>
                      <a:cubicBezTo>
                        <a:pt x="1989" y="60884"/>
                        <a:pt x="3215" y="61841"/>
                        <a:pt x="4515" y="61841"/>
                      </a:cubicBezTo>
                      <a:cubicBezTo>
                        <a:pt x="5021" y="61841"/>
                        <a:pt x="5538" y="61696"/>
                        <a:pt x="6005" y="61378"/>
                      </a:cubicBezTo>
                      <a:cubicBezTo>
                        <a:pt x="12280" y="57075"/>
                        <a:pt x="22400" y="54418"/>
                        <a:pt x="31722" y="54418"/>
                      </a:cubicBezTo>
                      <a:cubicBezTo>
                        <a:pt x="35335" y="54418"/>
                        <a:pt x="38828" y="54817"/>
                        <a:pt x="41931" y="55674"/>
                      </a:cubicBezTo>
                      <a:cubicBezTo>
                        <a:pt x="42172" y="55738"/>
                        <a:pt x="42409" y="55768"/>
                        <a:pt x="42637" y="55768"/>
                      </a:cubicBezTo>
                      <a:cubicBezTo>
                        <a:pt x="44562" y="55768"/>
                        <a:pt x="45947" y="53653"/>
                        <a:pt x="44933" y="51805"/>
                      </a:cubicBezTo>
                      <a:cubicBezTo>
                        <a:pt x="36427" y="36360"/>
                        <a:pt x="17847" y="16112"/>
                        <a:pt x="1635" y="1"/>
                      </a:cubicBezTo>
                      <a:close/>
                    </a:path>
                  </a:pathLst>
                </a:custGeom>
                <a:solidFill>
                  <a:srgbClr val="191919">
                    <a:alpha val="95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0" name="Google Shape;250;p2"/>
                <p:cNvSpPr/>
                <p:nvPr/>
              </p:nvSpPr>
              <p:spPr>
                <a:xfrm>
                  <a:off x="112275" y="2948438"/>
                  <a:ext cx="2249125" cy="1553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965" h="62141" extrusionOk="0">
                      <a:moveTo>
                        <a:pt x="71585" y="58242"/>
                      </a:moveTo>
                      <a:lnTo>
                        <a:pt x="71585" y="58242"/>
                      </a:lnTo>
                      <a:cubicBezTo>
                        <a:pt x="71590" y="58323"/>
                        <a:pt x="71595" y="58404"/>
                        <a:pt x="71601" y="58485"/>
                      </a:cubicBezTo>
                      <a:lnTo>
                        <a:pt x="71601" y="58485"/>
                      </a:lnTo>
                      <a:cubicBezTo>
                        <a:pt x="71593" y="58407"/>
                        <a:pt x="71585" y="58324"/>
                        <a:pt x="71585" y="58242"/>
                      </a:cubicBezTo>
                      <a:close/>
                      <a:moveTo>
                        <a:pt x="71017" y="1"/>
                      </a:moveTo>
                      <a:lnTo>
                        <a:pt x="71017" y="1"/>
                      </a:lnTo>
                      <a:cubicBezTo>
                        <a:pt x="59142" y="634"/>
                        <a:pt x="18180" y="15879"/>
                        <a:pt x="1301" y="29722"/>
                      </a:cubicBezTo>
                      <a:cubicBezTo>
                        <a:pt x="100" y="30723"/>
                        <a:pt x="0" y="32524"/>
                        <a:pt x="1101" y="33625"/>
                      </a:cubicBezTo>
                      <a:cubicBezTo>
                        <a:pt x="3569" y="36060"/>
                        <a:pt x="5371" y="39762"/>
                        <a:pt x="5871" y="44166"/>
                      </a:cubicBezTo>
                      <a:cubicBezTo>
                        <a:pt x="6046" y="45630"/>
                        <a:pt x="7281" y="46551"/>
                        <a:pt x="8544" y="46551"/>
                      </a:cubicBezTo>
                      <a:cubicBezTo>
                        <a:pt x="9208" y="46551"/>
                        <a:pt x="9879" y="46296"/>
                        <a:pt x="10408" y="45733"/>
                      </a:cubicBezTo>
                      <a:cubicBezTo>
                        <a:pt x="10808" y="45333"/>
                        <a:pt x="11208" y="44933"/>
                        <a:pt x="11608" y="44532"/>
                      </a:cubicBezTo>
                      <a:lnTo>
                        <a:pt x="11608" y="44532"/>
                      </a:lnTo>
                      <a:cubicBezTo>
                        <a:pt x="9974" y="46200"/>
                        <a:pt x="11175" y="49002"/>
                        <a:pt x="13543" y="49002"/>
                      </a:cubicBezTo>
                      <a:cubicBezTo>
                        <a:pt x="20381" y="49036"/>
                        <a:pt x="28887" y="52171"/>
                        <a:pt x="33190" y="56775"/>
                      </a:cubicBezTo>
                      <a:cubicBezTo>
                        <a:pt x="33734" y="57373"/>
                        <a:pt x="34457" y="57658"/>
                        <a:pt x="35171" y="57658"/>
                      </a:cubicBezTo>
                      <a:cubicBezTo>
                        <a:pt x="36168" y="57658"/>
                        <a:pt x="37147" y="57104"/>
                        <a:pt x="37594" y="56074"/>
                      </a:cubicBezTo>
                      <a:cubicBezTo>
                        <a:pt x="37794" y="55574"/>
                        <a:pt x="37994" y="55107"/>
                        <a:pt x="38227" y="54606"/>
                      </a:cubicBezTo>
                      <a:lnTo>
                        <a:pt x="38227" y="54606"/>
                      </a:lnTo>
                      <a:cubicBezTo>
                        <a:pt x="37408" y="56428"/>
                        <a:pt x="38799" y="58333"/>
                        <a:pt x="40666" y="58333"/>
                      </a:cubicBezTo>
                      <a:cubicBezTo>
                        <a:pt x="40849" y="58333"/>
                        <a:pt x="41038" y="58315"/>
                        <a:pt x="41230" y="58276"/>
                      </a:cubicBezTo>
                      <a:cubicBezTo>
                        <a:pt x="43367" y="57814"/>
                        <a:pt x="45880" y="57597"/>
                        <a:pt x="48538" y="57597"/>
                      </a:cubicBezTo>
                      <a:cubicBezTo>
                        <a:pt x="55294" y="57597"/>
                        <a:pt x="62989" y="58998"/>
                        <a:pt x="67849" y="61344"/>
                      </a:cubicBezTo>
                      <a:cubicBezTo>
                        <a:pt x="68217" y="61519"/>
                        <a:pt x="68597" y="61599"/>
                        <a:pt x="68967" y="61599"/>
                      </a:cubicBezTo>
                      <a:cubicBezTo>
                        <a:pt x="70405" y="61599"/>
                        <a:pt x="71694" y="60389"/>
                        <a:pt x="71625" y="58814"/>
                      </a:cubicBezTo>
                      <a:lnTo>
                        <a:pt x="71625" y="58814"/>
                      </a:lnTo>
                      <a:cubicBezTo>
                        <a:pt x="71648" y="59124"/>
                        <a:pt x="71677" y="59434"/>
                        <a:pt x="71718" y="59743"/>
                      </a:cubicBezTo>
                      <a:cubicBezTo>
                        <a:pt x="71838" y="61184"/>
                        <a:pt x="73064" y="62141"/>
                        <a:pt x="74364" y="62141"/>
                      </a:cubicBezTo>
                      <a:cubicBezTo>
                        <a:pt x="74870" y="62141"/>
                        <a:pt x="75387" y="61996"/>
                        <a:pt x="75854" y="61678"/>
                      </a:cubicBezTo>
                      <a:cubicBezTo>
                        <a:pt x="79557" y="59143"/>
                        <a:pt x="84560" y="57175"/>
                        <a:pt x="89964" y="56007"/>
                      </a:cubicBezTo>
                      <a:cubicBezTo>
                        <a:pt x="89764" y="55974"/>
                        <a:pt x="89531" y="55874"/>
                        <a:pt x="89331" y="55774"/>
                      </a:cubicBezTo>
                      <a:cubicBezTo>
                        <a:pt x="84466" y="53426"/>
                        <a:pt x="76762" y="52041"/>
                        <a:pt x="70001" y="52041"/>
                      </a:cubicBezTo>
                      <a:cubicBezTo>
                        <a:pt x="67350" y="52041"/>
                        <a:pt x="64844" y="52254"/>
                        <a:pt x="62712" y="52705"/>
                      </a:cubicBezTo>
                      <a:cubicBezTo>
                        <a:pt x="62205" y="52816"/>
                        <a:pt x="61561" y="52870"/>
                        <a:pt x="60853" y="52870"/>
                      </a:cubicBezTo>
                      <a:cubicBezTo>
                        <a:pt x="58578" y="52870"/>
                        <a:pt x="55657" y="52306"/>
                        <a:pt x="54639" y="51237"/>
                      </a:cubicBezTo>
                      <a:cubicBezTo>
                        <a:pt x="50369" y="46601"/>
                        <a:pt x="41830" y="43498"/>
                        <a:pt x="35025" y="43465"/>
                      </a:cubicBezTo>
                      <a:cubicBezTo>
                        <a:pt x="32657" y="43465"/>
                        <a:pt x="27620" y="40863"/>
                        <a:pt x="27353" y="38628"/>
                      </a:cubicBezTo>
                      <a:cubicBezTo>
                        <a:pt x="26853" y="34225"/>
                        <a:pt x="25051" y="30522"/>
                        <a:pt x="22550" y="28054"/>
                      </a:cubicBezTo>
                      <a:cubicBezTo>
                        <a:pt x="21449" y="26987"/>
                        <a:pt x="21582" y="25152"/>
                        <a:pt x="22783" y="24185"/>
                      </a:cubicBezTo>
                      <a:cubicBezTo>
                        <a:pt x="33624" y="15278"/>
                        <a:pt x="54406" y="5805"/>
                        <a:pt x="71017" y="1"/>
                      </a:cubicBezTo>
                      <a:close/>
                    </a:path>
                  </a:pathLst>
                </a:custGeom>
                <a:solidFill>
                  <a:srgbClr val="191919">
                    <a:alpha val="2849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1" name="Google Shape;251;p2"/>
                <p:cNvSpPr/>
                <p:nvPr/>
              </p:nvSpPr>
              <p:spPr>
                <a:xfrm>
                  <a:off x="1820150" y="2665738"/>
                  <a:ext cx="184325" cy="255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73" h="10208" extrusionOk="0">
                      <a:moveTo>
                        <a:pt x="3670" y="0"/>
                      </a:moveTo>
                      <a:cubicBezTo>
                        <a:pt x="1835" y="0"/>
                        <a:pt x="1" y="10208"/>
                        <a:pt x="1" y="10208"/>
                      </a:cubicBezTo>
                      <a:lnTo>
                        <a:pt x="7372" y="10208"/>
                      </a:lnTo>
                      <a:cubicBezTo>
                        <a:pt x="7372" y="10208"/>
                        <a:pt x="5538" y="0"/>
                        <a:pt x="367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252" name="Google Shape;252;p2"/>
            <p:cNvSpPr/>
            <p:nvPr/>
          </p:nvSpPr>
          <p:spPr>
            <a:xfrm>
              <a:off x="6580563" y="3762025"/>
              <a:ext cx="293575" cy="111775"/>
            </a:xfrm>
            <a:custGeom>
              <a:avLst/>
              <a:gdLst/>
              <a:ahLst/>
              <a:cxnLst/>
              <a:rect l="l" t="t" r="r" b="b"/>
              <a:pathLst>
                <a:path w="11743" h="4471" extrusionOk="0">
                  <a:moveTo>
                    <a:pt x="2002" y="1"/>
                  </a:moveTo>
                  <a:cubicBezTo>
                    <a:pt x="902" y="1"/>
                    <a:pt x="1" y="902"/>
                    <a:pt x="1" y="2002"/>
                  </a:cubicBezTo>
                  <a:lnTo>
                    <a:pt x="1" y="2469"/>
                  </a:lnTo>
                  <a:cubicBezTo>
                    <a:pt x="1" y="3570"/>
                    <a:pt x="902" y="4471"/>
                    <a:pt x="2002" y="4471"/>
                  </a:cubicBezTo>
                  <a:lnTo>
                    <a:pt x="9741" y="4471"/>
                  </a:lnTo>
                  <a:cubicBezTo>
                    <a:pt x="10875" y="4471"/>
                    <a:pt x="11743" y="3570"/>
                    <a:pt x="11743" y="2469"/>
                  </a:cubicBezTo>
                  <a:lnTo>
                    <a:pt x="11743" y="2002"/>
                  </a:lnTo>
                  <a:cubicBezTo>
                    <a:pt x="11743" y="902"/>
                    <a:pt x="10875" y="1"/>
                    <a:pt x="97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3" name="Google Shape;253;p2"/>
          <p:cNvGrpSpPr/>
          <p:nvPr/>
        </p:nvGrpSpPr>
        <p:grpSpPr>
          <a:xfrm>
            <a:off x="2023804" y="4488761"/>
            <a:ext cx="3369488" cy="1707138"/>
            <a:chOff x="4054650" y="529913"/>
            <a:chExt cx="3624275" cy="1836225"/>
          </a:xfrm>
        </p:grpSpPr>
        <p:sp>
          <p:nvSpPr>
            <p:cNvPr id="254" name="Google Shape;254;p2"/>
            <p:cNvSpPr/>
            <p:nvPr/>
          </p:nvSpPr>
          <p:spPr>
            <a:xfrm>
              <a:off x="4054650" y="812613"/>
              <a:ext cx="1777125" cy="1163775"/>
            </a:xfrm>
            <a:custGeom>
              <a:avLst/>
              <a:gdLst/>
              <a:ahLst/>
              <a:cxnLst/>
              <a:rect l="l" t="t" r="r" b="b"/>
              <a:pathLst>
                <a:path w="71085" h="46551" extrusionOk="0">
                  <a:moveTo>
                    <a:pt x="71051" y="1"/>
                  </a:moveTo>
                  <a:cubicBezTo>
                    <a:pt x="59209" y="601"/>
                    <a:pt x="18213" y="15879"/>
                    <a:pt x="1301" y="29722"/>
                  </a:cubicBezTo>
                  <a:cubicBezTo>
                    <a:pt x="100" y="30723"/>
                    <a:pt x="0" y="32524"/>
                    <a:pt x="1101" y="33625"/>
                  </a:cubicBezTo>
                  <a:cubicBezTo>
                    <a:pt x="3569" y="36060"/>
                    <a:pt x="5371" y="39762"/>
                    <a:pt x="5904" y="44166"/>
                  </a:cubicBezTo>
                  <a:cubicBezTo>
                    <a:pt x="6057" y="45630"/>
                    <a:pt x="7285" y="46551"/>
                    <a:pt x="8555" y="46551"/>
                  </a:cubicBezTo>
                  <a:cubicBezTo>
                    <a:pt x="9222" y="46551"/>
                    <a:pt x="9901" y="46296"/>
                    <a:pt x="10441" y="45733"/>
                  </a:cubicBezTo>
                  <a:cubicBezTo>
                    <a:pt x="24151" y="31390"/>
                    <a:pt x="50203" y="12610"/>
                    <a:pt x="71051" y="568"/>
                  </a:cubicBezTo>
                  <a:cubicBezTo>
                    <a:pt x="71051" y="401"/>
                    <a:pt x="71051" y="201"/>
                    <a:pt x="7108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255;p2"/>
            <p:cNvSpPr/>
            <p:nvPr/>
          </p:nvSpPr>
          <p:spPr>
            <a:xfrm>
              <a:off x="4303150" y="826788"/>
              <a:ext cx="1529450" cy="1427300"/>
            </a:xfrm>
            <a:custGeom>
              <a:avLst/>
              <a:gdLst/>
              <a:ahLst/>
              <a:cxnLst/>
              <a:rect l="l" t="t" r="r" b="b"/>
              <a:pathLst>
                <a:path w="61178" h="57092" extrusionOk="0">
                  <a:moveTo>
                    <a:pt x="61111" y="1"/>
                  </a:moveTo>
                  <a:cubicBezTo>
                    <a:pt x="40830" y="11709"/>
                    <a:pt x="15678" y="29789"/>
                    <a:pt x="1668" y="43932"/>
                  </a:cubicBezTo>
                  <a:cubicBezTo>
                    <a:pt x="1" y="45633"/>
                    <a:pt x="1235" y="48435"/>
                    <a:pt x="3603" y="48435"/>
                  </a:cubicBezTo>
                  <a:cubicBezTo>
                    <a:pt x="10441" y="48469"/>
                    <a:pt x="18947" y="51604"/>
                    <a:pt x="23250" y="56208"/>
                  </a:cubicBezTo>
                  <a:cubicBezTo>
                    <a:pt x="23794" y="56806"/>
                    <a:pt x="24517" y="57091"/>
                    <a:pt x="25231" y="57091"/>
                  </a:cubicBezTo>
                  <a:cubicBezTo>
                    <a:pt x="26228" y="57091"/>
                    <a:pt x="27207" y="56537"/>
                    <a:pt x="27654" y="55507"/>
                  </a:cubicBezTo>
                  <a:cubicBezTo>
                    <a:pt x="34525" y="39529"/>
                    <a:pt x="48001" y="18180"/>
                    <a:pt x="61178" y="101"/>
                  </a:cubicBezTo>
                  <a:cubicBezTo>
                    <a:pt x="61144" y="34"/>
                    <a:pt x="61144" y="67"/>
                    <a:pt x="6111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256;p2"/>
            <p:cNvSpPr/>
            <p:nvPr/>
          </p:nvSpPr>
          <p:spPr>
            <a:xfrm>
              <a:off x="4989825" y="832638"/>
              <a:ext cx="858600" cy="1520275"/>
            </a:xfrm>
            <a:custGeom>
              <a:avLst/>
              <a:gdLst/>
              <a:ahLst/>
              <a:cxnLst/>
              <a:rect l="l" t="t" r="r" b="b"/>
              <a:pathLst>
                <a:path w="34344" h="60811" extrusionOk="0">
                  <a:moveTo>
                    <a:pt x="33610" y="0"/>
                  </a:moveTo>
                  <a:lnTo>
                    <a:pt x="33610" y="0"/>
                  </a:lnTo>
                  <a:cubicBezTo>
                    <a:pt x="20868" y="17479"/>
                    <a:pt x="7859" y="38027"/>
                    <a:pt x="820" y="53805"/>
                  </a:cubicBezTo>
                  <a:cubicBezTo>
                    <a:pt x="1" y="55627"/>
                    <a:pt x="1392" y="57532"/>
                    <a:pt x="3259" y="57532"/>
                  </a:cubicBezTo>
                  <a:cubicBezTo>
                    <a:pt x="3442" y="57532"/>
                    <a:pt x="3631" y="57514"/>
                    <a:pt x="3823" y="57475"/>
                  </a:cubicBezTo>
                  <a:cubicBezTo>
                    <a:pt x="5960" y="57013"/>
                    <a:pt x="8473" y="56796"/>
                    <a:pt x="11131" y="56796"/>
                  </a:cubicBezTo>
                  <a:cubicBezTo>
                    <a:pt x="17887" y="56796"/>
                    <a:pt x="25582" y="58197"/>
                    <a:pt x="30442" y="60543"/>
                  </a:cubicBezTo>
                  <a:cubicBezTo>
                    <a:pt x="30815" y="60727"/>
                    <a:pt x="31200" y="60811"/>
                    <a:pt x="31574" y="60811"/>
                  </a:cubicBezTo>
                  <a:cubicBezTo>
                    <a:pt x="33038" y="60811"/>
                    <a:pt x="34344" y="59529"/>
                    <a:pt x="34211" y="57908"/>
                  </a:cubicBezTo>
                  <a:cubicBezTo>
                    <a:pt x="32443" y="37794"/>
                    <a:pt x="32777" y="16745"/>
                    <a:pt x="3361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257;p2"/>
            <p:cNvSpPr/>
            <p:nvPr/>
          </p:nvSpPr>
          <p:spPr>
            <a:xfrm>
              <a:off x="5845925" y="811788"/>
              <a:ext cx="1833000" cy="1095200"/>
            </a:xfrm>
            <a:custGeom>
              <a:avLst/>
              <a:gdLst/>
              <a:ahLst/>
              <a:cxnLst/>
              <a:rect l="l" t="t" r="r" b="b"/>
              <a:pathLst>
                <a:path w="73320" h="43808" extrusionOk="0">
                  <a:moveTo>
                    <a:pt x="100" y="0"/>
                  </a:moveTo>
                  <a:lnTo>
                    <a:pt x="0" y="334"/>
                  </a:lnTo>
                  <a:cubicBezTo>
                    <a:pt x="23450" y="12276"/>
                    <a:pt x="51837" y="29588"/>
                    <a:pt x="67248" y="43131"/>
                  </a:cubicBezTo>
                  <a:cubicBezTo>
                    <a:pt x="67767" y="43597"/>
                    <a:pt x="68383" y="43807"/>
                    <a:pt x="68988" y="43807"/>
                  </a:cubicBezTo>
                  <a:cubicBezTo>
                    <a:pt x="70289" y="43807"/>
                    <a:pt x="71538" y="42833"/>
                    <a:pt x="71651" y="41330"/>
                  </a:cubicBezTo>
                  <a:cubicBezTo>
                    <a:pt x="71818" y="38961"/>
                    <a:pt x="72218" y="36326"/>
                    <a:pt x="72986" y="34125"/>
                  </a:cubicBezTo>
                  <a:cubicBezTo>
                    <a:pt x="73319" y="33091"/>
                    <a:pt x="73052" y="31956"/>
                    <a:pt x="72252" y="31256"/>
                  </a:cubicBezTo>
                  <a:cubicBezTo>
                    <a:pt x="56274" y="16712"/>
                    <a:pt x="11275" y="0"/>
                    <a:pt x="10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258;p2"/>
            <p:cNvSpPr/>
            <p:nvPr/>
          </p:nvSpPr>
          <p:spPr>
            <a:xfrm>
              <a:off x="5841750" y="818463"/>
              <a:ext cx="1687900" cy="1388950"/>
            </a:xfrm>
            <a:custGeom>
              <a:avLst/>
              <a:gdLst/>
              <a:ahLst/>
              <a:cxnLst/>
              <a:rect l="l" t="t" r="r" b="b"/>
              <a:pathLst>
                <a:path w="67516" h="55558" extrusionOk="0">
                  <a:moveTo>
                    <a:pt x="67" y="0"/>
                  </a:moveTo>
                  <a:cubicBezTo>
                    <a:pt x="34" y="67"/>
                    <a:pt x="34" y="33"/>
                    <a:pt x="0" y="67"/>
                  </a:cubicBezTo>
                  <a:cubicBezTo>
                    <a:pt x="16979" y="16979"/>
                    <a:pt x="36593" y="38361"/>
                    <a:pt x="44466" y="54072"/>
                  </a:cubicBezTo>
                  <a:cubicBezTo>
                    <a:pt x="44945" y="55049"/>
                    <a:pt x="45883" y="55558"/>
                    <a:pt x="46835" y="55558"/>
                  </a:cubicBezTo>
                  <a:cubicBezTo>
                    <a:pt x="47605" y="55558"/>
                    <a:pt x="48384" y="55225"/>
                    <a:pt x="48935" y="54539"/>
                  </a:cubicBezTo>
                  <a:cubicBezTo>
                    <a:pt x="53238" y="49135"/>
                    <a:pt x="58676" y="46367"/>
                    <a:pt x="64080" y="46033"/>
                  </a:cubicBezTo>
                  <a:cubicBezTo>
                    <a:pt x="66481" y="45900"/>
                    <a:pt x="67515" y="42931"/>
                    <a:pt x="65681" y="41363"/>
                  </a:cubicBezTo>
                  <a:cubicBezTo>
                    <a:pt x="49936" y="28053"/>
                    <a:pt x="22650" y="11508"/>
                    <a:pt x="6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259;p2"/>
            <p:cNvSpPr/>
            <p:nvPr/>
          </p:nvSpPr>
          <p:spPr>
            <a:xfrm>
              <a:off x="5800875" y="820113"/>
              <a:ext cx="1148675" cy="1546025"/>
            </a:xfrm>
            <a:custGeom>
              <a:avLst/>
              <a:gdLst/>
              <a:ahLst/>
              <a:cxnLst/>
              <a:rect l="l" t="t" r="r" b="b"/>
              <a:pathLst>
                <a:path w="45947" h="61841" extrusionOk="0">
                  <a:moveTo>
                    <a:pt x="1635" y="1"/>
                  </a:moveTo>
                  <a:cubicBezTo>
                    <a:pt x="1602" y="34"/>
                    <a:pt x="1569" y="34"/>
                    <a:pt x="1502" y="34"/>
                  </a:cubicBezTo>
                  <a:cubicBezTo>
                    <a:pt x="1402" y="168"/>
                    <a:pt x="1302" y="334"/>
                    <a:pt x="1168" y="501"/>
                  </a:cubicBezTo>
                  <a:cubicBezTo>
                    <a:pt x="301" y="17547"/>
                    <a:pt x="1" y="38995"/>
                    <a:pt x="1869" y="59443"/>
                  </a:cubicBezTo>
                  <a:cubicBezTo>
                    <a:pt x="1989" y="60884"/>
                    <a:pt x="3215" y="61841"/>
                    <a:pt x="4515" y="61841"/>
                  </a:cubicBezTo>
                  <a:cubicBezTo>
                    <a:pt x="5021" y="61841"/>
                    <a:pt x="5538" y="61696"/>
                    <a:pt x="6005" y="61378"/>
                  </a:cubicBezTo>
                  <a:cubicBezTo>
                    <a:pt x="12280" y="57075"/>
                    <a:pt x="22400" y="54418"/>
                    <a:pt x="31722" y="54418"/>
                  </a:cubicBezTo>
                  <a:cubicBezTo>
                    <a:pt x="35335" y="54418"/>
                    <a:pt x="38828" y="54817"/>
                    <a:pt x="41931" y="55674"/>
                  </a:cubicBezTo>
                  <a:cubicBezTo>
                    <a:pt x="42172" y="55738"/>
                    <a:pt x="42409" y="55768"/>
                    <a:pt x="42637" y="55768"/>
                  </a:cubicBezTo>
                  <a:cubicBezTo>
                    <a:pt x="44562" y="55768"/>
                    <a:pt x="45947" y="53653"/>
                    <a:pt x="44933" y="51805"/>
                  </a:cubicBezTo>
                  <a:cubicBezTo>
                    <a:pt x="36427" y="36360"/>
                    <a:pt x="17847" y="16112"/>
                    <a:pt x="163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60" name="Google Shape;260;p2"/>
            <p:cNvGrpSpPr/>
            <p:nvPr/>
          </p:nvGrpSpPr>
          <p:grpSpPr>
            <a:xfrm>
              <a:off x="4054650" y="529913"/>
              <a:ext cx="3624275" cy="1836225"/>
              <a:chOff x="112275" y="2665738"/>
              <a:chExt cx="3624275" cy="1836225"/>
            </a:xfrm>
          </p:grpSpPr>
          <p:sp>
            <p:nvSpPr>
              <p:cNvPr id="261" name="Google Shape;261;p2"/>
              <p:cNvSpPr/>
              <p:nvPr/>
            </p:nvSpPr>
            <p:spPr>
              <a:xfrm>
                <a:off x="112275" y="2948438"/>
                <a:ext cx="1777125" cy="1163775"/>
              </a:xfrm>
              <a:custGeom>
                <a:avLst/>
                <a:gdLst/>
                <a:ahLst/>
                <a:cxnLst/>
                <a:rect l="l" t="t" r="r" b="b"/>
                <a:pathLst>
                  <a:path w="71085" h="46551" extrusionOk="0">
                    <a:moveTo>
                      <a:pt x="71051" y="1"/>
                    </a:moveTo>
                    <a:cubicBezTo>
                      <a:pt x="59209" y="601"/>
                      <a:pt x="18213" y="15879"/>
                      <a:pt x="1301" y="29722"/>
                    </a:cubicBezTo>
                    <a:cubicBezTo>
                      <a:pt x="100" y="30723"/>
                      <a:pt x="0" y="32524"/>
                      <a:pt x="1101" y="33625"/>
                    </a:cubicBezTo>
                    <a:cubicBezTo>
                      <a:pt x="3569" y="36060"/>
                      <a:pt x="5371" y="39762"/>
                      <a:pt x="5904" y="44166"/>
                    </a:cubicBezTo>
                    <a:cubicBezTo>
                      <a:pt x="6057" y="45630"/>
                      <a:pt x="7285" y="46551"/>
                      <a:pt x="8555" y="46551"/>
                    </a:cubicBezTo>
                    <a:cubicBezTo>
                      <a:pt x="9222" y="46551"/>
                      <a:pt x="9901" y="46296"/>
                      <a:pt x="10441" y="45733"/>
                    </a:cubicBezTo>
                    <a:cubicBezTo>
                      <a:pt x="24151" y="31390"/>
                      <a:pt x="50203" y="12610"/>
                      <a:pt x="71051" y="568"/>
                    </a:cubicBezTo>
                    <a:cubicBezTo>
                      <a:pt x="71051" y="401"/>
                      <a:pt x="71051" y="201"/>
                      <a:pt x="71084" y="1"/>
                    </a:cubicBezTo>
                    <a:close/>
                  </a:path>
                </a:pathLst>
              </a:custGeom>
              <a:solidFill>
                <a:srgbClr val="191919">
                  <a:alpha val="284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62;p2"/>
              <p:cNvSpPr/>
              <p:nvPr/>
            </p:nvSpPr>
            <p:spPr>
              <a:xfrm>
                <a:off x="360775" y="2962613"/>
                <a:ext cx="1529450" cy="1427300"/>
              </a:xfrm>
              <a:custGeom>
                <a:avLst/>
                <a:gdLst/>
                <a:ahLst/>
                <a:cxnLst/>
                <a:rect l="l" t="t" r="r" b="b"/>
                <a:pathLst>
                  <a:path w="61178" h="57092" extrusionOk="0">
                    <a:moveTo>
                      <a:pt x="61111" y="1"/>
                    </a:moveTo>
                    <a:cubicBezTo>
                      <a:pt x="40830" y="11709"/>
                      <a:pt x="15678" y="29789"/>
                      <a:pt x="1668" y="43932"/>
                    </a:cubicBezTo>
                    <a:cubicBezTo>
                      <a:pt x="1" y="45633"/>
                      <a:pt x="1235" y="48435"/>
                      <a:pt x="3603" y="48435"/>
                    </a:cubicBezTo>
                    <a:cubicBezTo>
                      <a:pt x="10441" y="48469"/>
                      <a:pt x="18947" y="51604"/>
                      <a:pt x="23250" y="56208"/>
                    </a:cubicBezTo>
                    <a:cubicBezTo>
                      <a:pt x="23794" y="56806"/>
                      <a:pt x="24517" y="57091"/>
                      <a:pt x="25231" y="57091"/>
                    </a:cubicBezTo>
                    <a:cubicBezTo>
                      <a:pt x="26228" y="57091"/>
                      <a:pt x="27207" y="56537"/>
                      <a:pt x="27654" y="55507"/>
                    </a:cubicBezTo>
                    <a:cubicBezTo>
                      <a:pt x="34525" y="39529"/>
                      <a:pt x="48001" y="18180"/>
                      <a:pt x="61178" y="101"/>
                    </a:cubicBezTo>
                    <a:cubicBezTo>
                      <a:pt x="61144" y="34"/>
                      <a:pt x="61144" y="67"/>
                      <a:pt x="61111" y="1"/>
                    </a:cubicBezTo>
                    <a:close/>
                  </a:path>
                </a:pathLst>
              </a:custGeom>
              <a:solidFill>
                <a:srgbClr val="191919">
                  <a:alpha val="189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263;p2"/>
              <p:cNvSpPr/>
              <p:nvPr/>
            </p:nvSpPr>
            <p:spPr>
              <a:xfrm>
                <a:off x="1047450" y="2968463"/>
                <a:ext cx="858600" cy="1520275"/>
              </a:xfrm>
              <a:custGeom>
                <a:avLst/>
                <a:gdLst/>
                <a:ahLst/>
                <a:cxnLst/>
                <a:rect l="l" t="t" r="r" b="b"/>
                <a:pathLst>
                  <a:path w="34344" h="60811" extrusionOk="0">
                    <a:moveTo>
                      <a:pt x="33610" y="0"/>
                    </a:moveTo>
                    <a:lnTo>
                      <a:pt x="33610" y="0"/>
                    </a:lnTo>
                    <a:cubicBezTo>
                      <a:pt x="20868" y="17479"/>
                      <a:pt x="7859" y="38027"/>
                      <a:pt x="820" y="53805"/>
                    </a:cubicBezTo>
                    <a:cubicBezTo>
                      <a:pt x="1" y="55627"/>
                      <a:pt x="1392" y="57532"/>
                      <a:pt x="3259" y="57532"/>
                    </a:cubicBezTo>
                    <a:cubicBezTo>
                      <a:pt x="3442" y="57532"/>
                      <a:pt x="3631" y="57514"/>
                      <a:pt x="3823" y="57475"/>
                    </a:cubicBezTo>
                    <a:cubicBezTo>
                      <a:pt x="5960" y="57013"/>
                      <a:pt x="8473" y="56796"/>
                      <a:pt x="11131" y="56796"/>
                    </a:cubicBezTo>
                    <a:cubicBezTo>
                      <a:pt x="17887" y="56796"/>
                      <a:pt x="25582" y="58197"/>
                      <a:pt x="30442" y="60543"/>
                    </a:cubicBezTo>
                    <a:cubicBezTo>
                      <a:pt x="30815" y="60727"/>
                      <a:pt x="31200" y="60811"/>
                      <a:pt x="31574" y="60811"/>
                    </a:cubicBezTo>
                    <a:cubicBezTo>
                      <a:pt x="33038" y="60811"/>
                      <a:pt x="34344" y="59529"/>
                      <a:pt x="34211" y="57908"/>
                    </a:cubicBezTo>
                    <a:cubicBezTo>
                      <a:pt x="32443" y="37794"/>
                      <a:pt x="32777" y="16745"/>
                      <a:pt x="33610" y="0"/>
                    </a:cubicBezTo>
                    <a:close/>
                  </a:path>
                </a:pathLst>
              </a:custGeom>
              <a:solidFill>
                <a:srgbClr val="191919">
                  <a:alpha val="150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64;p2"/>
              <p:cNvSpPr/>
              <p:nvPr/>
            </p:nvSpPr>
            <p:spPr>
              <a:xfrm>
                <a:off x="1903550" y="2947613"/>
                <a:ext cx="1833000" cy="1095200"/>
              </a:xfrm>
              <a:custGeom>
                <a:avLst/>
                <a:gdLst/>
                <a:ahLst/>
                <a:cxnLst/>
                <a:rect l="l" t="t" r="r" b="b"/>
                <a:pathLst>
                  <a:path w="73320" h="43808" extrusionOk="0">
                    <a:moveTo>
                      <a:pt x="100" y="0"/>
                    </a:moveTo>
                    <a:lnTo>
                      <a:pt x="0" y="334"/>
                    </a:lnTo>
                    <a:cubicBezTo>
                      <a:pt x="23450" y="12276"/>
                      <a:pt x="51837" y="29588"/>
                      <a:pt x="67248" y="43131"/>
                    </a:cubicBezTo>
                    <a:cubicBezTo>
                      <a:pt x="67767" y="43597"/>
                      <a:pt x="68383" y="43807"/>
                      <a:pt x="68988" y="43807"/>
                    </a:cubicBezTo>
                    <a:cubicBezTo>
                      <a:pt x="70289" y="43807"/>
                      <a:pt x="71538" y="42833"/>
                      <a:pt x="71651" y="41330"/>
                    </a:cubicBezTo>
                    <a:cubicBezTo>
                      <a:pt x="71818" y="38961"/>
                      <a:pt x="72218" y="36326"/>
                      <a:pt x="72986" y="34125"/>
                    </a:cubicBezTo>
                    <a:cubicBezTo>
                      <a:pt x="73319" y="33091"/>
                      <a:pt x="73052" y="31956"/>
                      <a:pt x="72252" y="31256"/>
                    </a:cubicBezTo>
                    <a:cubicBezTo>
                      <a:pt x="56274" y="16712"/>
                      <a:pt x="11275" y="0"/>
                      <a:pt x="100" y="0"/>
                    </a:cubicBezTo>
                    <a:close/>
                  </a:path>
                </a:pathLst>
              </a:custGeom>
              <a:solidFill>
                <a:srgbClr val="191919">
                  <a:alpha val="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" name="Google Shape;265;p2"/>
              <p:cNvSpPr/>
              <p:nvPr/>
            </p:nvSpPr>
            <p:spPr>
              <a:xfrm>
                <a:off x="1899375" y="2954288"/>
                <a:ext cx="1687900" cy="1388950"/>
              </a:xfrm>
              <a:custGeom>
                <a:avLst/>
                <a:gdLst/>
                <a:ahLst/>
                <a:cxnLst/>
                <a:rect l="l" t="t" r="r" b="b"/>
                <a:pathLst>
                  <a:path w="67516" h="55558" extrusionOk="0">
                    <a:moveTo>
                      <a:pt x="67" y="0"/>
                    </a:moveTo>
                    <a:cubicBezTo>
                      <a:pt x="34" y="67"/>
                      <a:pt x="34" y="33"/>
                      <a:pt x="0" y="67"/>
                    </a:cubicBezTo>
                    <a:cubicBezTo>
                      <a:pt x="16979" y="16979"/>
                      <a:pt x="36593" y="38361"/>
                      <a:pt x="44466" y="54072"/>
                    </a:cubicBezTo>
                    <a:cubicBezTo>
                      <a:pt x="44945" y="55049"/>
                      <a:pt x="45883" y="55558"/>
                      <a:pt x="46835" y="55558"/>
                    </a:cubicBezTo>
                    <a:cubicBezTo>
                      <a:pt x="47605" y="55558"/>
                      <a:pt x="48384" y="55225"/>
                      <a:pt x="48935" y="54539"/>
                    </a:cubicBezTo>
                    <a:cubicBezTo>
                      <a:pt x="53238" y="49135"/>
                      <a:pt x="58676" y="46367"/>
                      <a:pt x="64080" y="46033"/>
                    </a:cubicBezTo>
                    <a:cubicBezTo>
                      <a:pt x="66481" y="45900"/>
                      <a:pt x="67515" y="42931"/>
                      <a:pt x="65681" y="41363"/>
                    </a:cubicBezTo>
                    <a:cubicBezTo>
                      <a:pt x="49936" y="28053"/>
                      <a:pt x="22650" y="11508"/>
                      <a:pt x="67" y="0"/>
                    </a:cubicBezTo>
                    <a:close/>
                  </a:path>
                </a:pathLst>
              </a:custGeom>
              <a:solidFill>
                <a:srgbClr val="191919">
                  <a:alpha val="61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66;p2"/>
              <p:cNvSpPr/>
              <p:nvPr/>
            </p:nvSpPr>
            <p:spPr>
              <a:xfrm>
                <a:off x="1858500" y="2955938"/>
                <a:ext cx="1148675" cy="1546025"/>
              </a:xfrm>
              <a:custGeom>
                <a:avLst/>
                <a:gdLst/>
                <a:ahLst/>
                <a:cxnLst/>
                <a:rect l="l" t="t" r="r" b="b"/>
                <a:pathLst>
                  <a:path w="45947" h="61841" extrusionOk="0">
                    <a:moveTo>
                      <a:pt x="1635" y="1"/>
                    </a:moveTo>
                    <a:cubicBezTo>
                      <a:pt x="1602" y="34"/>
                      <a:pt x="1569" y="34"/>
                      <a:pt x="1502" y="34"/>
                    </a:cubicBezTo>
                    <a:cubicBezTo>
                      <a:pt x="1402" y="168"/>
                      <a:pt x="1302" y="334"/>
                      <a:pt x="1168" y="501"/>
                    </a:cubicBezTo>
                    <a:cubicBezTo>
                      <a:pt x="301" y="17547"/>
                      <a:pt x="1" y="38995"/>
                      <a:pt x="1869" y="59443"/>
                    </a:cubicBezTo>
                    <a:cubicBezTo>
                      <a:pt x="1989" y="60884"/>
                      <a:pt x="3215" y="61841"/>
                      <a:pt x="4515" y="61841"/>
                    </a:cubicBezTo>
                    <a:cubicBezTo>
                      <a:pt x="5021" y="61841"/>
                      <a:pt x="5538" y="61696"/>
                      <a:pt x="6005" y="61378"/>
                    </a:cubicBezTo>
                    <a:cubicBezTo>
                      <a:pt x="12280" y="57075"/>
                      <a:pt x="22400" y="54418"/>
                      <a:pt x="31722" y="54418"/>
                    </a:cubicBezTo>
                    <a:cubicBezTo>
                      <a:pt x="35335" y="54418"/>
                      <a:pt x="38828" y="54817"/>
                      <a:pt x="41931" y="55674"/>
                    </a:cubicBezTo>
                    <a:cubicBezTo>
                      <a:pt x="42172" y="55738"/>
                      <a:pt x="42409" y="55768"/>
                      <a:pt x="42637" y="55768"/>
                    </a:cubicBezTo>
                    <a:cubicBezTo>
                      <a:pt x="44562" y="55768"/>
                      <a:pt x="45947" y="53653"/>
                      <a:pt x="44933" y="51805"/>
                    </a:cubicBezTo>
                    <a:cubicBezTo>
                      <a:pt x="36427" y="36360"/>
                      <a:pt x="17847" y="16112"/>
                      <a:pt x="1635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67;p2"/>
              <p:cNvSpPr/>
              <p:nvPr/>
            </p:nvSpPr>
            <p:spPr>
              <a:xfrm>
                <a:off x="112275" y="2948438"/>
                <a:ext cx="2249125" cy="1553525"/>
              </a:xfrm>
              <a:custGeom>
                <a:avLst/>
                <a:gdLst/>
                <a:ahLst/>
                <a:cxnLst/>
                <a:rect l="l" t="t" r="r" b="b"/>
                <a:pathLst>
                  <a:path w="89965" h="62141" extrusionOk="0">
                    <a:moveTo>
                      <a:pt x="71585" y="58242"/>
                    </a:moveTo>
                    <a:lnTo>
                      <a:pt x="71585" y="58242"/>
                    </a:lnTo>
                    <a:cubicBezTo>
                      <a:pt x="71590" y="58323"/>
                      <a:pt x="71595" y="58404"/>
                      <a:pt x="71601" y="58485"/>
                    </a:cubicBezTo>
                    <a:lnTo>
                      <a:pt x="71601" y="58485"/>
                    </a:lnTo>
                    <a:cubicBezTo>
                      <a:pt x="71593" y="58407"/>
                      <a:pt x="71585" y="58324"/>
                      <a:pt x="71585" y="58242"/>
                    </a:cubicBezTo>
                    <a:close/>
                    <a:moveTo>
                      <a:pt x="71017" y="1"/>
                    </a:moveTo>
                    <a:lnTo>
                      <a:pt x="71017" y="1"/>
                    </a:lnTo>
                    <a:cubicBezTo>
                      <a:pt x="59142" y="634"/>
                      <a:pt x="18180" y="15879"/>
                      <a:pt x="1301" y="29722"/>
                    </a:cubicBezTo>
                    <a:cubicBezTo>
                      <a:pt x="100" y="30723"/>
                      <a:pt x="0" y="32524"/>
                      <a:pt x="1101" y="33625"/>
                    </a:cubicBezTo>
                    <a:cubicBezTo>
                      <a:pt x="3569" y="36060"/>
                      <a:pt x="5371" y="39762"/>
                      <a:pt x="5871" y="44166"/>
                    </a:cubicBezTo>
                    <a:cubicBezTo>
                      <a:pt x="6046" y="45630"/>
                      <a:pt x="7281" y="46551"/>
                      <a:pt x="8544" y="46551"/>
                    </a:cubicBezTo>
                    <a:cubicBezTo>
                      <a:pt x="9208" y="46551"/>
                      <a:pt x="9879" y="46296"/>
                      <a:pt x="10408" y="45733"/>
                    </a:cubicBezTo>
                    <a:cubicBezTo>
                      <a:pt x="10808" y="45333"/>
                      <a:pt x="11208" y="44933"/>
                      <a:pt x="11608" y="44532"/>
                    </a:cubicBezTo>
                    <a:lnTo>
                      <a:pt x="11608" y="44532"/>
                    </a:lnTo>
                    <a:cubicBezTo>
                      <a:pt x="9974" y="46200"/>
                      <a:pt x="11175" y="49002"/>
                      <a:pt x="13543" y="49002"/>
                    </a:cubicBezTo>
                    <a:cubicBezTo>
                      <a:pt x="20381" y="49036"/>
                      <a:pt x="28887" y="52171"/>
                      <a:pt x="33190" y="56775"/>
                    </a:cubicBezTo>
                    <a:cubicBezTo>
                      <a:pt x="33734" y="57373"/>
                      <a:pt x="34457" y="57658"/>
                      <a:pt x="35171" y="57658"/>
                    </a:cubicBezTo>
                    <a:cubicBezTo>
                      <a:pt x="36168" y="57658"/>
                      <a:pt x="37147" y="57104"/>
                      <a:pt x="37594" y="56074"/>
                    </a:cubicBezTo>
                    <a:cubicBezTo>
                      <a:pt x="37794" y="55574"/>
                      <a:pt x="37994" y="55107"/>
                      <a:pt x="38227" y="54606"/>
                    </a:cubicBezTo>
                    <a:lnTo>
                      <a:pt x="38227" y="54606"/>
                    </a:lnTo>
                    <a:cubicBezTo>
                      <a:pt x="37408" y="56428"/>
                      <a:pt x="38799" y="58333"/>
                      <a:pt x="40666" y="58333"/>
                    </a:cubicBezTo>
                    <a:cubicBezTo>
                      <a:pt x="40849" y="58333"/>
                      <a:pt x="41038" y="58315"/>
                      <a:pt x="41230" y="58276"/>
                    </a:cubicBezTo>
                    <a:cubicBezTo>
                      <a:pt x="43367" y="57814"/>
                      <a:pt x="45880" y="57597"/>
                      <a:pt x="48538" y="57597"/>
                    </a:cubicBezTo>
                    <a:cubicBezTo>
                      <a:pt x="55294" y="57597"/>
                      <a:pt x="62989" y="58998"/>
                      <a:pt x="67849" y="61344"/>
                    </a:cubicBezTo>
                    <a:cubicBezTo>
                      <a:pt x="68217" y="61519"/>
                      <a:pt x="68597" y="61599"/>
                      <a:pt x="68967" y="61599"/>
                    </a:cubicBezTo>
                    <a:cubicBezTo>
                      <a:pt x="70405" y="61599"/>
                      <a:pt x="71694" y="60389"/>
                      <a:pt x="71625" y="58814"/>
                    </a:cubicBezTo>
                    <a:lnTo>
                      <a:pt x="71625" y="58814"/>
                    </a:lnTo>
                    <a:cubicBezTo>
                      <a:pt x="71648" y="59124"/>
                      <a:pt x="71677" y="59434"/>
                      <a:pt x="71718" y="59743"/>
                    </a:cubicBezTo>
                    <a:cubicBezTo>
                      <a:pt x="71838" y="61184"/>
                      <a:pt x="73064" y="62141"/>
                      <a:pt x="74364" y="62141"/>
                    </a:cubicBezTo>
                    <a:cubicBezTo>
                      <a:pt x="74870" y="62141"/>
                      <a:pt x="75387" y="61996"/>
                      <a:pt x="75854" y="61678"/>
                    </a:cubicBezTo>
                    <a:cubicBezTo>
                      <a:pt x="79557" y="59143"/>
                      <a:pt x="84560" y="57175"/>
                      <a:pt x="89964" y="56007"/>
                    </a:cubicBezTo>
                    <a:cubicBezTo>
                      <a:pt x="89764" y="55974"/>
                      <a:pt x="89531" y="55874"/>
                      <a:pt x="89331" y="55774"/>
                    </a:cubicBezTo>
                    <a:cubicBezTo>
                      <a:pt x="84466" y="53426"/>
                      <a:pt x="76762" y="52041"/>
                      <a:pt x="70001" y="52041"/>
                    </a:cubicBezTo>
                    <a:cubicBezTo>
                      <a:pt x="67350" y="52041"/>
                      <a:pt x="64844" y="52254"/>
                      <a:pt x="62712" y="52705"/>
                    </a:cubicBezTo>
                    <a:cubicBezTo>
                      <a:pt x="62205" y="52816"/>
                      <a:pt x="61561" y="52870"/>
                      <a:pt x="60853" y="52870"/>
                    </a:cubicBezTo>
                    <a:cubicBezTo>
                      <a:pt x="58578" y="52870"/>
                      <a:pt x="55657" y="52306"/>
                      <a:pt x="54639" y="51237"/>
                    </a:cubicBezTo>
                    <a:cubicBezTo>
                      <a:pt x="50369" y="46601"/>
                      <a:pt x="41830" y="43498"/>
                      <a:pt x="35025" y="43465"/>
                    </a:cubicBezTo>
                    <a:cubicBezTo>
                      <a:pt x="32657" y="43465"/>
                      <a:pt x="27620" y="40863"/>
                      <a:pt x="27353" y="38628"/>
                    </a:cubicBezTo>
                    <a:cubicBezTo>
                      <a:pt x="26853" y="34225"/>
                      <a:pt x="25051" y="30522"/>
                      <a:pt x="22550" y="28054"/>
                    </a:cubicBezTo>
                    <a:cubicBezTo>
                      <a:pt x="21449" y="26987"/>
                      <a:pt x="21582" y="25152"/>
                      <a:pt x="22783" y="24185"/>
                    </a:cubicBezTo>
                    <a:cubicBezTo>
                      <a:pt x="33624" y="15278"/>
                      <a:pt x="54406" y="5805"/>
                      <a:pt x="71017" y="1"/>
                    </a:cubicBezTo>
                    <a:close/>
                  </a:path>
                </a:pathLst>
              </a:custGeom>
              <a:solidFill>
                <a:srgbClr val="191919">
                  <a:alpha val="284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68;p2"/>
              <p:cNvSpPr/>
              <p:nvPr/>
            </p:nvSpPr>
            <p:spPr>
              <a:xfrm>
                <a:off x="1820150" y="2665738"/>
                <a:ext cx="184325" cy="255200"/>
              </a:xfrm>
              <a:custGeom>
                <a:avLst/>
                <a:gdLst/>
                <a:ahLst/>
                <a:cxnLst/>
                <a:rect l="l" t="t" r="r" b="b"/>
                <a:pathLst>
                  <a:path w="7373" h="10208" extrusionOk="0">
                    <a:moveTo>
                      <a:pt x="3670" y="0"/>
                    </a:moveTo>
                    <a:cubicBezTo>
                      <a:pt x="1835" y="0"/>
                      <a:pt x="1" y="10208"/>
                      <a:pt x="1" y="10208"/>
                    </a:cubicBezTo>
                    <a:lnTo>
                      <a:pt x="7372" y="10208"/>
                    </a:lnTo>
                    <a:cubicBezTo>
                      <a:pt x="7372" y="10208"/>
                      <a:pt x="5538" y="0"/>
                      <a:pt x="36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69;p2"/>
              <p:cNvSpPr/>
              <p:nvPr/>
            </p:nvSpPr>
            <p:spPr>
              <a:xfrm>
                <a:off x="1765100" y="2865038"/>
                <a:ext cx="293575" cy="111775"/>
              </a:xfrm>
              <a:custGeom>
                <a:avLst/>
                <a:gdLst/>
                <a:ahLst/>
                <a:cxnLst/>
                <a:rect l="l" t="t" r="r" b="b"/>
                <a:pathLst>
                  <a:path w="11743" h="4471" extrusionOk="0">
                    <a:moveTo>
                      <a:pt x="2002" y="1"/>
                    </a:moveTo>
                    <a:cubicBezTo>
                      <a:pt x="902" y="1"/>
                      <a:pt x="1" y="902"/>
                      <a:pt x="1" y="2002"/>
                    </a:cubicBezTo>
                    <a:lnTo>
                      <a:pt x="1" y="2469"/>
                    </a:lnTo>
                    <a:cubicBezTo>
                      <a:pt x="1" y="3570"/>
                      <a:pt x="902" y="4471"/>
                      <a:pt x="2002" y="4471"/>
                    </a:cubicBezTo>
                    <a:lnTo>
                      <a:pt x="9741" y="4471"/>
                    </a:lnTo>
                    <a:cubicBezTo>
                      <a:pt x="10875" y="4471"/>
                      <a:pt x="11743" y="3570"/>
                      <a:pt x="11743" y="2469"/>
                    </a:cubicBezTo>
                    <a:lnTo>
                      <a:pt x="11743" y="2002"/>
                    </a:lnTo>
                    <a:cubicBezTo>
                      <a:pt x="11743" y="902"/>
                      <a:pt x="10875" y="1"/>
                      <a:pt x="974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70" name="Google Shape;270;p2"/>
          <p:cNvGrpSpPr/>
          <p:nvPr/>
        </p:nvGrpSpPr>
        <p:grpSpPr>
          <a:xfrm>
            <a:off x="-779296" y="4550554"/>
            <a:ext cx="3369488" cy="1707138"/>
            <a:chOff x="-2125575" y="3574325"/>
            <a:chExt cx="3624275" cy="1836225"/>
          </a:xfrm>
        </p:grpSpPr>
        <p:sp>
          <p:nvSpPr>
            <p:cNvPr id="271" name="Google Shape;271;p2"/>
            <p:cNvSpPr/>
            <p:nvPr/>
          </p:nvSpPr>
          <p:spPr>
            <a:xfrm>
              <a:off x="-2125575" y="3857025"/>
              <a:ext cx="1777125" cy="1163775"/>
            </a:xfrm>
            <a:custGeom>
              <a:avLst/>
              <a:gdLst/>
              <a:ahLst/>
              <a:cxnLst/>
              <a:rect l="l" t="t" r="r" b="b"/>
              <a:pathLst>
                <a:path w="71085" h="46551" extrusionOk="0">
                  <a:moveTo>
                    <a:pt x="71051" y="1"/>
                  </a:moveTo>
                  <a:cubicBezTo>
                    <a:pt x="59209" y="601"/>
                    <a:pt x="18213" y="15879"/>
                    <a:pt x="1301" y="29722"/>
                  </a:cubicBezTo>
                  <a:cubicBezTo>
                    <a:pt x="100" y="30723"/>
                    <a:pt x="0" y="32524"/>
                    <a:pt x="1101" y="33625"/>
                  </a:cubicBezTo>
                  <a:cubicBezTo>
                    <a:pt x="3569" y="36060"/>
                    <a:pt x="5371" y="39762"/>
                    <a:pt x="5904" y="44166"/>
                  </a:cubicBezTo>
                  <a:cubicBezTo>
                    <a:pt x="6057" y="45630"/>
                    <a:pt x="7285" y="46551"/>
                    <a:pt x="8555" y="46551"/>
                  </a:cubicBezTo>
                  <a:cubicBezTo>
                    <a:pt x="9222" y="46551"/>
                    <a:pt x="9901" y="46296"/>
                    <a:pt x="10441" y="45733"/>
                  </a:cubicBezTo>
                  <a:cubicBezTo>
                    <a:pt x="24151" y="31390"/>
                    <a:pt x="50203" y="12610"/>
                    <a:pt x="71051" y="568"/>
                  </a:cubicBezTo>
                  <a:cubicBezTo>
                    <a:pt x="71051" y="401"/>
                    <a:pt x="71051" y="201"/>
                    <a:pt x="7108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Google Shape;272;p2"/>
            <p:cNvSpPr/>
            <p:nvPr/>
          </p:nvSpPr>
          <p:spPr>
            <a:xfrm>
              <a:off x="-1877075" y="3871200"/>
              <a:ext cx="1529450" cy="1427300"/>
            </a:xfrm>
            <a:custGeom>
              <a:avLst/>
              <a:gdLst/>
              <a:ahLst/>
              <a:cxnLst/>
              <a:rect l="l" t="t" r="r" b="b"/>
              <a:pathLst>
                <a:path w="61178" h="57092" extrusionOk="0">
                  <a:moveTo>
                    <a:pt x="61111" y="1"/>
                  </a:moveTo>
                  <a:cubicBezTo>
                    <a:pt x="40830" y="11709"/>
                    <a:pt x="15678" y="29789"/>
                    <a:pt x="1668" y="43932"/>
                  </a:cubicBezTo>
                  <a:cubicBezTo>
                    <a:pt x="1" y="45633"/>
                    <a:pt x="1235" y="48435"/>
                    <a:pt x="3603" y="48435"/>
                  </a:cubicBezTo>
                  <a:cubicBezTo>
                    <a:pt x="10441" y="48469"/>
                    <a:pt x="18947" y="51604"/>
                    <a:pt x="23250" y="56208"/>
                  </a:cubicBezTo>
                  <a:cubicBezTo>
                    <a:pt x="23794" y="56806"/>
                    <a:pt x="24517" y="57091"/>
                    <a:pt x="25231" y="57091"/>
                  </a:cubicBezTo>
                  <a:cubicBezTo>
                    <a:pt x="26228" y="57091"/>
                    <a:pt x="27207" y="56537"/>
                    <a:pt x="27654" y="55507"/>
                  </a:cubicBezTo>
                  <a:cubicBezTo>
                    <a:pt x="34525" y="39529"/>
                    <a:pt x="48001" y="18180"/>
                    <a:pt x="61178" y="101"/>
                  </a:cubicBezTo>
                  <a:cubicBezTo>
                    <a:pt x="61144" y="34"/>
                    <a:pt x="61144" y="67"/>
                    <a:pt x="611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2"/>
            <p:cNvSpPr/>
            <p:nvPr/>
          </p:nvSpPr>
          <p:spPr>
            <a:xfrm>
              <a:off x="-1190400" y="3877050"/>
              <a:ext cx="858600" cy="1520275"/>
            </a:xfrm>
            <a:custGeom>
              <a:avLst/>
              <a:gdLst/>
              <a:ahLst/>
              <a:cxnLst/>
              <a:rect l="l" t="t" r="r" b="b"/>
              <a:pathLst>
                <a:path w="34344" h="60811" extrusionOk="0">
                  <a:moveTo>
                    <a:pt x="33610" y="0"/>
                  </a:moveTo>
                  <a:lnTo>
                    <a:pt x="33610" y="0"/>
                  </a:lnTo>
                  <a:cubicBezTo>
                    <a:pt x="20868" y="17479"/>
                    <a:pt x="7859" y="38027"/>
                    <a:pt x="820" y="53805"/>
                  </a:cubicBezTo>
                  <a:cubicBezTo>
                    <a:pt x="1" y="55627"/>
                    <a:pt x="1392" y="57532"/>
                    <a:pt x="3259" y="57532"/>
                  </a:cubicBezTo>
                  <a:cubicBezTo>
                    <a:pt x="3442" y="57532"/>
                    <a:pt x="3631" y="57514"/>
                    <a:pt x="3823" y="57475"/>
                  </a:cubicBezTo>
                  <a:cubicBezTo>
                    <a:pt x="5960" y="57013"/>
                    <a:pt x="8473" y="56796"/>
                    <a:pt x="11131" y="56796"/>
                  </a:cubicBezTo>
                  <a:cubicBezTo>
                    <a:pt x="17887" y="56796"/>
                    <a:pt x="25582" y="58197"/>
                    <a:pt x="30442" y="60543"/>
                  </a:cubicBezTo>
                  <a:cubicBezTo>
                    <a:pt x="30815" y="60727"/>
                    <a:pt x="31200" y="60811"/>
                    <a:pt x="31574" y="60811"/>
                  </a:cubicBezTo>
                  <a:cubicBezTo>
                    <a:pt x="33038" y="60811"/>
                    <a:pt x="34344" y="59529"/>
                    <a:pt x="34211" y="57908"/>
                  </a:cubicBezTo>
                  <a:cubicBezTo>
                    <a:pt x="32443" y="37794"/>
                    <a:pt x="32777" y="16745"/>
                    <a:pt x="336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74;p2"/>
            <p:cNvSpPr/>
            <p:nvPr/>
          </p:nvSpPr>
          <p:spPr>
            <a:xfrm>
              <a:off x="-334300" y="3856200"/>
              <a:ext cx="1833000" cy="1095200"/>
            </a:xfrm>
            <a:custGeom>
              <a:avLst/>
              <a:gdLst/>
              <a:ahLst/>
              <a:cxnLst/>
              <a:rect l="l" t="t" r="r" b="b"/>
              <a:pathLst>
                <a:path w="73320" h="43808" extrusionOk="0">
                  <a:moveTo>
                    <a:pt x="100" y="0"/>
                  </a:moveTo>
                  <a:lnTo>
                    <a:pt x="0" y="334"/>
                  </a:lnTo>
                  <a:cubicBezTo>
                    <a:pt x="23450" y="12276"/>
                    <a:pt x="51837" y="29588"/>
                    <a:pt x="67248" y="43131"/>
                  </a:cubicBezTo>
                  <a:cubicBezTo>
                    <a:pt x="67767" y="43597"/>
                    <a:pt x="68383" y="43807"/>
                    <a:pt x="68988" y="43807"/>
                  </a:cubicBezTo>
                  <a:cubicBezTo>
                    <a:pt x="70289" y="43807"/>
                    <a:pt x="71538" y="42833"/>
                    <a:pt x="71651" y="41330"/>
                  </a:cubicBezTo>
                  <a:cubicBezTo>
                    <a:pt x="71818" y="38961"/>
                    <a:pt x="72218" y="36326"/>
                    <a:pt x="72986" y="34125"/>
                  </a:cubicBezTo>
                  <a:cubicBezTo>
                    <a:pt x="73319" y="33091"/>
                    <a:pt x="73052" y="31956"/>
                    <a:pt x="72252" y="31256"/>
                  </a:cubicBezTo>
                  <a:cubicBezTo>
                    <a:pt x="56274" y="16712"/>
                    <a:pt x="11275" y="0"/>
                    <a:pt x="10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75;p2"/>
            <p:cNvSpPr/>
            <p:nvPr/>
          </p:nvSpPr>
          <p:spPr>
            <a:xfrm>
              <a:off x="-338475" y="3862875"/>
              <a:ext cx="1687900" cy="1388950"/>
            </a:xfrm>
            <a:custGeom>
              <a:avLst/>
              <a:gdLst/>
              <a:ahLst/>
              <a:cxnLst/>
              <a:rect l="l" t="t" r="r" b="b"/>
              <a:pathLst>
                <a:path w="67516" h="55558" extrusionOk="0">
                  <a:moveTo>
                    <a:pt x="67" y="0"/>
                  </a:moveTo>
                  <a:cubicBezTo>
                    <a:pt x="34" y="67"/>
                    <a:pt x="34" y="33"/>
                    <a:pt x="0" y="67"/>
                  </a:cubicBezTo>
                  <a:cubicBezTo>
                    <a:pt x="16979" y="16979"/>
                    <a:pt x="36593" y="38361"/>
                    <a:pt x="44466" y="54072"/>
                  </a:cubicBezTo>
                  <a:cubicBezTo>
                    <a:pt x="44945" y="55049"/>
                    <a:pt x="45883" y="55558"/>
                    <a:pt x="46835" y="55558"/>
                  </a:cubicBezTo>
                  <a:cubicBezTo>
                    <a:pt x="47605" y="55558"/>
                    <a:pt x="48384" y="55225"/>
                    <a:pt x="48935" y="54539"/>
                  </a:cubicBezTo>
                  <a:cubicBezTo>
                    <a:pt x="53238" y="49135"/>
                    <a:pt x="58676" y="46367"/>
                    <a:pt x="64080" y="46033"/>
                  </a:cubicBezTo>
                  <a:cubicBezTo>
                    <a:pt x="66481" y="45900"/>
                    <a:pt x="67515" y="42931"/>
                    <a:pt x="65681" y="41363"/>
                  </a:cubicBezTo>
                  <a:cubicBezTo>
                    <a:pt x="49936" y="28053"/>
                    <a:pt x="22650" y="11508"/>
                    <a:pt x="6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76;p2"/>
            <p:cNvSpPr/>
            <p:nvPr/>
          </p:nvSpPr>
          <p:spPr>
            <a:xfrm>
              <a:off x="-379350" y="3864525"/>
              <a:ext cx="1148675" cy="1546025"/>
            </a:xfrm>
            <a:custGeom>
              <a:avLst/>
              <a:gdLst/>
              <a:ahLst/>
              <a:cxnLst/>
              <a:rect l="l" t="t" r="r" b="b"/>
              <a:pathLst>
                <a:path w="45947" h="61841" extrusionOk="0">
                  <a:moveTo>
                    <a:pt x="1635" y="1"/>
                  </a:moveTo>
                  <a:cubicBezTo>
                    <a:pt x="1602" y="34"/>
                    <a:pt x="1569" y="34"/>
                    <a:pt x="1502" y="34"/>
                  </a:cubicBezTo>
                  <a:cubicBezTo>
                    <a:pt x="1402" y="168"/>
                    <a:pt x="1302" y="334"/>
                    <a:pt x="1168" y="501"/>
                  </a:cubicBezTo>
                  <a:cubicBezTo>
                    <a:pt x="301" y="17547"/>
                    <a:pt x="1" y="38995"/>
                    <a:pt x="1869" y="59443"/>
                  </a:cubicBezTo>
                  <a:cubicBezTo>
                    <a:pt x="1989" y="60884"/>
                    <a:pt x="3215" y="61841"/>
                    <a:pt x="4515" y="61841"/>
                  </a:cubicBezTo>
                  <a:cubicBezTo>
                    <a:pt x="5021" y="61841"/>
                    <a:pt x="5538" y="61696"/>
                    <a:pt x="6005" y="61378"/>
                  </a:cubicBezTo>
                  <a:cubicBezTo>
                    <a:pt x="12280" y="57075"/>
                    <a:pt x="22400" y="54418"/>
                    <a:pt x="31722" y="54418"/>
                  </a:cubicBezTo>
                  <a:cubicBezTo>
                    <a:pt x="35335" y="54418"/>
                    <a:pt x="38828" y="54817"/>
                    <a:pt x="41931" y="55674"/>
                  </a:cubicBezTo>
                  <a:cubicBezTo>
                    <a:pt x="42172" y="55738"/>
                    <a:pt x="42409" y="55768"/>
                    <a:pt x="42637" y="55768"/>
                  </a:cubicBezTo>
                  <a:cubicBezTo>
                    <a:pt x="44562" y="55768"/>
                    <a:pt x="45947" y="53653"/>
                    <a:pt x="44933" y="51805"/>
                  </a:cubicBezTo>
                  <a:cubicBezTo>
                    <a:pt x="36427" y="36360"/>
                    <a:pt x="17847" y="16112"/>
                    <a:pt x="16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77" name="Google Shape;277;p2"/>
            <p:cNvGrpSpPr/>
            <p:nvPr/>
          </p:nvGrpSpPr>
          <p:grpSpPr>
            <a:xfrm>
              <a:off x="-2125575" y="3574325"/>
              <a:ext cx="3624275" cy="1836225"/>
              <a:chOff x="-4100775" y="3456250"/>
              <a:chExt cx="3624275" cy="1836225"/>
            </a:xfrm>
          </p:grpSpPr>
          <p:sp>
            <p:nvSpPr>
              <p:cNvPr id="278" name="Google Shape;278;p2"/>
              <p:cNvSpPr/>
              <p:nvPr/>
            </p:nvSpPr>
            <p:spPr>
              <a:xfrm>
                <a:off x="-4100775" y="3738950"/>
                <a:ext cx="1777125" cy="1163775"/>
              </a:xfrm>
              <a:custGeom>
                <a:avLst/>
                <a:gdLst/>
                <a:ahLst/>
                <a:cxnLst/>
                <a:rect l="l" t="t" r="r" b="b"/>
                <a:pathLst>
                  <a:path w="71085" h="46551" extrusionOk="0">
                    <a:moveTo>
                      <a:pt x="71051" y="1"/>
                    </a:moveTo>
                    <a:cubicBezTo>
                      <a:pt x="59209" y="601"/>
                      <a:pt x="18213" y="15879"/>
                      <a:pt x="1301" y="29722"/>
                    </a:cubicBezTo>
                    <a:cubicBezTo>
                      <a:pt x="100" y="30723"/>
                      <a:pt x="0" y="32524"/>
                      <a:pt x="1101" y="33625"/>
                    </a:cubicBezTo>
                    <a:cubicBezTo>
                      <a:pt x="3569" y="36060"/>
                      <a:pt x="5371" y="39762"/>
                      <a:pt x="5904" y="44166"/>
                    </a:cubicBezTo>
                    <a:cubicBezTo>
                      <a:pt x="6057" y="45630"/>
                      <a:pt x="7285" y="46551"/>
                      <a:pt x="8555" y="46551"/>
                    </a:cubicBezTo>
                    <a:cubicBezTo>
                      <a:pt x="9222" y="46551"/>
                      <a:pt x="9901" y="46296"/>
                      <a:pt x="10441" y="45733"/>
                    </a:cubicBezTo>
                    <a:cubicBezTo>
                      <a:pt x="24151" y="31390"/>
                      <a:pt x="50203" y="12610"/>
                      <a:pt x="71051" y="568"/>
                    </a:cubicBezTo>
                    <a:cubicBezTo>
                      <a:pt x="71051" y="401"/>
                      <a:pt x="71051" y="201"/>
                      <a:pt x="71084" y="1"/>
                    </a:cubicBezTo>
                    <a:close/>
                  </a:path>
                </a:pathLst>
              </a:custGeom>
              <a:solidFill>
                <a:srgbClr val="191919">
                  <a:alpha val="284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" name="Google Shape;279;p2"/>
              <p:cNvSpPr/>
              <p:nvPr/>
            </p:nvSpPr>
            <p:spPr>
              <a:xfrm>
                <a:off x="-3852275" y="3753125"/>
                <a:ext cx="1529450" cy="1427300"/>
              </a:xfrm>
              <a:custGeom>
                <a:avLst/>
                <a:gdLst/>
                <a:ahLst/>
                <a:cxnLst/>
                <a:rect l="l" t="t" r="r" b="b"/>
                <a:pathLst>
                  <a:path w="61178" h="57092" extrusionOk="0">
                    <a:moveTo>
                      <a:pt x="61111" y="1"/>
                    </a:moveTo>
                    <a:cubicBezTo>
                      <a:pt x="40830" y="11709"/>
                      <a:pt x="15678" y="29789"/>
                      <a:pt x="1668" y="43932"/>
                    </a:cubicBezTo>
                    <a:cubicBezTo>
                      <a:pt x="1" y="45633"/>
                      <a:pt x="1235" y="48435"/>
                      <a:pt x="3603" y="48435"/>
                    </a:cubicBezTo>
                    <a:cubicBezTo>
                      <a:pt x="10441" y="48469"/>
                      <a:pt x="18947" y="51604"/>
                      <a:pt x="23250" y="56208"/>
                    </a:cubicBezTo>
                    <a:cubicBezTo>
                      <a:pt x="23794" y="56806"/>
                      <a:pt x="24517" y="57091"/>
                      <a:pt x="25231" y="57091"/>
                    </a:cubicBezTo>
                    <a:cubicBezTo>
                      <a:pt x="26228" y="57091"/>
                      <a:pt x="27207" y="56537"/>
                      <a:pt x="27654" y="55507"/>
                    </a:cubicBezTo>
                    <a:cubicBezTo>
                      <a:pt x="34525" y="39529"/>
                      <a:pt x="48001" y="18180"/>
                      <a:pt x="61178" y="101"/>
                    </a:cubicBezTo>
                    <a:cubicBezTo>
                      <a:pt x="61144" y="34"/>
                      <a:pt x="61144" y="67"/>
                      <a:pt x="61111" y="1"/>
                    </a:cubicBezTo>
                    <a:close/>
                  </a:path>
                </a:pathLst>
              </a:custGeom>
              <a:solidFill>
                <a:srgbClr val="191919">
                  <a:alpha val="189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" name="Google Shape;280;p2"/>
              <p:cNvSpPr/>
              <p:nvPr/>
            </p:nvSpPr>
            <p:spPr>
              <a:xfrm>
                <a:off x="-3165600" y="3758975"/>
                <a:ext cx="858600" cy="1520275"/>
              </a:xfrm>
              <a:custGeom>
                <a:avLst/>
                <a:gdLst/>
                <a:ahLst/>
                <a:cxnLst/>
                <a:rect l="l" t="t" r="r" b="b"/>
                <a:pathLst>
                  <a:path w="34344" h="60811" extrusionOk="0">
                    <a:moveTo>
                      <a:pt x="33610" y="0"/>
                    </a:moveTo>
                    <a:lnTo>
                      <a:pt x="33610" y="0"/>
                    </a:lnTo>
                    <a:cubicBezTo>
                      <a:pt x="20868" y="17479"/>
                      <a:pt x="7859" y="38027"/>
                      <a:pt x="820" y="53805"/>
                    </a:cubicBezTo>
                    <a:cubicBezTo>
                      <a:pt x="1" y="55627"/>
                      <a:pt x="1392" y="57532"/>
                      <a:pt x="3259" y="57532"/>
                    </a:cubicBezTo>
                    <a:cubicBezTo>
                      <a:pt x="3442" y="57532"/>
                      <a:pt x="3631" y="57514"/>
                      <a:pt x="3823" y="57475"/>
                    </a:cubicBezTo>
                    <a:cubicBezTo>
                      <a:pt x="5960" y="57013"/>
                      <a:pt x="8473" y="56796"/>
                      <a:pt x="11131" y="56796"/>
                    </a:cubicBezTo>
                    <a:cubicBezTo>
                      <a:pt x="17887" y="56796"/>
                      <a:pt x="25582" y="58197"/>
                      <a:pt x="30442" y="60543"/>
                    </a:cubicBezTo>
                    <a:cubicBezTo>
                      <a:pt x="30815" y="60727"/>
                      <a:pt x="31200" y="60811"/>
                      <a:pt x="31574" y="60811"/>
                    </a:cubicBezTo>
                    <a:cubicBezTo>
                      <a:pt x="33038" y="60811"/>
                      <a:pt x="34344" y="59529"/>
                      <a:pt x="34211" y="57908"/>
                    </a:cubicBezTo>
                    <a:cubicBezTo>
                      <a:pt x="32443" y="37794"/>
                      <a:pt x="32777" y="16745"/>
                      <a:pt x="33610" y="0"/>
                    </a:cubicBezTo>
                    <a:close/>
                  </a:path>
                </a:pathLst>
              </a:custGeom>
              <a:solidFill>
                <a:srgbClr val="191919">
                  <a:alpha val="150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" name="Google Shape;281;p2"/>
              <p:cNvSpPr/>
              <p:nvPr/>
            </p:nvSpPr>
            <p:spPr>
              <a:xfrm>
                <a:off x="-2309500" y="3738125"/>
                <a:ext cx="1833000" cy="1095200"/>
              </a:xfrm>
              <a:custGeom>
                <a:avLst/>
                <a:gdLst/>
                <a:ahLst/>
                <a:cxnLst/>
                <a:rect l="l" t="t" r="r" b="b"/>
                <a:pathLst>
                  <a:path w="73320" h="43808" extrusionOk="0">
                    <a:moveTo>
                      <a:pt x="100" y="0"/>
                    </a:moveTo>
                    <a:lnTo>
                      <a:pt x="0" y="334"/>
                    </a:lnTo>
                    <a:cubicBezTo>
                      <a:pt x="23450" y="12276"/>
                      <a:pt x="51837" y="29588"/>
                      <a:pt x="67248" y="43131"/>
                    </a:cubicBezTo>
                    <a:cubicBezTo>
                      <a:pt x="67767" y="43597"/>
                      <a:pt x="68383" y="43807"/>
                      <a:pt x="68988" y="43807"/>
                    </a:cubicBezTo>
                    <a:cubicBezTo>
                      <a:pt x="70289" y="43807"/>
                      <a:pt x="71538" y="42833"/>
                      <a:pt x="71651" y="41330"/>
                    </a:cubicBezTo>
                    <a:cubicBezTo>
                      <a:pt x="71818" y="38961"/>
                      <a:pt x="72218" y="36326"/>
                      <a:pt x="72986" y="34125"/>
                    </a:cubicBezTo>
                    <a:cubicBezTo>
                      <a:pt x="73319" y="33091"/>
                      <a:pt x="73052" y="31956"/>
                      <a:pt x="72252" y="31256"/>
                    </a:cubicBezTo>
                    <a:cubicBezTo>
                      <a:pt x="56274" y="16712"/>
                      <a:pt x="11275" y="0"/>
                      <a:pt x="100" y="0"/>
                    </a:cubicBezTo>
                    <a:close/>
                  </a:path>
                </a:pathLst>
              </a:custGeom>
              <a:solidFill>
                <a:srgbClr val="191919">
                  <a:alpha val="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" name="Google Shape;282;p2"/>
              <p:cNvSpPr/>
              <p:nvPr/>
            </p:nvSpPr>
            <p:spPr>
              <a:xfrm>
                <a:off x="-2313675" y="3744800"/>
                <a:ext cx="1687900" cy="1388950"/>
              </a:xfrm>
              <a:custGeom>
                <a:avLst/>
                <a:gdLst/>
                <a:ahLst/>
                <a:cxnLst/>
                <a:rect l="l" t="t" r="r" b="b"/>
                <a:pathLst>
                  <a:path w="67516" h="55558" extrusionOk="0">
                    <a:moveTo>
                      <a:pt x="67" y="0"/>
                    </a:moveTo>
                    <a:cubicBezTo>
                      <a:pt x="34" y="67"/>
                      <a:pt x="34" y="33"/>
                      <a:pt x="0" y="67"/>
                    </a:cubicBezTo>
                    <a:cubicBezTo>
                      <a:pt x="16979" y="16979"/>
                      <a:pt x="36593" y="38361"/>
                      <a:pt x="44466" y="54072"/>
                    </a:cubicBezTo>
                    <a:cubicBezTo>
                      <a:pt x="44945" y="55049"/>
                      <a:pt x="45883" y="55558"/>
                      <a:pt x="46835" y="55558"/>
                    </a:cubicBezTo>
                    <a:cubicBezTo>
                      <a:pt x="47605" y="55558"/>
                      <a:pt x="48384" y="55225"/>
                      <a:pt x="48935" y="54539"/>
                    </a:cubicBezTo>
                    <a:cubicBezTo>
                      <a:pt x="53238" y="49135"/>
                      <a:pt x="58676" y="46367"/>
                      <a:pt x="64080" y="46033"/>
                    </a:cubicBezTo>
                    <a:cubicBezTo>
                      <a:pt x="66481" y="45900"/>
                      <a:pt x="67515" y="42931"/>
                      <a:pt x="65681" y="41363"/>
                    </a:cubicBezTo>
                    <a:cubicBezTo>
                      <a:pt x="49936" y="28053"/>
                      <a:pt x="22650" y="11508"/>
                      <a:pt x="67" y="0"/>
                    </a:cubicBezTo>
                    <a:close/>
                  </a:path>
                </a:pathLst>
              </a:custGeom>
              <a:solidFill>
                <a:srgbClr val="191919">
                  <a:alpha val="61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" name="Google Shape;283;p2"/>
              <p:cNvSpPr/>
              <p:nvPr/>
            </p:nvSpPr>
            <p:spPr>
              <a:xfrm>
                <a:off x="-2354550" y="3746450"/>
                <a:ext cx="1148675" cy="1546025"/>
              </a:xfrm>
              <a:custGeom>
                <a:avLst/>
                <a:gdLst/>
                <a:ahLst/>
                <a:cxnLst/>
                <a:rect l="l" t="t" r="r" b="b"/>
                <a:pathLst>
                  <a:path w="45947" h="61841" extrusionOk="0">
                    <a:moveTo>
                      <a:pt x="1635" y="1"/>
                    </a:moveTo>
                    <a:cubicBezTo>
                      <a:pt x="1602" y="34"/>
                      <a:pt x="1569" y="34"/>
                      <a:pt x="1502" y="34"/>
                    </a:cubicBezTo>
                    <a:cubicBezTo>
                      <a:pt x="1402" y="168"/>
                      <a:pt x="1302" y="334"/>
                      <a:pt x="1168" y="501"/>
                    </a:cubicBezTo>
                    <a:cubicBezTo>
                      <a:pt x="301" y="17547"/>
                      <a:pt x="1" y="38995"/>
                      <a:pt x="1869" y="59443"/>
                    </a:cubicBezTo>
                    <a:cubicBezTo>
                      <a:pt x="1989" y="60884"/>
                      <a:pt x="3215" y="61841"/>
                      <a:pt x="4515" y="61841"/>
                    </a:cubicBezTo>
                    <a:cubicBezTo>
                      <a:pt x="5021" y="61841"/>
                      <a:pt x="5538" y="61696"/>
                      <a:pt x="6005" y="61378"/>
                    </a:cubicBezTo>
                    <a:cubicBezTo>
                      <a:pt x="12280" y="57075"/>
                      <a:pt x="22400" y="54418"/>
                      <a:pt x="31722" y="54418"/>
                    </a:cubicBezTo>
                    <a:cubicBezTo>
                      <a:pt x="35335" y="54418"/>
                      <a:pt x="38828" y="54817"/>
                      <a:pt x="41931" y="55674"/>
                    </a:cubicBezTo>
                    <a:cubicBezTo>
                      <a:pt x="42172" y="55738"/>
                      <a:pt x="42409" y="55768"/>
                      <a:pt x="42637" y="55768"/>
                    </a:cubicBezTo>
                    <a:cubicBezTo>
                      <a:pt x="44562" y="55768"/>
                      <a:pt x="45947" y="53653"/>
                      <a:pt x="44933" y="51805"/>
                    </a:cubicBezTo>
                    <a:cubicBezTo>
                      <a:pt x="36427" y="36360"/>
                      <a:pt x="17847" y="16112"/>
                      <a:pt x="1635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" name="Google Shape;284;p2"/>
              <p:cNvSpPr/>
              <p:nvPr/>
            </p:nvSpPr>
            <p:spPr>
              <a:xfrm>
                <a:off x="-4100775" y="3738950"/>
                <a:ext cx="2249125" cy="1553525"/>
              </a:xfrm>
              <a:custGeom>
                <a:avLst/>
                <a:gdLst/>
                <a:ahLst/>
                <a:cxnLst/>
                <a:rect l="l" t="t" r="r" b="b"/>
                <a:pathLst>
                  <a:path w="89965" h="62141" extrusionOk="0">
                    <a:moveTo>
                      <a:pt x="71585" y="58242"/>
                    </a:moveTo>
                    <a:lnTo>
                      <a:pt x="71585" y="58242"/>
                    </a:lnTo>
                    <a:cubicBezTo>
                      <a:pt x="71590" y="58323"/>
                      <a:pt x="71595" y="58404"/>
                      <a:pt x="71601" y="58485"/>
                    </a:cubicBezTo>
                    <a:lnTo>
                      <a:pt x="71601" y="58485"/>
                    </a:lnTo>
                    <a:cubicBezTo>
                      <a:pt x="71593" y="58407"/>
                      <a:pt x="71585" y="58324"/>
                      <a:pt x="71585" y="58242"/>
                    </a:cubicBezTo>
                    <a:close/>
                    <a:moveTo>
                      <a:pt x="71017" y="1"/>
                    </a:moveTo>
                    <a:lnTo>
                      <a:pt x="71017" y="1"/>
                    </a:lnTo>
                    <a:cubicBezTo>
                      <a:pt x="59142" y="634"/>
                      <a:pt x="18180" y="15879"/>
                      <a:pt x="1301" y="29722"/>
                    </a:cubicBezTo>
                    <a:cubicBezTo>
                      <a:pt x="100" y="30723"/>
                      <a:pt x="0" y="32524"/>
                      <a:pt x="1101" y="33625"/>
                    </a:cubicBezTo>
                    <a:cubicBezTo>
                      <a:pt x="3569" y="36060"/>
                      <a:pt x="5371" y="39762"/>
                      <a:pt x="5871" y="44166"/>
                    </a:cubicBezTo>
                    <a:cubicBezTo>
                      <a:pt x="6046" y="45630"/>
                      <a:pt x="7281" y="46551"/>
                      <a:pt x="8544" y="46551"/>
                    </a:cubicBezTo>
                    <a:cubicBezTo>
                      <a:pt x="9208" y="46551"/>
                      <a:pt x="9879" y="46296"/>
                      <a:pt x="10408" y="45733"/>
                    </a:cubicBezTo>
                    <a:cubicBezTo>
                      <a:pt x="10808" y="45333"/>
                      <a:pt x="11208" y="44933"/>
                      <a:pt x="11608" y="44532"/>
                    </a:cubicBezTo>
                    <a:lnTo>
                      <a:pt x="11608" y="44532"/>
                    </a:lnTo>
                    <a:cubicBezTo>
                      <a:pt x="9974" y="46200"/>
                      <a:pt x="11175" y="49002"/>
                      <a:pt x="13543" y="49002"/>
                    </a:cubicBezTo>
                    <a:cubicBezTo>
                      <a:pt x="20381" y="49036"/>
                      <a:pt x="28887" y="52171"/>
                      <a:pt x="33190" y="56775"/>
                    </a:cubicBezTo>
                    <a:cubicBezTo>
                      <a:pt x="33734" y="57373"/>
                      <a:pt x="34457" y="57658"/>
                      <a:pt x="35171" y="57658"/>
                    </a:cubicBezTo>
                    <a:cubicBezTo>
                      <a:pt x="36168" y="57658"/>
                      <a:pt x="37147" y="57104"/>
                      <a:pt x="37594" y="56074"/>
                    </a:cubicBezTo>
                    <a:cubicBezTo>
                      <a:pt x="37794" y="55574"/>
                      <a:pt x="37994" y="55107"/>
                      <a:pt x="38227" y="54606"/>
                    </a:cubicBezTo>
                    <a:lnTo>
                      <a:pt x="38227" y="54606"/>
                    </a:lnTo>
                    <a:cubicBezTo>
                      <a:pt x="37408" y="56428"/>
                      <a:pt x="38799" y="58333"/>
                      <a:pt x="40666" y="58333"/>
                    </a:cubicBezTo>
                    <a:cubicBezTo>
                      <a:pt x="40849" y="58333"/>
                      <a:pt x="41038" y="58315"/>
                      <a:pt x="41230" y="58276"/>
                    </a:cubicBezTo>
                    <a:cubicBezTo>
                      <a:pt x="43367" y="57814"/>
                      <a:pt x="45880" y="57597"/>
                      <a:pt x="48538" y="57597"/>
                    </a:cubicBezTo>
                    <a:cubicBezTo>
                      <a:pt x="55294" y="57597"/>
                      <a:pt x="62989" y="58998"/>
                      <a:pt x="67849" y="61344"/>
                    </a:cubicBezTo>
                    <a:cubicBezTo>
                      <a:pt x="68217" y="61519"/>
                      <a:pt x="68597" y="61599"/>
                      <a:pt x="68967" y="61599"/>
                    </a:cubicBezTo>
                    <a:cubicBezTo>
                      <a:pt x="70405" y="61599"/>
                      <a:pt x="71694" y="60389"/>
                      <a:pt x="71625" y="58814"/>
                    </a:cubicBezTo>
                    <a:lnTo>
                      <a:pt x="71625" y="58814"/>
                    </a:lnTo>
                    <a:cubicBezTo>
                      <a:pt x="71648" y="59124"/>
                      <a:pt x="71677" y="59434"/>
                      <a:pt x="71718" y="59743"/>
                    </a:cubicBezTo>
                    <a:cubicBezTo>
                      <a:pt x="71838" y="61184"/>
                      <a:pt x="73064" y="62141"/>
                      <a:pt x="74364" y="62141"/>
                    </a:cubicBezTo>
                    <a:cubicBezTo>
                      <a:pt x="74870" y="62141"/>
                      <a:pt x="75387" y="61996"/>
                      <a:pt x="75854" y="61678"/>
                    </a:cubicBezTo>
                    <a:cubicBezTo>
                      <a:pt x="79557" y="59143"/>
                      <a:pt x="84560" y="57175"/>
                      <a:pt x="89964" y="56007"/>
                    </a:cubicBezTo>
                    <a:cubicBezTo>
                      <a:pt x="89764" y="55974"/>
                      <a:pt x="89531" y="55874"/>
                      <a:pt x="89331" y="55774"/>
                    </a:cubicBezTo>
                    <a:cubicBezTo>
                      <a:pt x="84466" y="53426"/>
                      <a:pt x="76762" y="52041"/>
                      <a:pt x="70001" y="52041"/>
                    </a:cubicBezTo>
                    <a:cubicBezTo>
                      <a:pt x="67350" y="52041"/>
                      <a:pt x="64844" y="52254"/>
                      <a:pt x="62712" y="52705"/>
                    </a:cubicBezTo>
                    <a:cubicBezTo>
                      <a:pt x="62205" y="52816"/>
                      <a:pt x="61561" y="52870"/>
                      <a:pt x="60853" y="52870"/>
                    </a:cubicBezTo>
                    <a:cubicBezTo>
                      <a:pt x="58578" y="52870"/>
                      <a:pt x="55657" y="52306"/>
                      <a:pt x="54639" y="51237"/>
                    </a:cubicBezTo>
                    <a:cubicBezTo>
                      <a:pt x="50369" y="46601"/>
                      <a:pt x="41830" y="43498"/>
                      <a:pt x="35025" y="43465"/>
                    </a:cubicBezTo>
                    <a:cubicBezTo>
                      <a:pt x="32657" y="43465"/>
                      <a:pt x="27620" y="40863"/>
                      <a:pt x="27353" y="38628"/>
                    </a:cubicBezTo>
                    <a:cubicBezTo>
                      <a:pt x="26853" y="34225"/>
                      <a:pt x="25051" y="30522"/>
                      <a:pt x="22550" y="28054"/>
                    </a:cubicBezTo>
                    <a:cubicBezTo>
                      <a:pt x="21449" y="26987"/>
                      <a:pt x="21582" y="25152"/>
                      <a:pt x="22783" y="24185"/>
                    </a:cubicBezTo>
                    <a:cubicBezTo>
                      <a:pt x="33624" y="15278"/>
                      <a:pt x="54406" y="5805"/>
                      <a:pt x="71017" y="1"/>
                    </a:cubicBezTo>
                    <a:close/>
                  </a:path>
                </a:pathLst>
              </a:custGeom>
              <a:solidFill>
                <a:srgbClr val="191919">
                  <a:alpha val="284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" name="Google Shape;285;p2"/>
              <p:cNvSpPr/>
              <p:nvPr/>
            </p:nvSpPr>
            <p:spPr>
              <a:xfrm>
                <a:off x="-2392900" y="3456250"/>
                <a:ext cx="184325" cy="255200"/>
              </a:xfrm>
              <a:custGeom>
                <a:avLst/>
                <a:gdLst/>
                <a:ahLst/>
                <a:cxnLst/>
                <a:rect l="l" t="t" r="r" b="b"/>
                <a:pathLst>
                  <a:path w="7373" h="10208" extrusionOk="0">
                    <a:moveTo>
                      <a:pt x="3670" y="0"/>
                    </a:moveTo>
                    <a:cubicBezTo>
                      <a:pt x="1835" y="0"/>
                      <a:pt x="1" y="10208"/>
                      <a:pt x="1" y="10208"/>
                    </a:cubicBezTo>
                    <a:lnTo>
                      <a:pt x="7372" y="10208"/>
                    </a:lnTo>
                    <a:cubicBezTo>
                      <a:pt x="7372" y="10208"/>
                      <a:pt x="5538" y="0"/>
                      <a:pt x="36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" name="Google Shape;286;p2"/>
              <p:cNvSpPr/>
              <p:nvPr/>
            </p:nvSpPr>
            <p:spPr>
              <a:xfrm>
                <a:off x="-2447950" y="3655550"/>
                <a:ext cx="293575" cy="111775"/>
              </a:xfrm>
              <a:custGeom>
                <a:avLst/>
                <a:gdLst/>
                <a:ahLst/>
                <a:cxnLst/>
                <a:rect l="l" t="t" r="r" b="b"/>
                <a:pathLst>
                  <a:path w="11743" h="4471" extrusionOk="0">
                    <a:moveTo>
                      <a:pt x="2002" y="1"/>
                    </a:moveTo>
                    <a:cubicBezTo>
                      <a:pt x="902" y="1"/>
                      <a:pt x="1" y="902"/>
                      <a:pt x="1" y="2002"/>
                    </a:cubicBezTo>
                    <a:lnTo>
                      <a:pt x="1" y="2469"/>
                    </a:lnTo>
                    <a:cubicBezTo>
                      <a:pt x="1" y="3570"/>
                      <a:pt x="902" y="4471"/>
                      <a:pt x="2002" y="4471"/>
                    </a:cubicBezTo>
                    <a:lnTo>
                      <a:pt x="9741" y="4471"/>
                    </a:lnTo>
                    <a:cubicBezTo>
                      <a:pt x="10875" y="4471"/>
                      <a:pt x="11743" y="3570"/>
                      <a:pt x="11743" y="2469"/>
                    </a:cubicBezTo>
                    <a:lnTo>
                      <a:pt x="11743" y="2002"/>
                    </a:lnTo>
                    <a:cubicBezTo>
                      <a:pt x="11743" y="902"/>
                      <a:pt x="10875" y="1"/>
                      <a:pt x="974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87" name="Google Shape;287;p2"/>
          <p:cNvGrpSpPr/>
          <p:nvPr/>
        </p:nvGrpSpPr>
        <p:grpSpPr>
          <a:xfrm>
            <a:off x="451898" y="4758781"/>
            <a:ext cx="3369488" cy="1707138"/>
            <a:chOff x="-939100" y="529913"/>
            <a:chExt cx="3624275" cy="1836225"/>
          </a:xfrm>
        </p:grpSpPr>
        <p:sp>
          <p:nvSpPr>
            <p:cNvPr id="288" name="Google Shape;288;p2"/>
            <p:cNvSpPr/>
            <p:nvPr/>
          </p:nvSpPr>
          <p:spPr>
            <a:xfrm>
              <a:off x="-939100" y="812613"/>
              <a:ext cx="1777125" cy="1163775"/>
            </a:xfrm>
            <a:custGeom>
              <a:avLst/>
              <a:gdLst/>
              <a:ahLst/>
              <a:cxnLst/>
              <a:rect l="l" t="t" r="r" b="b"/>
              <a:pathLst>
                <a:path w="71085" h="46551" extrusionOk="0">
                  <a:moveTo>
                    <a:pt x="71051" y="1"/>
                  </a:moveTo>
                  <a:cubicBezTo>
                    <a:pt x="59209" y="601"/>
                    <a:pt x="18213" y="15879"/>
                    <a:pt x="1301" y="29722"/>
                  </a:cubicBezTo>
                  <a:cubicBezTo>
                    <a:pt x="100" y="30723"/>
                    <a:pt x="0" y="32524"/>
                    <a:pt x="1101" y="33625"/>
                  </a:cubicBezTo>
                  <a:cubicBezTo>
                    <a:pt x="3569" y="36060"/>
                    <a:pt x="5371" y="39762"/>
                    <a:pt x="5904" y="44166"/>
                  </a:cubicBezTo>
                  <a:cubicBezTo>
                    <a:pt x="6057" y="45630"/>
                    <a:pt x="7285" y="46551"/>
                    <a:pt x="8555" y="46551"/>
                  </a:cubicBezTo>
                  <a:cubicBezTo>
                    <a:pt x="9222" y="46551"/>
                    <a:pt x="9901" y="46296"/>
                    <a:pt x="10441" y="45733"/>
                  </a:cubicBezTo>
                  <a:cubicBezTo>
                    <a:pt x="24151" y="31390"/>
                    <a:pt x="50203" y="12610"/>
                    <a:pt x="71051" y="568"/>
                  </a:cubicBezTo>
                  <a:cubicBezTo>
                    <a:pt x="71051" y="401"/>
                    <a:pt x="71051" y="201"/>
                    <a:pt x="7108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289;p2"/>
            <p:cNvSpPr/>
            <p:nvPr/>
          </p:nvSpPr>
          <p:spPr>
            <a:xfrm>
              <a:off x="-690600" y="826788"/>
              <a:ext cx="1529450" cy="1427300"/>
            </a:xfrm>
            <a:custGeom>
              <a:avLst/>
              <a:gdLst/>
              <a:ahLst/>
              <a:cxnLst/>
              <a:rect l="l" t="t" r="r" b="b"/>
              <a:pathLst>
                <a:path w="61178" h="57092" extrusionOk="0">
                  <a:moveTo>
                    <a:pt x="61111" y="1"/>
                  </a:moveTo>
                  <a:cubicBezTo>
                    <a:pt x="40830" y="11709"/>
                    <a:pt x="15678" y="29789"/>
                    <a:pt x="1668" y="43932"/>
                  </a:cubicBezTo>
                  <a:cubicBezTo>
                    <a:pt x="1" y="45633"/>
                    <a:pt x="1235" y="48435"/>
                    <a:pt x="3603" y="48435"/>
                  </a:cubicBezTo>
                  <a:cubicBezTo>
                    <a:pt x="10441" y="48469"/>
                    <a:pt x="18947" y="51604"/>
                    <a:pt x="23250" y="56208"/>
                  </a:cubicBezTo>
                  <a:cubicBezTo>
                    <a:pt x="23794" y="56806"/>
                    <a:pt x="24517" y="57091"/>
                    <a:pt x="25231" y="57091"/>
                  </a:cubicBezTo>
                  <a:cubicBezTo>
                    <a:pt x="26228" y="57091"/>
                    <a:pt x="27207" y="56537"/>
                    <a:pt x="27654" y="55507"/>
                  </a:cubicBezTo>
                  <a:cubicBezTo>
                    <a:pt x="34525" y="39529"/>
                    <a:pt x="48001" y="18180"/>
                    <a:pt x="61178" y="101"/>
                  </a:cubicBezTo>
                  <a:cubicBezTo>
                    <a:pt x="61144" y="34"/>
                    <a:pt x="61144" y="67"/>
                    <a:pt x="611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290;p2"/>
            <p:cNvSpPr/>
            <p:nvPr/>
          </p:nvSpPr>
          <p:spPr>
            <a:xfrm>
              <a:off x="-3925" y="832638"/>
              <a:ext cx="858600" cy="1520275"/>
            </a:xfrm>
            <a:custGeom>
              <a:avLst/>
              <a:gdLst/>
              <a:ahLst/>
              <a:cxnLst/>
              <a:rect l="l" t="t" r="r" b="b"/>
              <a:pathLst>
                <a:path w="34344" h="60811" extrusionOk="0">
                  <a:moveTo>
                    <a:pt x="33610" y="0"/>
                  </a:moveTo>
                  <a:lnTo>
                    <a:pt x="33610" y="0"/>
                  </a:lnTo>
                  <a:cubicBezTo>
                    <a:pt x="20868" y="17479"/>
                    <a:pt x="7859" y="38027"/>
                    <a:pt x="820" y="53805"/>
                  </a:cubicBezTo>
                  <a:cubicBezTo>
                    <a:pt x="1" y="55627"/>
                    <a:pt x="1392" y="57532"/>
                    <a:pt x="3259" y="57532"/>
                  </a:cubicBezTo>
                  <a:cubicBezTo>
                    <a:pt x="3442" y="57532"/>
                    <a:pt x="3631" y="57514"/>
                    <a:pt x="3823" y="57475"/>
                  </a:cubicBezTo>
                  <a:cubicBezTo>
                    <a:pt x="5960" y="57013"/>
                    <a:pt x="8473" y="56796"/>
                    <a:pt x="11131" y="56796"/>
                  </a:cubicBezTo>
                  <a:cubicBezTo>
                    <a:pt x="17887" y="56796"/>
                    <a:pt x="25582" y="58197"/>
                    <a:pt x="30442" y="60543"/>
                  </a:cubicBezTo>
                  <a:cubicBezTo>
                    <a:pt x="30815" y="60727"/>
                    <a:pt x="31200" y="60811"/>
                    <a:pt x="31574" y="60811"/>
                  </a:cubicBezTo>
                  <a:cubicBezTo>
                    <a:pt x="33038" y="60811"/>
                    <a:pt x="34344" y="59529"/>
                    <a:pt x="34211" y="57908"/>
                  </a:cubicBezTo>
                  <a:cubicBezTo>
                    <a:pt x="32443" y="37794"/>
                    <a:pt x="32777" y="16745"/>
                    <a:pt x="3361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2"/>
            <p:cNvSpPr/>
            <p:nvPr/>
          </p:nvSpPr>
          <p:spPr>
            <a:xfrm>
              <a:off x="852175" y="811788"/>
              <a:ext cx="1833000" cy="1095200"/>
            </a:xfrm>
            <a:custGeom>
              <a:avLst/>
              <a:gdLst/>
              <a:ahLst/>
              <a:cxnLst/>
              <a:rect l="l" t="t" r="r" b="b"/>
              <a:pathLst>
                <a:path w="73320" h="43808" extrusionOk="0">
                  <a:moveTo>
                    <a:pt x="100" y="0"/>
                  </a:moveTo>
                  <a:lnTo>
                    <a:pt x="0" y="334"/>
                  </a:lnTo>
                  <a:cubicBezTo>
                    <a:pt x="23450" y="12276"/>
                    <a:pt x="51837" y="29588"/>
                    <a:pt x="67248" y="43131"/>
                  </a:cubicBezTo>
                  <a:cubicBezTo>
                    <a:pt x="67767" y="43597"/>
                    <a:pt x="68383" y="43807"/>
                    <a:pt x="68988" y="43807"/>
                  </a:cubicBezTo>
                  <a:cubicBezTo>
                    <a:pt x="70289" y="43807"/>
                    <a:pt x="71538" y="42833"/>
                    <a:pt x="71651" y="41330"/>
                  </a:cubicBezTo>
                  <a:cubicBezTo>
                    <a:pt x="71818" y="38961"/>
                    <a:pt x="72218" y="36326"/>
                    <a:pt x="72986" y="34125"/>
                  </a:cubicBezTo>
                  <a:cubicBezTo>
                    <a:pt x="73319" y="33091"/>
                    <a:pt x="73052" y="31956"/>
                    <a:pt x="72252" y="31256"/>
                  </a:cubicBezTo>
                  <a:cubicBezTo>
                    <a:pt x="56274" y="16712"/>
                    <a:pt x="11275" y="0"/>
                    <a:pt x="10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292;p2"/>
            <p:cNvSpPr/>
            <p:nvPr/>
          </p:nvSpPr>
          <p:spPr>
            <a:xfrm>
              <a:off x="848000" y="818463"/>
              <a:ext cx="1687900" cy="1388950"/>
            </a:xfrm>
            <a:custGeom>
              <a:avLst/>
              <a:gdLst/>
              <a:ahLst/>
              <a:cxnLst/>
              <a:rect l="l" t="t" r="r" b="b"/>
              <a:pathLst>
                <a:path w="67516" h="55558" extrusionOk="0">
                  <a:moveTo>
                    <a:pt x="67" y="0"/>
                  </a:moveTo>
                  <a:cubicBezTo>
                    <a:pt x="34" y="67"/>
                    <a:pt x="34" y="33"/>
                    <a:pt x="0" y="67"/>
                  </a:cubicBezTo>
                  <a:cubicBezTo>
                    <a:pt x="16979" y="16979"/>
                    <a:pt x="36593" y="38361"/>
                    <a:pt x="44466" y="54072"/>
                  </a:cubicBezTo>
                  <a:cubicBezTo>
                    <a:pt x="44945" y="55049"/>
                    <a:pt x="45883" y="55558"/>
                    <a:pt x="46835" y="55558"/>
                  </a:cubicBezTo>
                  <a:cubicBezTo>
                    <a:pt x="47605" y="55558"/>
                    <a:pt x="48384" y="55225"/>
                    <a:pt x="48935" y="54539"/>
                  </a:cubicBezTo>
                  <a:cubicBezTo>
                    <a:pt x="53238" y="49135"/>
                    <a:pt x="58676" y="46367"/>
                    <a:pt x="64080" y="46033"/>
                  </a:cubicBezTo>
                  <a:cubicBezTo>
                    <a:pt x="66481" y="45900"/>
                    <a:pt x="67515" y="42931"/>
                    <a:pt x="65681" y="41363"/>
                  </a:cubicBezTo>
                  <a:cubicBezTo>
                    <a:pt x="49936" y="28053"/>
                    <a:pt x="22650" y="11508"/>
                    <a:pt x="6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Google Shape;293;p2"/>
            <p:cNvSpPr/>
            <p:nvPr/>
          </p:nvSpPr>
          <p:spPr>
            <a:xfrm>
              <a:off x="807125" y="820113"/>
              <a:ext cx="1148675" cy="1546025"/>
            </a:xfrm>
            <a:custGeom>
              <a:avLst/>
              <a:gdLst/>
              <a:ahLst/>
              <a:cxnLst/>
              <a:rect l="l" t="t" r="r" b="b"/>
              <a:pathLst>
                <a:path w="45947" h="61841" extrusionOk="0">
                  <a:moveTo>
                    <a:pt x="1635" y="1"/>
                  </a:moveTo>
                  <a:cubicBezTo>
                    <a:pt x="1602" y="34"/>
                    <a:pt x="1569" y="34"/>
                    <a:pt x="1502" y="34"/>
                  </a:cubicBezTo>
                  <a:cubicBezTo>
                    <a:pt x="1402" y="168"/>
                    <a:pt x="1302" y="334"/>
                    <a:pt x="1168" y="501"/>
                  </a:cubicBezTo>
                  <a:cubicBezTo>
                    <a:pt x="301" y="17547"/>
                    <a:pt x="1" y="38995"/>
                    <a:pt x="1869" y="59443"/>
                  </a:cubicBezTo>
                  <a:cubicBezTo>
                    <a:pt x="1989" y="60884"/>
                    <a:pt x="3215" y="61841"/>
                    <a:pt x="4515" y="61841"/>
                  </a:cubicBezTo>
                  <a:cubicBezTo>
                    <a:pt x="5021" y="61841"/>
                    <a:pt x="5538" y="61696"/>
                    <a:pt x="6005" y="61378"/>
                  </a:cubicBezTo>
                  <a:cubicBezTo>
                    <a:pt x="12280" y="57075"/>
                    <a:pt x="22400" y="54418"/>
                    <a:pt x="31722" y="54418"/>
                  </a:cubicBezTo>
                  <a:cubicBezTo>
                    <a:pt x="35335" y="54418"/>
                    <a:pt x="38828" y="54817"/>
                    <a:pt x="41931" y="55674"/>
                  </a:cubicBezTo>
                  <a:cubicBezTo>
                    <a:pt x="42172" y="55738"/>
                    <a:pt x="42409" y="55768"/>
                    <a:pt x="42637" y="55768"/>
                  </a:cubicBezTo>
                  <a:cubicBezTo>
                    <a:pt x="44562" y="55768"/>
                    <a:pt x="45947" y="53653"/>
                    <a:pt x="44933" y="51805"/>
                  </a:cubicBezTo>
                  <a:cubicBezTo>
                    <a:pt x="36427" y="36360"/>
                    <a:pt x="17847" y="16112"/>
                    <a:pt x="163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94" name="Google Shape;294;p2"/>
            <p:cNvGrpSpPr/>
            <p:nvPr/>
          </p:nvGrpSpPr>
          <p:grpSpPr>
            <a:xfrm>
              <a:off x="-939100" y="529913"/>
              <a:ext cx="3624275" cy="1836225"/>
              <a:chOff x="112275" y="2665738"/>
              <a:chExt cx="3624275" cy="1836225"/>
            </a:xfrm>
          </p:grpSpPr>
          <p:sp>
            <p:nvSpPr>
              <p:cNvPr id="295" name="Google Shape;295;p2"/>
              <p:cNvSpPr/>
              <p:nvPr/>
            </p:nvSpPr>
            <p:spPr>
              <a:xfrm>
                <a:off x="112275" y="2948438"/>
                <a:ext cx="1777125" cy="1163775"/>
              </a:xfrm>
              <a:custGeom>
                <a:avLst/>
                <a:gdLst/>
                <a:ahLst/>
                <a:cxnLst/>
                <a:rect l="l" t="t" r="r" b="b"/>
                <a:pathLst>
                  <a:path w="71085" h="46551" extrusionOk="0">
                    <a:moveTo>
                      <a:pt x="71051" y="1"/>
                    </a:moveTo>
                    <a:cubicBezTo>
                      <a:pt x="59209" y="601"/>
                      <a:pt x="18213" y="15879"/>
                      <a:pt x="1301" y="29722"/>
                    </a:cubicBezTo>
                    <a:cubicBezTo>
                      <a:pt x="100" y="30723"/>
                      <a:pt x="0" y="32524"/>
                      <a:pt x="1101" y="33625"/>
                    </a:cubicBezTo>
                    <a:cubicBezTo>
                      <a:pt x="3569" y="36060"/>
                      <a:pt x="5371" y="39762"/>
                      <a:pt x="5904" y="44166"/>
                    </a:cubicBezTo>
                    <a:cubicBezTo>
                      <a:pt x="6057" y="45630"/>
                      <a:pt x="7285" y="46551"/>
                      <a:pt x="8555" y="46551"/>
                    </a:cubicBezTo>
                    <a:cubicBezTo>
                      <a:pt x="9222" y="46551"/>
                      <a:pt x="9901" y="46296"/>
                      <a:pt x="10441" y="45733"/>
                    </a:cubicBezTo>
                    <a:cubicBezTo>
                      <a:pt x="24151" y="31390"/>
                      <a:pt x="50203" y="12610"/>
                      <a:pt x="71051" y="568"/>
                    </a:cubicBezTo>
                    <a:cubicBezTo>
                      <a:pt x="71051" y="401"/>
                      <a:pt x="71051" y="201"/>
                      <a:pt x="71084" y="1"/>
                    </a:cubicBezTo>
                    <a:close/>
                  </a:path>
                </a:pathLst>
              </a:custGeom>
              <a:solidFill>
                <a:srgbClr val="191919">
                  <a:alpha val="284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" name="Google Shape;296;p2"/>
              <p:cNvSpPr/>
              <p:nvPr/>
            </p:nvSpPr>
            <p:spPr>
              <a:xfrm>
                <a:off x="360775" y="2962613"/>
                <a:ext cx="1529450" cy="1427300"/>
              </a:xfrm>
              <a:custGeom>
                <a:avLst/>
                <a:gdLst/>
                <a:ahLst/>
                <a:cxnLst/>
                <a:rect l="l" t="t" r="r" b="b"/>
                <a:pathLst>
                  <a:path w="61178" h="57092" extrusionOk="0">
                    <a:moveTo>
                      <a:pt x="61111" y="1"/>
                    </a:moveTo>
                    <a:cubicBezTo>
                      <a:pt x="40830" y="11709"/>
                      <a:pt x="15678" y="29789"/>
                      <a:pt x="1668" y="43932"/>
                    </a:cubicBezTo>
                    <a:cubicBezTo>
                      <a:pt x="1" y="45633"/>
                      <a:pt x="1235" y="48435"/>
                      <a:pt x="3603" y="48435"/>
                    </a:cubicBezTo>
                    <a:cubicBezTo>
                      <a:pt x="10441" y="48469"/>
                      <a:pt x="18947" y="51604"/>
                      <a:pt x="23250" y="56208"/>
                    </a:cubicBezTo>
                    <a:cubicBezTo>
                      <a:pt x="23794" y="56806"/>
                      <a:pt x="24517" y="57091"/>
                      <a:pt x="25231" y="57091"/>
                    </a:cubicBezTo>
                    <a:cubicBezTo>
                      <a:pt x="26228" y="57091"/>
                      <a:pt x="27207" y="56537"/>
                      <a:pt x="27654" y="55507"/>
                    </a:cubicBezTo>
                    <a:cubicBezTo>
                      <a:pt x="34525" y="39529"/>
                      <a:pt x="48001" y="18180"/>
                      <a:pt x="61178" y="101"/>
                    </a:cubicBezTo>
                    <a:cubicBezTo>
                      <a:pt x="61144" y="34"/>
                      <a:pt x="61144" y="67"/>
                      <a:pt x="61111" y="1"/>
                    </a:cubicBezTo>
                    <a:close/>
                  </a:path>
                </a:pathLst>
              </a:custGeom>
              <a:solidFill>
                <a:srgbClr val="191919">
                  <a:alpha val="189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" name="Google Shape;297;p2"/>
              <p:cNvSpPr/>
              <p:nvPr/>
            </p:nvSpPr>
            <p:spPr>
              <a:xfrm>
                <a:off x="1047450" y="2968463"/>
                <a:ext cx="858600" cy="1520275"/>
              </a:xfrm>
              <a:custGeom>
                <a:avLst/>
                <a:gdLst/>
                <a:ahLst/>
                <a:cxnLst/>
                <a:rect l="l" t="t" r="r" b="b"/>
                <a:pathLst>
                  <a:path w="34344" h="60811" extrusionOk="0">
                    <a:moveTo>
                      <a:pt x="33610" y="0"/>
                    </a:moveTo>
                    <a:lnTo>
                      <a:pt x="33610" y="0"/>
                    </a:lnTo>
                    <a:cubicBezTo>
                      <a:pt x="20868" y="17479"/>
                      <a:pt x="7859" y="38027"/>
                      <a:pt x="820" y="53805"/>
                    </a:cubicBezTo>
                    <a:cubicBezTo>
                      <a:pt x="1" y="55627"/>
                      <a:pt x="1392" y="57532"/>
                      <a:pt x="3259" y="57532"/>
                    </a:cubicBezTo>
                    <a:cubicBezTo>
                      <a:pt x="3442" y="57532"/>
                      <a:pt x="3631" y="57514"/>
                      <a:pt x="3823" y="57475"/>
                    </a:cubicBezTo>
                    <a:cubicBezTo>
                      <a:pt x="5960" y="57013"/>
                      <a:pt x="8473" y="56796"/>
                      <a:pt x="11131" y="56796"/>
                    </a:cubicBezTo>
                    <a:cubicBezTo>
                      <a:pt x="17887" y="56796"/>
                      <a:pt x="25582" y="58197"/>
                      <a:pt x="30442" y="60543"/>
                    </a:cubicBezTo>
                    <a:cubicBezTo>
                      <a:pt x="30815" y="60727"/>
                      <a:pt x="31200" y="60811"/>
                      <a:pt x="31574" y="60811"/>
                    </a:cubicBezTo>
                    <a:cubicBezTo>
                      <a:pt x="33038" y="60811"/>
                      <a:pt x="34344" y="59529"/>
                      <a:pt x="34211" y="57908"/>
                    </a:cubicBezTo>
                    <a:cubicBezTo>
                      <a:pt x="32443" y="37794"/>
                      <a:pt x="32777" y="16745"/>
                      <a:pt x="33610" y="0"/>
                    </a:cubicBezTo>
                    <a:close/>
                  </a:path>
                </a:pathLst>
              </a:custGeom>
              <a:solidFill>
                <a:srgbClr val="191919">
                  <a:alpha val="150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" name="Google Shape;298;p2"/>
              <p:cNvSpPr/>
              <p:nvPr/>
            </p:nvSpPr>
            <p:spPr>
              <a:xfrm>
                <a:off x="1903550" y="2947613"/>
                <a:ext cx="1833000" cy="1095200"/>
              </a:xfrm>
              <a:custGeom>
                <a:avLst/>
                <a:gdLst/>
                <a:ahLst/>
                <a:cxnLst/>
                <a:rect l="l" t="t" r="r" b="b"/>
                <a:pathLst>
                  <a:path w="73320" h="43808" extrusionOk="0">
                    <a:moveTo>
                      <a:pt x="100" y="0"/>
                    </a:moveTo>
                    <a:lnTo>
                      <a:pt x="0" y="334"/>
                    </a:lnTo>
                    <a:cubicBezTo>
                      <a:pt x="23450" y="12276"/>
                      <a:pt x="51837" y="29588"/>
                      <a:pt x="67248" y="43131"/>
                    </a:cubicBezTo>
                    <a:cubicBezTo>
                      <a:pt x="67767" y="43597"/>
                      <a:pt x="68383" y="43807"/>
                      <a:pt x="68988" y="43807"/>
                    </a:cubicBezTo>
                    <a:cubicBezTo>
                      <a:pt x="70289" y="43807"/>
                      <a:pt x="71538" y="42833"/>
                      <a:pt x="71651" y="41330"/>
                    </a:cubicBezTo>
                    <a:cubicBezTo>
                      <a:pt x="71818" y="38961"/>
                      <a:pt x="72218" y="36326"/>
                      <a:pt x="72986" y="34125"/>
                    </a:cubicBezTo>
                    <a:cubicBezTo>
                      <a:pt x="73319" y="33091"/>
                      <a:pt x="73052" y="31956"/>
                      <a:pt x="72252" y="31256"/>
                    </a:cubicBezTo>
                    <a:cubicBezTo>
                      <a:pt x="56274" y="16712"/>
                      <a:pt x="11275" y="0"/>
                      <a:pt x="100" y="0"/>
                    </a:cubicBezTo>
                    <a:close/>
                  </a:path>
                </a:pathLst>
              </a:custGeom>
              <a:solidFill>
                <a:srgbClr val="191919">
                  <a:alpha val="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" name="Google Shape;299;p2"/>
              <p:cNvSpPr/>
              <p:nvPr/>
            </p:nvSpPr>
            <p:spPr>
              <a:xfrm>
                <a:off x="1899375" y="2954288"/>
                <a:ext cx="1687900" cy="1388950"/>
              </a:xfrm>
              <a:custGeom>
                <a:avLst/>
                <a:gdLst/>
                <a:ahLst/>
                <a:cxnLst/>
                <a:rect l="l" t="t" r="r" b="b"/>
                <a:pathLst>
                  <a:path w="67516" h="55558" extrusionOk="0">
                    <a:moveTo>
                      <a:pt x="67" y="0"/>
                    </a:moveTo>
                    <a:cubicBezTo>
                      <a:pt x="34" y="67"/>
                      <a:pt x="34" y="33"/>
                      <a:pt x="0" y="67"/>
                    </a:cubicBezTo>
                    <a:cubicBezTo>
                      <a:pt x="16979" y="16979"/>
                      <a:pt x="36593" y="38361"/>
                      <a:pt x="44466" y="54072"/>
                    </a:cubicBezTo>
                    <a:cubicBezTo>
                      <a:pt x="44945" y="55049"/>
                      <a:pt x="45883" y="55558"/>
                      <a:pt x="46835" y="55558"/>
                    </a:cubicBezTo>
                    <a:cubicBezTo>
                      <a:pt x="47605" y="55558"/>
                      <a:pt x="48384" y="55225"/>
                      <a:pt x="48935" y="54539"/>
                    </a:cubicBezTo>
                    <a:cubicBezTo>
                      <a:pt x="53238" y="49135"/>
                      <a:pt x="58676" y="46367"/>
                      <a:pt x="64080" y="46033"/>
                    </a:cubicBezTo>
                    <a:cubicBezTo>
                      <a:pt x="66481" y="45900"/>
                      <a:pt x="67515" y="42931"/>
                      <a:pt x="65681" y="41363"/>
                    </a:cubicBezTo>
                    <a:cubicBezTo>
                      <a:pt x="49936" y="28053"/>
                      <a:pt x="22650" y="11508"/>
                      <a:pt x="67" y="0"/>
                    </a:cubicBezTo>
                    <a:close/>
                  </a:path>
                </a:pathLst>
              </a:custGeom>
              <a:solidFill>
                <a:srgbClr val="191919">
                  <a:alpha val="61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" name="Google Shape;300;p2"/>
              <p:cNvSpPr/>
              <p:nvPr/>
            </p:nvSpPr>
            <p:spPr>
              <a:xfrm>
                <a:off x="1858500" y="2955938"/>
                <a:ext cx="1148675" cy="1546025"/>
              </a:xfrm>
              <a:custGeom>
                <a:avLst/>
                <a:gdLst/>
                <a:ahLst/>
                <a:cxnLst/>
                <a:rect l="l" t="t" r="r" b="b"/>
                <a:pathLst>
                  <a:path w="45947" h="61841" extrusionOk="0">
                    <a:moveTo>
                      <a:pt x="1635" y="1"/>
                    </a:moveTo>
                    <a:cubicBezTo>
                      <a:pt x="1602" y="34"/>
                      <a:pt x="1569" y="34"/>
                      <a:pt x="1502" y="34"/>
                    </a:cubicBezTo>
                    <a:cubicBezTo>
                      <a:pt x="1402" y="168"/>
                      <a:pt x="1302" y="334"/>
                      <a:pt x="1168" y="501"/>
                    </a:cubicBezTo>
                    <a:cubicBezTo>
                      <a:pt x="301" y="17547"/>
                      <a:pt x="1" y="38995"/>
                      <a:pt x="1869" y="59443"/>
                    </a:cubicBezTo>
                    <a:cubicBezTo>
                      <a:pt x="1989" y="60884"/>
                      <a:pt x="3215" y="61841"/>
                      <a:pt x="4515" y="61841"/>
                    </a:cubicBezTo>
                    <a:cubicBezTo>
                      <a:pt x="5021" y="61841"/>
                      <a:pt x="5538" y="61696"/>
                      <a:pt x="6005" y="61378"/>
                    </a:cubicBezTo>
                    <a:cubicBezTo>
                      <a:pt x="12280" y="57075"/>
                      <a:pt x="22400" y="54418"/>
                      <a:pt x="31722" y="54418"/>
                    </a:cubicBezTo>
                    <a:cubicBezTo>
                      <a:pt x="35335" y="54418"/>
                      <a:pt x="38828" y="54817"/>
                      <a:pt x="41931" y="55674"/>
                    </a:cubicBezTo>
                    <a:cubicBezTo>
                      <a:pt x="42172" y="55738"/>
                      <a:pt x="42409" y="55768"/>
                      <a:pt x="42637" y="55768"/>
                    </a:cubicBezTo>
                    <a:cubicBezTo>
                      <a:pt x="44562" y="55768"/>
                      <a:pt x="45947" y="53653"/>
                      <a:pt x="44933" y="51805"/>
                    </a:cubicBezTo>
                    <a:cubicBezTo>
                      <a:pt x="36427" y="36360"/>
                      <a:pt x="17847" y="16112"/>
                      <a:pt x="1635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" name="Google Shape;301;p2"/>
              <p:cNvSpPr/>
              <p:nvPr/>
            </p:nvSpPr>
            <p:spPr>
              <a:xfrm>
                <a:off x="112275" y="2948438"/>
                <a:ext cx="2249125" cy="1553525"/>
              </a:xfrm>
              <a:custGeom>
                <a:avLst/>
                <a:gdLst/>
                <a:ahLst/>
                <a:cxnLst/>
                <a:rect l="l" t="t" r="r" b="b"/>
                <a:pathLst>
                  <a:path w="89965" h="62141" extrusionOk="0">
                    <a:moveTo>
                      <a:pt x="71585" y="58242"/>
                    </a:moveTo>
                    <a:lnTo>
                      <a:pt x="71585" y="58242"/>
                    </a:lnTo>
                    <a:cubicBezTo>
                      <a:pt x="71590" y="58323"/>
                      <a:pt x="71595" y="58404"/>
                      <a:pt x="71601" y="58485"/>
                    </a:cubicBezTo>
                    <a:lnTo>
                      <a:pt x="71601" y="58485"/>
                    </a:lnTo>
                    <a:cubicBezTo>
                      <a:pt x="71593" y="58407"/>
                      <a:pt x="71585" y="58324"/>
                      <a:pt x="71585" y="58242"/>
                    </a:cubicBezTo>
                    <a:close/>
                    <a:moveTo>
                      <a:pt x="71017" y="1"/>
                    </a:moveTo>
                    <a:lnTo>
                      <a:pt x="71017" y="1"/>
                    </a:lnTo>
                    <a:cubicBezTo>
                      <a:pt x="59142" y="634"/>
                      <a:pt x="18180" y="15879"/>
                      <a:pt x="1301" y="29722"/>
                    </a:cubicBezTo>
                    <a:cubicBezTo>
                      <a:pt x="100" y="30723"/>
                      <a:pt x="0" y="32524"/>
                      <a:pt x="1101" y="33625"/>
                    </a:cubicBezTo>
                    <a:cubicBezTo>
                      <a:pt x="3569" y="36060"/>
                      <a:pt x="5371" y="39762"/>
                      <a:pt x="5871" y="44166"/>
                    </a:cubicBezTo>
                    <a:cubicBezTo>
                      <a:pt x="6046" y="45630"/>
                      <a:pt x="7281" y="46551"/>
                      <a:pt x="8544" y="46551"/>
                    </a:cubicBezTo>
                    <a:cubicBezTo>
                      <a:pt x="9208" y="46551"/>
                      <a:pt x="9879" y="46296"/>
                      <a:pt x="10408" y="45733"/>
                    </a:cubicBezTo>
                    <a:cubicBezTo>
                      <a:pt x="10808" y="45333"/>
                      <a:pt x="11208" y="44933"/>
                      <a:pt x="11608" y="44532"/>
                    </a:cubicBezTo>
                    <a:lnTo>
                      <a:pt x="11608" y="44532"/>
                    </a:lnTo>
                    <a:cubicBezTo>
                      <a:pt x="9974" y="46200"/>
                      <a:pt x="11175" y="49002"/>
                      <a:pt x="13543" y="49002"/>
                    </a:cubicBezTo>
                    <a:cubicBezTo>
                      <a:pt x="20381" y="49036"/>
                      <a:pt x="28887" y="52171"/>
                      <a:pt x="33190" y="56775"/>
                    </a:cubicBezTo>
                    <a:cubicBezTo>
                      <a:pt x="33734" y="57373"/>
                      <a:pt x="34457" y="57658"/>
                      <a:pt x="35171" y="57658"/>
                    </a:cubicBezTo>
                    <a:cubicBezTo>
                      <a:pt x="36168" y="57658"/>
                      <a:pt x="37147" y="57104"/>
                      <a:pt x="37594" y="56074"/>
                    </a:cubicBezTo>
                    <a:cubicBezTo>
                      <a:pt x="37794" y="55574"/>
                      <a:pt x="37994" y="55107"/>
                      <a:pt x="38227" y="54606"/>
                    </a:cubicBezTo>
                    <a:lnTo>
                      <a:pt x="38227" y="54606"/>
                    </a:lnTo>
                    <a:cubicBezTo>
                      <a:pt x="37408" y="56428"/>
                      <a:pt x="38799" y="58333"/>
                      <a:pt x="40666" y="58333"/>
                    </a:cubicBezTo>
                    <a:cubicBezTo>
                      <a:pt x="40849" y="58333"/>
                      <a:pt x="41038" y="58315"/>
                      <a:pt x="41230" y="58276"/>
                    </a:cubicBezTo>
                    <a:cubicBezTo>
                      <a:pt x="43367" y="57814"/>
                      <a:pt x="45880" y="57597"/>
                      <a:pt x="48538" y="57597"/>
                    </a:cubicBezTo>
                    <a:cubicBezTo>
                      <a:pt x="55294" y="57597"/>
                      <a:pt x="62989" y="58998"/>
                      <a:pt x="67849" y="61344"/>
                    </a:cubicBezTo>
                    <a:cubicBezTo>
                      <a:pt x="68217" y="61519"/>
                      <a:pt x="68597" y="61599"/>
                      <a:pt x="68967" y="61599"/>
                    </a:cubicBezTo>
                    <a:cubicBezTo>
                      <a:pt x="70405" y="61599"/>
                      <a:pt x="71694" y="60389"/>
                      <a:pt x="71625" y="58814"/>
                    </a:cubicBezTo>
                    <a:lnTo>
                      <a:pt x="71625" y="58814"/>
                    </a:lnTo>
                    <a:cubicBezTo>
                      <a:pt x="71648" y="59124"/>
                      <a:pt x="71677" y="59434"/>
                      <a:pt x="71718" y="59743"/>
                    </a:cubicBezTo>
                    <a:cubicBezTo>
                      <a:pt x="71838" y="61184"/>
                      <a:pt x="73064" y="62141"/>
                      <a:pt x="74364" y="62141"/>
                    </a:cubicBezTo>
                    <a:cubicBezTo>
                      <a:pt x="74870" y="62141"/>
                      <a:pt x="75387" y="61996"/>
                      <a:pt x="75854" y="61678"/>
                    </a:cubicBezTo>
                    <a:cubicBezTo>
                      <a:pt x="79557" y="59143"/>
                      <a:pt x="84560" y="57175"/>
                      <a:pt x="89964" y="56007"/>
                    </a:cubicBezTo>
                    <a:cubicBezTo>
                      <a:pt x="89764" y="55974"/>
                      <a:pt x="89531" y="55874"/>
                      <a:pt x="89331" y="55774"/>
                    </a:cubicBezTo>
                    <a:cubicBezTo>
                      <a:pt x="84466" y="53426"/>
                      <a:pt x="76762" y="52041"/>
                      <a:pt x="70001" y="52041"/>
                    </a:cubicBezTo>
                    <a:cubicBezTo>
                      <a:pt x="67350" y="52041"/>
                      <a:pt x="64844" y="52254"/>
                      <a:pt x="62712" y="52705"/>
                    </a:cubicBezTo>
                    <a:cubicBezTo>
                      <a:pt x="62205" y="52816"/>
                      <a:pt x="61561" y="52870"/>
                      <a:pt x="60853" y="52870"/>
                    </a:cubicBezTo>
                    <a:cubicBezTo>
                      <a:pt x="58578" y="52870"/>
                      <a:pt x="55657" y="52306"/>
                      <a:pt x="54639" y="51237"/>
                    </a:cubicBezTo>
                    <a:cubicBezTo>
                      <a:pt x="50369" y="46601"/>
                      <a:pt x="41830" y="43498"/>
                      <a:pt x="35025" y="43465"/>
                    </a:cubicBezTo>
                    <a:cubicBezTo>
                      <a:pt x="32657" y="43465"/>
                      <a:pt x="27620" y="40863"/>
                      <a:pt x="27353" y="38628"/>
                    </a:cubicBezTo>
                    <a:cubicBezTo>
                      <a:pt x="26853" y="34225"/>
                      <a:pt x="25051" y="30522"/>
                      <a:pt x="22550" y="28054"/>
                    </a:cubicBezTo>
                    <a:cubicBezTo>
                      <a:pt x="21449" y="26987"/>
                      <a:pt x="21582" y="25152"/>
                      <a:pt x="22783" y="24185"/>
                    </a:cubicBezTo>
                    <a:cubicBezTo>
                      <a:pt x="33624" y="15278"/>
                      <a:pt x="54406" y="5805"/>
                      <a:pt x="71017" y="1"/>
                    </a:cubicBezTo>
                    <a:close/>
                  </a:path>
                </a:pathLst>
              </a:custGeom>
              <a:solidFill>
                <a:srgbClr val="191919">
                  <a:alpha val="284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" name="Google Shape;302;p2"/>
              <p:cNvSpPr/>
              <p:nvPr/>
            </p:nvSpPr>
            <p:spPr>
              <a:xfrm>
                <a:off x="1820150" y="2665738"/>
                <a:ext cx="184325" cy="255200"/>
              </a:xfrm>
              <a:custGeom>
                <a:avLst/>
                <a:gdLst/>
                <a:ahLst/>
                <a:cxnLst/>
                <a:rect l="l" t="t" r="r" b="b"/>
                <a:pathLst>
                  <a:path w="7373" h="10208" extrusionOk="0">
                    <a:moveTo>
                      <a:pt x="3670" y="0"/>
                    </a:moveTo>
                    <a:cubicBezTo>
                      <a:pt x="1835" y="0"/>
                      <a:pt x="1" y="10208"/>
                      <a:pt x="1" y="10208"/>
                    </a:cubicBezTo>
                    <a:lnTo>
                      <a:pt x="7372" y="10208"/>
                    </a:lnTo>
                    <a:cubicBezTo>
                      <a:pt x="7372" y="10208"/>
                      <a:pt x="5538" y="0"/>
                      <a:pt x="36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" name="Google Shape;303;p2"/>
              <p:cNvSpPr/>
              <p:nvPr/>
            </p:nvSpPr>
            <p:spPr>
              <a:xfrm>
                <a:off x="1765100" y="2865038"/>
                <a:ext cx="293575" cy="111775"/>
              </a:xfrm>
              <a:custGeom>
                <a:avLst/>
                <a:gdLst/>
                <a:ahLst/>
                <a:cxnLst/>
                <a:rect l="l" t="t" r="r" b="b"/>
                <a:pathLst>
                  <a:path w="11743" h="4471" extrusionOk="0">
                    <a:moveTo>
                      <a:pt x="2002" y="1"/>
                    </a:moveTo>
                    <a:cubicBezTo>
                      <a:pt x="902" y="1"/>
                      <a:pt x="1" y="902"/>
                      <a:pt x="1" y="2002"/>
                    </a:cubicBezTo>
                    <a:lnTo>
                      <a:pt x="1" y="2469"/>
                    </a:lnTo>
                    <a:cubicBezTo>
                      <a:pt x="1" y="3570"/>
                      <a:pt x="902" y="4471"/>
                      <a:pt x="2002" y="4471"/>
                    </a:cubicBezTo>
                    <a:lnTo>
                      <a:pt x="9741" y="4471"/>
                    </a:lnTo>
                    <a:cubicBezTo>
                      <a:pt x="10875" y="4471"/>
                      <a:pt x="11743" y="3570"/>
                      <a:pt x="11743" y="2469"/>
                    </a:cubicBezTo>
                    <a:lnTo>
                      <a:pt x="11743" y="2002"/>
                    </a:lnTo>
                    <a:cubicBezTo>
                      <a:pt x="11743" y="902"/>
                      <a:pt x="10875" y="1"/>
                      <a:pt x="974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04" name="Google Shape;304;p2"/>
          <p:cNvGrpSpPr/>
          <p:nvPr/>
        </p:nvGrpSpPr>
        <p:grpSpPr>
          <a:xfrm>
            <a:off x="6832683" y="4409614"/>
            <a:ext cx="3369488" cy="1707138"/>
            <a:chOff x="2087475" y="2783813"/>
            <a:chExt cx="3624275" cy="1836225"/>
          </a:xfrm>
        </p:grpSpPr>
        <p:sp>
          <p:nvSpPr>
            <p:cNvPr id="305" name="Google Shape;305;p2"/>
            <p:cNvSpPr/>
            <p:nvPr/>
          </p:nvSpPr>
          <p:spPr>
            <a:xfrm>
              <a:off x="2087475" y="3066513"/>
              <a:ext cx="1777125" cy="1163775"/>
            </a:xfrm>
            <a:custGeom>
              <a:avLst/>
              <a:gdLst/>
              <a:ahLst/>
              <a:cxnLst/>
              <a:rect l="l" t="t" r="r" b="b"/>
              <a:pathLst>
                <a:path w="71085" h="46551" extrusionOk="0">
                  <a:moveTo>
                    <a:pt x="71051" y="1"/>
                  </a:moveTo>
                  <a:cubicBezTo>
                    <a:pt x="59209" y="601"/>
                    <a:pt x="18213" y="15879"/>
                    <a:pt x="1301" y="29722"/>
                  </a:cubicBezTo>
                  <a:cubicBezTo>
                    <a:pt x="100" y="30723"/>
                    <a:pt x="0" y="32524"/>
                    <a:pt x="1101" y="33625"/>
                  </a:cubicBezTo>
                  <a:cubicBezTo>
                    <a:pt x="3569" y="36060"/>
                    <a:pt x="5371" y="39762"/>
                    <a:pt x="5904" y="44166"/>
                  </a:cubicBezTo>
                  <a:cubicBezTo>
                    <a:pt x="6057" y="45630"/>
                    <a:pt x="7285" y="46551"/>
                    <a:pt x="8555" y="46551"/>
                  </a:cubicBezTo>
                  <a:cubicBezTo>
                    <a:pt x="9222" y="46551"/>
                    <a:pt x="9901" y="46296"/>
                    <a:pt x="10441" y="45733"/>
                  </a:cubicBezTo>
                  <a:cubicBezTo>
                    <a:pt x="24151" y="31390"/>
                    <a:pt x="50203" y="12610"/>
                    <a:pt x="71051" y="568"/>
                  </a:cubicBezTo>
                  <a:cubicBezTo>
                    <a:pt x="71051" y="401"/>
                    <a:pt x="71051" y="201"/>
                    <a:pt x="7108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306;p2"/>
            <p:cNvSpPr/>
            <p:nvPr/>
          </p:nvSpPr>
          <p:spPr>
            <a:xfrm>
              <a:off x="2335975" y="3080688"/>
              <a:ext cx="1529450" cy="1427300"/>
            </a:xfrm>
            <a:custGeom>
              <a:avLst/>
              <a:gdLst/>
              <a:ahLst/>
              <a:cxnLst/>
              <a:rect l="l" t="t" r="r" b="b"/>
              <a:pathLst>
                <a:path w="61178" h="57092" extrusionOk="0">
                  <a:moveTo>
                    <a:pt x="61111" y="1"/>
                  </a:moveTo>
                  <a:cubicBezTo>
                    <a:pt x="40830" y="11709"/>
                    <a:pt x="15678" y="29789"/>
                    <a:pt x="1668" y="43932"/>
                  </a:cubicBezTo>
                  <a:cubicBezTo>
                    <a:pt x="1" y="45633"/>
                    <a:pt x="1235" y="48435"/>
                    <a:pt x="3603" y="48435"/>
                  </a:cubicBezTo>
                  <a:cubicBezTo>
                    <a:pt x="10441" y="48469"/>
                    <a:pt x="18947" y="51604"/>
                    <a:pt x="23250" y="56208"/>
                  </a:cubicBezTo>
                  <a:cubicBezTo>
                    <a:pt x="23794" y="56806"/>
                    <a:pt x="24517" y="57091"/>
                    <a:pt x="25231" y="57091"/>
                  </a:cubicBezTo>
                  <a:cubicBezTo>
                    <a:pt x="26228" y="57091"/>
                    <a:pt x="27207" y="56537"/>
                    <a:pt x="27654" y="55507"/>
                  </a:cubicBezTo>
                  <a:cubicBezTo>
                    <a:pt x="34525" y="39529"/>
                    <a:pt x="48001" y="18180"/>
                    <a:pt x="61178" y="101"/>
                  </a:cubicBezTo>
                  <a:cubicBezTo>
                    <a:pt x="61144" y="34"/>
                    <a:pt x="61144" y="67"/>
                    <a:pt x="6111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307;p2"/>
            <p:cNvSpPr/>
            <p:nvPr/>
          </p:nvSpPr>
          <p:spPr>
            <a:xfrm>
              <a:off x="3022650" y="3086538"/>
              <a:ext cx="858600" cy="1520275"/>
            </a:xfrm>
            <a:custGeom>
              <a:avLst/>
              <a:gdLst/>
              <a:ahLst/>
              <a:cxnLst/>
              <a:rect l="l" t="t" r="r" b="b"/>
              <a:pathLst>
                <a:path w="34344" h="60811" extrusionOk="0">
                  <a:moveTo>
                    <a:pt x="33610" y="0"/>
                  </a:moveTo>
                  <a:lnTo>
                    <a:pt x="33610" y="0"/>
                  </a:lnTo>
                  <a:cubicBezTo>
                    <a:pt x="20868" y="17479"/>
                    <a:pt x="7859" y="38027"/>
                    <a:pt x="820" y="53805"/>
                  </a:cubicBezTo>
                  <a:cubicBezTo>
                    <a:pt x="1" y="55627"/>
                    <a:pt x="1392" y="57532"/>
                    <a:pt x="3259" y="57532"/>
                  </a:cubicBezTo>
                  <a:cubicBezTo>
                    <a:pt x="3442" y="57532"/>
                    <a:pt x="3631" y="57514"/>
                    <a:pt x="3823" y="57475"/>
                  </a:cubicBezTo>
                  <a:cubicBezTo>
                    <a:pt x="5960" y="57013"/>
                    <a:pt x="8473" y="56796"/>
                    <a:pt x="11131" y="56796"/>
                  </a:cubicBezTo>
                  <a:cubicBezTo>
                    <a:pt x="17887" y="56796"/>
                    <a:pt x="25582" y="58197"/>
                    <a:pt x="30442" y="60543"/>
                  </a:cubicBezTo>
                  <a:cubicBezTo>
                    <a:pt x="30815" y="60727"/>
                    <a:pt x="31200" y="60811"/>
                    <a:pt x="31574" y="60811"/>
                  </a:cubicBezTo>
                  <a:cubicBezTo>
                    <a:pt x="33038" y="60811"/>
                    <a:pt x="34344" y="59529"/>
                    <a:pt x="34211" y="57908"/>
                  </a:cubicBezTo>
                  <a:cubicBezTo>
                    <a:pt x="32443" y="37794"/>
                    <a:pt x="32777" y="16745"/>
                    <a:pt x="3361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308;p2"/>
            <p:cNvSpPr/>
            <p:nvPr/>
          </p:nvSpPr>
          <p:spPr>
            <a:xfrm>
              <a:off x="3878750" y="3065688"/>
              <a:ext cx="1833000" cy="1095200"/>
            </a:xfrm>
            <a:custGeom>
              <a:avLst/>
              <a:gdLst/>
              <a:ahLst/>
              <a:cxnLst/>
              <a:rect l="l" t="t" r="r" b="b"/>
              <a:pathLst>
                <a:path w="73320" h="43808" extrusionOk="0">
                  <a:moveTo>
                    <a:pt x="100" y="0"/>
                  </a:moveTo>
                  <a:lnTo>
                    <a:pt x="0" y="334"/>
                  </a:lnTo>
                  <a:cubicBezTo>
                    <a:pt x="23450" y="12276"/>
                    <a:pt x="51837" y="29588"/>
                    <a:pt x="67248" y="43131"/>
                  </a:cubicBezTo>
                  <a:cubicBezTo>
                    <a:pt x="67767" y="43597"/>
                    <a:pt x="68383" y="43807"/>
                    <a:pt x="68988" y="43807"/>
                  </a:cubicBezTo>
                  <a:cubicBezTo>
                    <a:pt x="70289" y="43807"/>
                    <a:pt x="71538" y="42833"/>
                    <a:pt x="71651" y="41330"/>
                  </a:cubicBezTo>
                  <a:cubicBezTo>
                    <a:pt x="71818" y="38961"/>
                    <a:pt x="72218" y="36326"/>
                    <a:pt x="72986" y="34125"/>
                  </a:cubicBezTo>
                  <a:cubicBezTo>
                    <a:pt x="73319" y="33091"/>
                    <a:pt x="73052" y="31956"/>
                    <a:pt x="72252" y="31256"/>
                  </a:cubicBezTo>
                  <a:cubicBezTo>
                    <a:pt x="56274" y="16712"/>
                    <a:pt x="11275" y="0"/>
                    <a:pt x="10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309;p2"/>
            <p:cNvSpPr/>
            <p:nvPr/>
          </p:nvSpPr>
          <p:spPr>
            <a:xfrm>
              <a:off x="3874575" y="3072363"/>
              <a:ext cx="1687900" cy="1388950"/>
            </a:xfrm>
            <a:custGeom>
              <a:avLst/>
              <a:gdLst/>
              <a:ahLst/>
              <a:cxnLst/>
              <a:rect l="l" t="t" r="r" b="b"/>
              <a:pathLst>
                <a:path w="67516" h="55558" extrusionOk="0">
                  <a:moveTo>
                    <a:pt x="67" y="0"/>
                  </a:moveTo>
                  <a:cubicBezTo>
                    <a:pt x="34" y="67"/>
                    <a:pt x="34" y="33"/>
                    <a:pt x="0" y="67"/>
                  </a:cubicBezTo>
                  <a:cubicBezTo>
                    <a:pt x="16979" y="16979"/>
                    <a:pt x="36593" y="38361"/>
                    <a:pt x="44466" y="54072"/>
                  </a:cubicBezTo>
                  <a:cubicBezTo>
                    <a:pt x="44945" y="55049"/>
                    <a:pt x="45883" y="55558"/>
                    <a:pt x="46835" y="55558"/>
                  </a:cubicBezTo>
                  <a:cubicBezTo>
                    <a:pt x="47605" y="55558"/>
                    <a:pt x="48384" y="55225"/>
                    <a:pt x="48935" y="54539"/>
                  </a:cubicBezTo>
                  <a:cubicBezTo>
                    <a:pt x="53238" y="49135"/>
                    <a:pt x="58676" y="46367"/>
                    <a:pt x="64080" y="46033"/>
                  </a:cubicBezTo>
                  <a:cubicBezTo>
                    <a:pt x="66481" y="45900"/>
                    <a:pt x="67515" y="42931"/>
                    <a:pt x="65681" y="41363"/>
                  </a:cubicBezTo>
                  <a:cubicBezTo>
                    <a:pt x="49936" y="28053"/>
                    <a:pt x="22650" y="11508"/>
                    <a:pt x="6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310;p2"/>
            <p:cNvSpPr/>
            <p:nvPr/>
          </p:nvSpPr>
          <p:spPr>
            <a:xfrm>
              <a:off x="3833700" y="3074013"/>
              <a:ext cx="1148675" cy="1546025"/>
            </a:xfrm>
            <a:custGeom>
              <a:avLst/>
              <a:gdLst/>
              <a:ahLst/>
              <a:cxnLst/>
              <a:rect l="l" t="t" r="r" b="b"/>
              <a:pathLst>
                <a:path w="45947" h="61841" extrusionOk="0">
                  <a:moveTo>
                    <a:pt x="1635" y="1"/>
                  </a:moveTo>
                  <a:cubicBezTo>
                    <a:pt x="1602" y="34"/>
                    <a:pt x="1569" y="34"/>
                    <a:pt x="1502" y="34"/>
                  </a:cubicBezTo>
                  <a:cubicBezTo>
                    <a:pt x="1402" y="168"/>
                    <a:pt x="1302" y="334"/>
                    <a:pt x="1168" y="501"/>
                  </a:cubicBezTo>
                  <a:cubicBezTo>
                    <a:pt x="301" y="17547"/>
                    <a:pt x="1" y="38995"/>
                    <a:pt x="1869" y="59443"/>
                  </a:cubicBezTo>
                  <a:cubicBezTo>
                    <a:pt x="1989" y="60884"/>
                    <a:pt x="3215" y="61841"/>
                    <a:pt x="4515" y="61841"/>
                  </a:cubicBezTo>
                  <a:cubicBezTo>
                    <a:pt x="5021" y="61841"/>
                    <a:pt x="5538" y="61696"/>
                    <a:pt x="6005" y="61378"/>
                  </a:cubicBezTo>
                  <a:cubicBezTo>
                    <a:pt x="12280" y="57075"/>
                    <a:pt x="22400" y="54418"/>
                    <a:pt x="31722" y="54418"/>
                  </a:cubicBezTo>
                  <a:cubicBezTo>
                    <a:pt x="35335" y="54418"/>
                    <a:pt x="38828" y="54817"/>
                    <a:pt x="41931" y="55674"/>
                  </a:cubicBezTo>
                  <a:cubicBezTo>
                    <a:pt x="42172" y="55738"/>
                    <a:pt x="42409" y="55768"/>
                    <a:pt x="42637" y="55768"/>
                  </a:cubicBezTo>
                  <a:cubicBezTo>
                    <a:pt x="44562" y="55768"/>
                    <a:pt x="45947" y="53653"/>
                    <a:pt x="44933" y="51805"/>
                  </a:cubicBezTo>
                  <a:cubicBezTo>
                    <a:pt x="36427" y="36360"/>
                    <a:pt x="17847" y="16112"/>
                    <a:pt x="163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11" name="Google Shape;311;p2"/>
            <p:cNvGrpSpPr/>
            <p:nvPr/>
          </p:nvGrpSpPr>
          <p:grpSpPr>
            <a:xfrm>
              <a:off x="2087475" y="2783813"/>
              <a:ext cx="3624275" cy="1836225"/>
              <a:chOff x="112275" y="2665738"/>
              <a:chExt cx="3624275" cy="1836225"/>
            </a:xfrm>
          </p:grpSpPr>
          <p:sp>
            <p:nvSpPr>
              <p:cNvPr id="312" name="Google Shape;312;p2"/>
              <p:cNvSpPr/>
              <p:nvPr/>
            </p:nvSpPr>
            <p:spPr>
              <a:xfrm>
                <a:off x="112275" y="2948438"/>
                <a:ext cx="1777125" cy="1163775"/>
              </a:xfrm>
              <a:custGeom>
                <a:avLst/>
                <a:gdLst/>
                <a:ahLst/>
                <a:cxnLst/>
                <a:rect l="l" t="t" r="r" b="b"/>
                <a:pathLst>
                  <a:path w="71085" h="46551" extrusionOk="0">
                    <a:moveTo>
                      <a:pt x="71051" y="1"/>
                    </a:moveTo>
                    <a:cubicBezTo>
                      <a:pt x="59209" y="601"/>
                      <a:pt x="18213" y="15879"/>
                      <a:pt x="1301" y="29722"/>
                    </a:cubicBezTo>
                    <a:cubicBezTo>
                      <a:pt x="100" y="30723"/>
                      <a:pt x="0" y="32524"/>
                      <a:pt x="1101" y="33625"/>
                    </a:cubicBezTo>
                    <a:cubicBezTo>
                      <a:pt x="3569" y="36060"/>
                      <a:pt x="5371" y="39762"/>
                      <a:pt x="5904" y="44166"/>
                    </a:cubicBezTo>
                    <a:cubicBezTo>
                      <a:pt x="6057" y="45630"/>
                      <a:pt x="7285" y="46551"/>
                      <a:pt x="8555" y="46551"/>
                    </a:cubicBezTo>
                    <a:cubicBezTo>
                      <a:pt x="9222" y="46551"/>
                      <a:pt x="9901" y="46296"/>
                      <a:pt x="10441" y="45733"/>
                    </a:cubicBezTo>
                    <a:cubicBezTo>
                      <a:pt x="24151" y="31390"/>
                      <a:pt x="50203" y="12610"/>
                      <a:pt x="71051" y="568"/>
                    </a:cubicBezTo>
                    <a:cubicBezTo>
                      <a:pt x="71051" y="401"/>
                      <a:pt x="71051" y="201"/>
                      <a:pt x="71084" y="1"/>
                    </a:cubicBezTo>
                    <a:close/>
                  </a:path>
                </a:pathLst>
              </a:custGeom>
              <a:solidFill>
                <a:srgbClr val="191919">
                  <a:alpha val="284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" name="Google Shape;313;p2"/>
              <p:cNvSpPr/>
              <p:nvPr/>
            </p:nvSpPr>
            <p:spPr>
              <a:xfrm>
                <a:off x="360775" y="2962613"/>
                <a:ext cx="1529450" cy="1427300"/>
              </a:xfrm>
              <a:custGeom>
                <a:avLst/>
                <a:gdLst/>
                <a:ahLst/>
                <a:cxnLst/>
                <a:rect l="l" t="t" r="r" b="b"/>
                <a:pathLst>
                  <a:path w="61178" h="57092" extrusionOk="0">
                    <a:moveTo>
                      <a:pt x="61111" y="1"/>
                    </a:moveTo>
                    <a:cubicBezTo>
                      <a:pt x="40830" y="11709"/>
                      <a:pt x="15678" y="29789"/>
                      <a:pt x="1668" y="43932"/>
                    </a:cubicBezTo>
                    <a:cubicBezTo>
                      <a:pt x="1" y="45633"/>
                      <a:pt x="1235" y="48435"/>
                      <a:pt x="3603" y="48435"/>
                    </a:cubicBezTo>
                    <a:cubicBezTo>
                      <a:pt x="10441" y="48469"/>
                      <a:pt x="18947" y="51604"/>
                      <a:pt x="23250" y="56208"/>
                    </a:cubicBezTo>
                    <a:cubicBezTo>
                      <a:pt x="23794" y="56806"/>
                      <a:pt x="24517" y="57091"/>
                      <a:pt x="25231" y="57091"/>
                    </a:cubicBezTo>
                    <a:cubicBezTo>
                      <a:pt x="26228" y="57091"/>
                      <a:pt x="27207" y="56537"/>
                      <a:pt x="27654" y="55507"/>
                    </a:cubicBezTo>
                    <a:cubicBezTo>
                      <a:pt x="34525" y="39529"/>
                      <a:pt x="48001" y="18180"/>
                      <a:pt x="61178" y="101"/>
                    </a:cubicBezTo>
                    <a:cubicBezTo>
                      <a:pt x="61144" y="34"/>
                      <a:pt x="61144" y="67"/>
                      <a:pt x="61111" y="1"/>
                    </a:cubicBezTo>
                    <a:close/>
                  </a:path>
                </a:pathLst>
              </a:custGeom>
              <a:solidFill>
                <a:srgbClr val="191919">
                  <a:alpha val="189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" name="Google Shape;314;p2"/>
              <p:cNvSpPr/>
              <p:nvPr/>
            </p:nvSpPr>
            <p:spPr>
              <a:xfrm>
                <a:off x="1047450" y="2968463"/>
                <a:ext cx="858600" cy="1520275"/>
              </a:xfrm>
              <a:custGeom>
                <a:avLst/>
                <a:gdLst/>
                <a:ahLst/>
                <a:cxnLst/>
                <a:rect l="l" t="t" r="r" b="b"/>
                <a:pathLst>
                  <a:path w="34344" h="60811" extrusionOk="0">
                    <a:moveTo>
                      <a:pt x="33610" y="0"/>
                    </a:moveTo>
                    <a:lnTo>
                      <a:pt x="33610" y="0"/>
                    </a:lnTo>
                    <a:cubicBezTo>
                      <a:pt x="20868" y="17479"/>
                      <a:pt x="7859" y="38027"/>
                      <a:pt x="820" y="53805"/>
                    </a:cubicBezTo>
                    <a:cubicBezTo>
                      <a:pt x="1" y="55627"/>
                      <a:pt x="1392" y="57532"/>
                      <a:pt x="3259" y="57532"/>
                    </a:cubicBezTo>
                    <a:cubicBezTo>
                      <a:pt x="3442" y="57532"/>
                      <a:pt x="3631" y="57514"/>
                      <a:pt x="3823" y="57475"/>
                    </a:cubicBezTo>
                    <a:cubicBezTo>
                      <a:pt x="5960" y="57013"/>
                      <a:pt x="8473" y="56796"/>
                      <a:pt x="11131" y="56796"/>
                    </a:cubicBezTo>
                    <a:cubicBezTo>
                      <a:pt x="17887" y="56796"/>
                      <a:pt x="25582" y="58197"/>
                      <a:pt x="30442" y="60543"/>
                    </a:cubicBezTo>
                    <a:cubicBezTo>
                      <a:pt x="30815" y="60727"/>
                      <a:pt x="31200" y="60811"/>
                      <a:pt x="31574" y="60811"/>
                    </a:cubicBezTo>
                    <a:cubicBezTo>
                      <a:pt x="33038" y="60811"/>
                      <a:pt x="34344" y="59529"/>
                      <a:pt x="34211" y="57908"/>
                    </a:cubicBezTo>
                    <a:cubicBezTo>
                      <a:pt x="32443" y="37794"/>
                      <a:pt x="32777" y="16745"/>
                      <a:pt x="33610" y="0"/>
                    </a:cubicBezTo>
                    <a:close/>
                  </a:path>
                </a:pathLst>
              </a:custGeom>
              <a:solidFill>
                <a:srgbClr val="191919">
                  <a:alpha val="150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" name="Google Shape;315;p2"/>
              <p:cNvSpPr/>
              <p:nvPr/>
            </p:nvSpPr>
            <p:spPr>
              <a:xfrm>
                <a:off x="1903550" y="2947613"/>
                <a:ext cx="1833000" cy="1095200"/>
              </a:xfrm>
              <a:custGeom>
                <a:avLst/>
                <a:gdLst/>
                <a:ahLst/>
                <a:cxnLst/>
                <a:rect l="l" t="t" r="r" b="b"/>
                <a:pathLst>
                  <a:path w="73320" h="43808" extrusionOk="0">
                    <a:moveTo>
                      <a:pt x="100" y="0"/>
                    </a:moveTo>
                    <a:lnTo>
                      <a:pt x="0" y="334"/>
                    </a:lnTo>
                    <a:cubicBezTo>
                      <a:pt x="23450" y="12276"/>
                      <a:pt x="51837" y="29588"/>
                      <a:pt x="67248" y="43131"/>
                    </a:cubicBezTo>
                    <a:cubicBezTo>
                      <a:pt x="67767" y="43597"/>
                      <a:pt x="68383" y="43807"/>
                      <a:pt x="68988" y="43807"/>
                    </a:cubicBezTo>
                    <a:cubicBezTo>
                      <a:pt x="70289" y="43807"/>
                      <a:pt x="71538" y="42833"/>
                      <a:pt x="71651" y="41330"/>
                    </a:cubicBezTo>
                    <a:cubicBezTo>
                      <a:pt x="71818" y="38961"/>
                      <a:pt x="72218" y="36326"/>
                      <a:pt x="72986" y="34125"/>
                    </a:cubicBezTo>
                    <a:cubicBezTo>
                      <a:pt x="73319" y="33091"/>
                      <a:pt x="73052" y="31956"/>
                      <a:pt x="72252" y="31256"/>
                    </a:cubicBezTo>
                    <a:cubicBezTo>
                      <a:pt x="56274" y="16712"/>
                      <a:pt x="11275" y="0"/>
                      <a:pt x="100" y="0"/>
                    </a:cubicBezTo>
                    <a:close/>
                  </a:path>
                </a:pathLst>
              </a:custGeom>
              <a:solidFill>
                <a:srgbClr val="191919">
                  <a:alpha val="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" name="Google Shape;316;p2"/>
              <p:cNvSpPr/>
              <p:nvPr/>
            </p:nvSpPr>
            <p:spPr>
              <a:xfrm>
                <a:off x="1899375" y="2954288"/>
                <a:ext cx="1687900" cy="1388950"/>
              </a:xfrm>
              <a:custGeom>
                <a:avLst/>
                <a:gdLst/>
                <a:ahLst/>
                <a:cxnLst/>
                <a:rect l="l" t="t" r="r" b="b"/>
                <a:pathLst>
                  <a:path w="67516" h="55558" extrusionOk="0">
                    <a:moveTo>
                      <a:pt x="67" y="0"/>
                    </a:moveTo>
                    <a:cubicBezTo>
                      <a:pt x="34" y="67"/>
                      <a:pt x="34" y="33"/>
                      <a:pt x="0" y="67"/>
                    </a:cubicBezTo>
                    <a:cubicBezTo>
                      <a:pt x="16979" y="16979"/>
                      <a:pt x="36593" y="38361"/>
                      <a:pt x="44466" y="54072"/>
                    </a:cubicBezTo>
                    <a:cubicBezTo>
                      <a:pt x="44945" y="55049"/>
                      <a:pt x="45883" y="55558"/>
                      <a:pt x="46835" y="55558"/>
                    </a:cubicBezTo>
                    <a:cubicBezTo>
                      <a:pt x="47605" y="55558"/>
                      <a:pt x="48384" y="55225"/>
                      <a:pt x="48935" y="54539"/>
                    </a:cubicBezTo>
                    <a:cubicBezTo>
                      <a:pt x="53238" y="49135"/>
                      <a:pt x="58676" y="46367"/>
                      <a:pt x="64080" y="46033"/>
                    </a:cubicBezTo>
                    <a:cubicBezTo>
                      <a:pt x="66481" y="45900"/>
                      <a:pt x="67515" y="42931"/>
                      <a:pt x="65681" y="41363"/>
                    </a:cubicBezTo>
                    <a:cubicBezTo>
                      <a:pt x="49936" y="28053"/>
                      <a:pt x="22650" y="11508"/>
                      <a:pt x="67" y="0"/>
                    </a:cubicBezTo>
                    <a:close/>
                  </a:path>
                </a:pathLst>
              </a:custGeom>
              <a:solidFill>
                <a:srgbClr val="191919">
                  <a:alpha val="61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" name="Google Shape;317;p2"/>
              <p:cNvSpPr/>
              <p:nvPr/>
            </p:nvSpPr>
            <p:spPr>
              <a:xfrm>
                <a:off x="1858500" y="2955938"/>
                <a:ext cx="1148675" cy="1546025"/>
              </a:xfrm>
              <a:custGeom>
                <a:avLst/>
                <a:gdLst/>
                <a:ahLst/>
                <a:cxnLst/>
                <a:rect l="l" t="t" r="r" b="b"/>
                <a:pathLst>
                  <a:path w="45947" h="61841" extrusionOk="0">
                    <a:moveTo>
                      <a:pt x="1635" y="1"/>
                    </a:moveTo>
                    <a:cubicBezTo>
                      <a:pt x="1602" y="34"/>
                      <a:pt x="1569" y="34"/>
                      <a:pt x="1502" y="34"/>
                    </a:cubicBezTo>
                    <a:cubicBezTo>
                      <a:pt x="1402" y="168"/>
                      <a:pt x="1302" y="334"/>
                      <a:pt x="1168" y="501"/>
                    </a:cubicBezTo>
                    <a:cubicBezTo>
                      <a:pt x="301" y="17547"/>
                      <a:pt x="1" y="38995"/>
                      <a:pt x="1869" y="59443"/>
                    </a:cubicBezTo>
                    <a:cubicBezTo>
                      <a:pt x="1989" y="60884"/>
                      <a:pt x="3215" y="61841"/>
                      <a:pt x="4515" y="61841"/>
                    </a:cubicBezTo>
                    <a:cubicBezTo>
                      <a:pt x="5021" y="61841"/>
                      <a:pt x="5538" y="61696"/>
                      <a:pt x="6005" y="61378"/>
                    </a:cubicBezTo>
                    <a:cubicBezTo>
                      <a:pt x="12280" y="57075"/>
                      <a:pt x="22400" y="54418"/>
                      <a:pt x="31722" y="54418"/>
                    </a:cubicBezTo>
                    <a:cubicBezTo>
                      <a:pt x="35335" y="54418"/>
                      <a:pt x="38828" y="54817"/>
                      <a:pt x="41931" y="55674"/>
                    </a:cubicBezTo>
                    <a:cubicBezTo>
                      <a:pt x="42172" y="55738"/>
                      <a:pt x="42409" y="55768"/>
                      <a:pt x="42637" y="55768"/>
                    </a:cubicBezTo>
                    <a:cubicBezTo>
                      <a:pt x="44562" y="55768"/>
                      <a:pt x="45947" y="53653"/>
                      <a:pt x="44933" y="51805"/>
                    </a:cubicBezTo>
                    <a:cubicBezTo>
                      <a:pt x="36427" y="36360"/>
                      <a:pt x="17847" y="16112"/>
                      <a:pt x="1635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" name="Google Shape;318;p2"/>
              <p:cNvSpPr/>
              <p:nvPr/>
            </p:nvSpPr>
            <p:spPr>
              <a:xfrm>
                <a:off x="112275" y="2948438"/>
                <a:ext cx="2249125" cy="1553525"/>
              </a:xfrm>
              <a:custGeom>
                <a:avLst/>
                <a:gdLst/>
                <a:ahLst/>
                <a:cxnLst/>
                <a:rect l="l" t="t" r="r" b="b"/>
                <a:pathLst>
                  <a:path w="89965" h="62141" extrusionOk="0">
                    <a:moveTo>
                      <a:pt x="71585" y="58242"/>
                    </a:moveTo>
                    <a:lnTo>
                      <a:pt x="71585" y="58242"/>
                    </a:lnTo>
                    <a:cubicBezTo>
                      <a:pt x="71590" y="58323"/>
                      <a:pt x="71595" y="58404"/>
                      <a:pt x="71601" y="58485"/>
                    </a:cubicBezTo>
                    <a:lnTo>
                      <a:pt x="71601" y="58485"/>
                    </a:lnTo>
                    <a:cubicBezTo>
                      <a:pt x="71593" y="58407"/>
                      <a:pt x="71585" y="58324"/>
                      <a:pt x="71585" y="58242"/>
                    </a:cubicBezTo>
                    <a:close/>
                    <a:moveTo>
                      <a:pt x="71017" y="1"/>
                    </a:moveTo>
                    <a:lnTo>
                      <a:pt x="71017" y="1"/>
                    </a:lnTo>
                    <a:cubicBezTo>
                      <a:pt x="59142" y="634"/>
                      <a:pt x="18180" y="15879"/>
                      <a:pt x="1301" y="29722"/>
                    </a:cubicBezTo>
                    <a:cubicBezTo>
                      <a:pt x="100" y="30723"/>
                      <a:pt x="0" y="32524"/>
                      <a:pt x="1101" y="33625"/>
                    </a:cubicBezTo>
                    <a:cubicBezTo>
                      <a:pt x="3569" y="36060"/>
                      <a:pt x="5371" y="39762"/>
                      <a:pt x="5871" y="44166"/>
                    </a:cubicBezTo>
                    <a:cubicBezTo>
                      <a:pt x="6046" y="45630"/>
                      <a:pt x="7281" y="46551"/>
                      <a:pt x="8544" y="46551"/>
                    </a:cubicBezTo>
                    <a:cubicBezTo>
                      <a:pt x="9208" y="46551"/>
                      <a:pt x="9879" y="46296"/>
                      <a:pt x="10408" y="45733"/>
                    </a:cubicBezTo>
                    <a:cubicBezTo>
                      <a:pt x="10808" y="45333"/>
                      <a:pt x="11208" y="44933"/>
                      <a:pt x="11608" y="44532"/>
                    </a:cubicBezTo>
                    <a:lnTo>
                      <a:pt x="11608" y="44532"/>
                    </a:lnTo>
                    <a:cubicBezTo>
                      <a:pt x="9974" y="46200"/>
                      <a:pt x="11175" y="49002"/>
                      <a:pt x="13543" y="49002"/>
                    </a:cubicBezTo>
                    <a:cubicBezTo>
                      <a:pt x="20381" y="49036"/>
                      <a:pt x="28887" y="52171"/>
                      <a:pt x="33190" y="56775"/>
                    </a:cubicBezTo>
                    <a:cubicBezTo>
                      <a:pt x="33734" y="57373"/>
                      <a:pt x="34457" y="57658"/>
                      <a:pt x="35171" y="57658"/>
                    </a:cubicBezTo>
                    <a:cubicBezTo>
                      <a:pt x="36168" y="57658"/>
                      <a:pt x="37147" y="57104"/>
                      <a:pt x="37594" y="56074"/>
                    </a:cubicBezTo>
                    <a:cubicBezTo>
                      <a:pt x="37794" y="55574"/>
                      <a:pt x="37994" y="55107"/>
                      <a:pt x="38227" y="54606"/>
                    </a:cubicBezTo>
                    <a:lnTo>
                      <a:pt x="38227" y="54606"/>
                    </a:lnTo>
                    <a:cubicBezTo>
                      <a:pt x="37408" y="56428"/>
                      <a:pt x="38799" y="58333"/>
                      <a:pt x="40666" y="58333"/>
                    </a:cubicBezTo>
                    <a:cubicBezTo>
                      <a:pt x="40849" y="58333"/>
                      <a:pt x="41038" y="58315"/>
                      <a:pt x="41230" y="58276"/>
                    </a:cubicBezTo>
                    <a:cubicBezTo>
                      <a:pt x="43367" y="57814"/>
                      <a:pt x="45880" y="57597"/>
                      <a:pt x="48538" y="57597"/>
                    </a:cubicBezTo>
                    <a:cubicBezTo>
                      <a:pt x="55294" y="57597"/>
                      <a:pt x="62989" y="58998"/>
                      <a:pt x="67849" y="61344"/>
                    </a:cubicBezTo>
                    <a:cubicBezTo>
                      <a:pt x="68217" y="61519"/>
                      <a:pt x="68597" y="61599"/>
                      <a:pt x="68967" y="61599"/>
                    </a:cubicBezTo>
                    <a:cubicBezTo>
                      <a:pt x="70405" y="61599"/>
                      <a:pt x="71694" y="60389"/>
                      <a:pt x="71625" y="58814"/>
                    </a:cubicBezTo>
                    <a:lnTo>
                      <a:pt x="71625" y="58814"/>
                    </a:lnTo>
                    <a:cubicBezTo>
                      <a:pt x="71648" y="59124"/>
                      <a:pt x="71677" y="59434"/>
                      <a:pt x="71718" y="59743"/>
                    </a:cubicBezTo>
                    <a:cubicBezTo>
                      <a:pt x="71838" y="61184"/>
                      <a:pt x="73064" y="62141"/>
                      <a:pt x="74364" y="62141"/>
                    </a:cubicBezTo>
                    <a:cubicBezTo>
                      <a:pt x="74870" y="62141"/>
                      <a:pt x="75387" y="61996"/>
                      <a:pt x="75854" y="61678"/>
                    </a:cubicBezTo>
                    <a:cubicBezTo>
                      <a:pt x="79557" y="59143"/>
                      <a:pt x="84560" y="57175"/>
                      <a:pt x="89964" y="56007"/>
                    </a:cubicBezTo>
                    <a:cubicBezTo>
                      <a:pt x="89764" y="55974"/>
                      <a:pt x="89531" y="55874"/>
                      <a:pt x="89331" y="55774"/>
                    </a:cubicBezTo>
                    <a:cubicBezTo>
                      <a:pt x="84466" y="53426"/>
                      <a:pt x="76762" y="52041"/>
                      <a:pt x="70001" y="52041"/>
                    </a:cubicBezTo>
                    <a:cubicBezTo>
                      <a:pt x="67350" y="52041"/>
                      <a:pt x="64844" y="52254"/>
                      <a:pt x="62712" y="52705"/>
                    </a:cubicBezTo>
                    <a:cubicBezTo>
                      <a:pt x="62205" y="52816"/>
                      <a:pt x="61561" y="52870"/>
                      <a:pt x="60853" y="52870"/>
                    </a:cubicBezTo>
                    <a:cubicBezTo>
                      <a:pt x="58578" y="52870"/>
                      <a:pt x="55657" y="52306"/>
                      <a:pt x="54639" y="51237"/>
                    </a:cubicBezTo>
                    <a:cubicBezTo>
                      <a:pt x="50369" y="46601"/>
                      <a:pt x="41830" y="43498"/>
                      <a:pt x="35025" y="43465"/>
                    </a:cubicBezTo>
                    <a:cubicBezTo>
                      <a:pt x="32657" y="43465"/>
                      <a:pt x="27620" y="40863"/>
                      <a:pt x="27353" y="38628"/>
                    </a:cubicBezTo>
                    <a:cubicBezTo>
                      <a:pt x="26853" y="34225"/>
                      <a:pt x="25051" y="30522"/>
                      <a:pt x="22550" y="28054"/>
                    </a:cubicBezTo>
                    <a:cubicBezTo>
                      <a:pt x="21449" y="26987"/>
                      <a:pt x="21582" y="25152"/>
                      <a:pt x="22783" y="24185"/>
                    </a:cubicBezTo>
                    <a:cubicBezTo>
                      <a:pt x="33624" y="15278"/>
                      <a:pt x="54406" y="5805"/>
                      <a:pt x="71017" y="1"/>
                    </a:cubicBezTo>
                    <a:close/>
                  </a:path>
                </a:pathLst>
              </a:custGeom>
              <a:solidFill>
                <a:srgbClr val="191919">
                  <a:alpha val="284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" name="Google Shape;319;p2"/>
              <p:cNvSpPr/>
              <p:nvPr/>
            </p:nvSpPr>
            <p:spPr>
              <a:xfrm>
                <a:off x="1820150" y="2665738"/>
                <a:ext cx="184325" cy="255200"/>
              </a:xfrm>
              <a:custGeom>
                <a:avLst/>
                <a:gdLst/>
                <a:ahLst/>
                <a:cxnLst/>
                <a:rect l="l" t="t" r="r" b="b"/>
                <a:pathLst>
                  <a:path w="7373" h="10208" extrusionOk="0">
                    <a:moveTo>
                      <a:pt x="3670" y="0"/>
                    </a:moveTo>
                    <a:cubicBezTo>
                      <a:pt x="1835" y="0"/>
                      <a:pt x="1" y="10208"/>
                      <a:pt x="1" y="10208"/>
                    </a:cubicBezTo>
                    <a:lnTo>
                      <a:pt x="7372" y="10208"/>
                    </a:lnTo>
                    <a:cubicBezTo>
                      <a:pt x="7372" y="10208"/>
                      <a:pt x="5538" y="0"/>
                      <a:pt x="36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" name="Google Shape;320;p2"/>
              <p:cNvSpPr/>
              <p:nvPr/>
            </p:nvSpPr>
            <p:spPr>
              <a:xfrm>
                <a:off x="1765100" y="2865038"/>
                <a:ext cx="293575" cy="111775"/>
              </a:xfrm>
              <a:custGeom>
                <a:avLst/>
                <a:gdLst/>
                <a:ahLst/>
                <a:cxnLst/>
                <a:rect l="l" t="t" r="r" b="b"/>
                <a:pathLst>
                  <a:path w="11743" h="4471" extrusionOk="0">
                    <a:moveTo>
                      <a:pt x="2002" y="1"/>
                    </a:moveTo>
                    <a:cubicBezTo>
                      <a:pt x="902" y="1"/>
                      <a:pt x="1" y="902"/>
                      <a:pt x="1" y="2002"/>
                    </a:cubicBezTo>
                    <a:lnTo>
                      <a:pt x="1" y="2469"/>
                    </a:lnTo>
                    <a:cubicBezTo>
                      <a:pt x="1" y="3570"/>
                      <a:pt x="902" y="4471"/>
                      <a:pt x="2002" y="4471"/>
                    </a:cubicBezTo>
                    <a:lnTo>
                      <a:pt x="9741" y="4471"/>
                    </a:lnTo>
                    <a:cubicBezTo>
                      <a:pt x="10875" y="4471"/>
                      <a:pt x="11743" y="3570"/>
                      <a:pt x="11743" y="2469"/>
                    </a:cubicBezTo>
                    <a:lnTo>
                      <a:pt x="11743" y="2002"/>
                    </a:lnTo>
                    <a:cubicBezTo>
                      <a:pt x="11743" y="902"/>
                      <a:pt x="10875" y="1"/>
                      <a:pt x="974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21" name="Google Shape;321;p2"/>
          <p:cNvGrpSpPr/>
          <p:nvPr/>
        </p:nvGrpSpPr>
        <p:grpSpPr>
          <a:xfrm>
            <a:off x="3732607" y="4658911"/>
            <a:ext cx="3369488" cy="1707138"/>
            <a:chOff x="7924800" y="529913"/>
            <a:chExt cx="3624275" cy="1836225"/>
          </a:xfrm>
        </p:grpSpPr>
        <p:sp>
          <p:nvSpPr>
            <p:cNvPr id="322" name="Google Shape;322;p2"/>
            <p:cNvSpPr/>
            <p:nvPr/>
          </p:nvSpPr>
          <p:spPr>
            <a:xfrm>
              <a:off x="7924800" y="812613"/>
              <a:ext cx="1777125" cy="1163775"/>
            </a:xfrm>
            <a:custGeom>
              <a:avLst/>
              <a:gdLst/>
              <a:ahLst/>
              <a:cxnLst/>
              <a:rect l="l" t="t" r="r" b="b"/>
              <a:pathLst>
                <a:path w="71085" h="46551" extrusionOk="0">
                  <a:moveTo>
                    <a:pt x="71051" y="1"/>
                  </a:moveTo>
                  <a:cubicBezTo>
                    <a:pt x="59209" y="601"/>
                    <a:pt x="18213" y="15879"/>
                    <a:pt x="1301" y="29722"/>
                  </a:cubicBezTo>
                  <a:cubicBezTo>
                    <a:pt x="100" y="30723"/>
                    <a:pt x="0" y="32524"/>
                    <a:pt x="1101" y="33625"/>
                  </a:cubicBezTo>
                  <a:cubicBezTo>
                    <a:pt x="3569" y="36060"/>
                    <a:pt x="5371" y="39762"/>
                    <a:pt x="5904" y="44166"/>
                  </a:cubicBezTo>
                  <a:cubicBezTo>
                    <a:pt x="6057" y="45630"/>
                    <a:pt x="7285" y="46551"/>
                    <a:pt x="8555" y="46551"/>
                  </a:cubicBezTo>
                  <a:cubicBezTo>
                    <a:pt x="9222" y="46551"/>
                    <a:pt x="9901" y="46296"/>
                    <a:pt x="10441" y="45733"/>
                  </a:cubicBezTo>
                  <a:cubicBezTo>
                    <a:pt x="24151" y="31390"/>
                    <a:pt x="50203" y="12610"/>
                    <a:pt x="71051" y="568"/>
                  </a:cubicBezTo>
                  <a:cubicBezTo>
                    <a:pt x="71051" y="401"/>
                    <a:pt x="71051" y="201"/>
                    <a:pt x="7108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323;p2"/>
            <p:cNvSpPr/>
            <p:nvPr/>
          </p:nvSpPr>
          <p:spPr>
            <a:xfrm>
              <a:off x="8173300" y="826788"/>
              <a:ext cx="1529450" cy="1427300"/>
            </a:xfrm>
            <a:custGeom>
              <a:avLst/>
              <a:gdLst/>
              <a:ahLst/>
              <a:cxnLst/>
              <a:rect l="l" t="t" r="r" b="b"/>
              <a:pathLst>
                <a:path w="61178" h="57092" extrusionOk="0">
                  <a:moveTo>
                    <a:pt x="61111" y="1"/>
                  </a:moveTo>
                  <a:cubicBezTo>
                    <a:pt x="40830" y="11709"/>
                    <a:pt x="15678" y="29789"/>
                    <a:pt x="1668" y="43932"/>
                  </a:cubicBezTo>
                  <a:cubicBezTo>
                    <a:pt x="1" y="45633"/>
                    <a:pt x="1235" y="48435"/>
                    <a:pt x="3603" y="48435"/>
                  </a:cubicBezTo>
                  <a:cubicBezTo>
                    <a:pt x="10441" y="48469"/>
                    <a:pt x="18947" y="51604"/>
                    <a:pt x="23250" y="56208"/>
                  </a:cubicBezTo>
                  <a:cubicBezTo>
                    <a:pt x="23794" y="56806"/>
                    <a:pt x="24517" y="57091"/>
                    <a:pt x="25231" y="57091"/>
                  </a:cubicBezTo>
                  <a:cubicBezTo>
                    <a:pt x="26228" y="57091"/>
                    <a:pt x="27207" y="56537"/>
                    <a:pt x="27654" y="55507"/>
                  </a:cubicBezTo>
                  <a:cubicBezTo>
                    <a:pt x="34525" y="39529"/>
                    <a:pt x="48001" y="18180"/>
                    <a:pt x="61178" y="101"/>
                  </a:cubicBezTo>
                  <a:cubicBezTo>
                    <a:pt x="61144" y="34"/>
                    <a:pt x="61144" y="67"/>
                    <a:pt x="6111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324;p2"/>
            <p:cNvSpPr/>
            <p:nvPr/>
          </p:nvSpPr>
          <p:spPr>
            <a:xfrm>
              <a:off x="8859975" y="832638"/>
              <a:ext cx="858600" cy="1520275"/>
            </a:xfrm>
            <a:custGeom>
              <a:avLst/>
              <a:gdLst/>
              <a:ahLst/>
              <a:cxnLst/>
              <a:rect l="l" t="t" r="r" b="b"/>
              <a:pathLst>
                <a:path w="34344" h="60811" extrusionOk="0">
                  <a:moveTo>
                    <a:pt x="33610" y="0"/>
                  </a:moveTo>
                  <a:lnTo>
                    <a:pt x="33610" y="0"/>
                  </a:lnTo>
                  <a:cubicBezTo>
                    <a:pt x="20868" y="17479"/>
                    <a:pt x="7859" y="38027"/>
                    <a:pt x="820" y="53805"/>
                  </a:cubicBezTo>
                  <a:cubicBezTo>
                    <a:pt x="1" y="55627"/>
                    <a:pt x="1392" y="57532"/>
                    <a:pt x="3259" y="57532"/>
                  </a:cubicBezTo>
                  <a:cubicBezTo>
                    <a:pt x="3442" y="57532"/>
                    <a:pt x="3631" y="57514"/>
                    <a:pt x="3823" y="57475"/>
                  </a:cubicBezTo>
                  <a:cubicBezTo>
                    <a:pt x="5960" y="57013"/>
                    <a:pt x="8473" y="56796"/>
                    <a:pt x="11131" y="56796"/>
                  </a:cubicBezTo>
                  <a:cubicBezTo>
                    <a:pt x="17887" y="56796"/>
                    <a:pt x="25582" y="58197"/>
                    <a:pt x="30442" y="60543"/>
                  </a:cubicBezTo>
                  <a:cubicBezTo>
                    <a:pt x="30815" y="60727"/>
                    <a:pt x="31200" y="60811"/>
                    <a:pt x="31574" y="60811"/>
                  </a:cubicBezTo>
                  <a:cubicBezTo>
                    <a:pt x="33038" y="60811"/>
                    <a:pt x="34344" y="59529"/>
                    <a:pt x="34211" y="57908"/>
                  </a:cubicBezTo>
                  <a:cubicBezTo>
                    <a:pt x="32443" y="37794"/>
                    <a:pt x="32777" y="16745"/>
                    <a:pt x="3361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325;p2"/>
            <p:cNvSpPr/>
            <p:nvPr/>
          </p:nvSpPr>
          <p:spPr>
            <a:xfrm>
              <a:off x="9716075" y="811788"/>
              <a:ext cx="1833000" cy="1095200"/>
            </a:xfrm>
            <a:custGeom>
              <a:avLst/>
              <a:gdLst/>
              <a:ahLst/>
              <a:cxnLst/>
              <a:rect l="l" t="t" r="r" b="b"/>
              <a:pathLst>
                <a:path w="73320" h="43808" extrusionOk="0">
                  <a:moveTo>
                    <a:pt x="100" y="0"/>
                  </a:moveTo>
                  <a:lnTo>
                    <a:pt x="0" y="334"/>
                  </a:lnTo>
                  <a:cubicBezTo>
                    <a:pt x="23450" y="12276"/>
                    <a:pt x="51837" y="29588"/>
                    <a:pt x="67248" y="43131"/>
                  </a:cubicBezTo>
                  <a:cubicBezTo>
                    <a:pt x="67767" y="43597"/>
                    <a:pt x="68383" y="43807"/>
                    <a:pt x="68988" y="43807"/>
                  </a:cubicBezTo>
                  <a:cubicBezTo>
                    <a:pt x="70289" y="43807"/>
                    <a:pt x="71538" y="42833"/>
                    <a:pt x="71651" y="41330"/>
                  </a:cubicBezTo>
                  <a:cubicBezTo>
                    <a:pt x="71818" y="38961"/>
                    <a:pt x="72218" y="36326"/>
                    <a:pt x="72986" y="34125"/>
                  </a:cubicBezTo>
                  <a:cubicBezTo>
                    <a:pt x="73319" y="33091"/>
                    <a:pt x="73052" y="31956"/>
                    <a:pt x="72252" y="31256"/>
                  </a:cubicBezTo>
                  <a:cubicBezTo>
                    <a:pt x="56274" y="16712"/>
                    <a:pt x="11275" y="0"/>
                    <a:pt x="10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326;p2"/>
            <p:cNvSpPr/>
            <p:nvPr/>
          </p:nvSpPr>
          <p:spPr>
            <a:xfrm>
              <a:off x="9711900" y="818463"/>
              <a:ext cx="1687900" cy="1388950"/>
            </a:xfrm>
            <a:custGeom>
              <a:avLst/>
              <a:gdLst/>
              <a:ahLst/>
              <a:cxnLst/>
              <a:rect l="l" t="t" r="r" b="b"/>
              <a:pathLst>
                <a:path w="67516" h="55558" extrusionOk="0">
                  <a:moveTo>
                    <a:pt x="67" y="0"/>
                  </a:moveTo>
                  <a:cubicBezTo>
                    <a:pt x="34" y="67"/>
                    <a:pt x="34" y="33"/>
                    <a:pt x="0" y="67"/>
                  </a:cubicBezTo>
                  <a:cubicBezTo>
                    <a:pt x="16979" y="16979"/>
                    <a:pt x="36593" y="38361"/>
                    <a:pt x="44466" y="54072"/>
                  </a:cubicBezTo>
                  <a:cubicBezTo>
                    <a:pt x="44945" y="55049"/>
                    <a:pt x="45883" y="55558"/>
                    <a:pt x="46835" y="55558"/>
                  </a:cubicBezTo>
                  <a:cubicBezTo>
                    <a:pt x="47605" y="55558"/>
                    <a:pt x="48384" y="55225"/>
                    <a:pt x="48935" y="54539"/>
                  </a:cubicBezTo>
                  <a:cubicBezTo>
                    <a:pt x="53238" y="49135"/>
                    <a:pt x="58676" y="46367"/>
                    <a:pt x="64080" y="46033"/>
                  </a:cubicBezTo>
                  <a:cubicBezTo>
                    <a:pt x="66481" y="45900"/>
                    <a:pt x="67515" y="42931"/>
                    <a:pt x="65681" y="41363"/>
                  </a:cubicBezTo>
                  <a:cubicBezTo>
                    <a:pt x="49936" y="28053"/>
                    <a:pt x="22650" y="11508"/>
                    <a:pt x="6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327;p2"/>
            <p:cNvSpPr/>
            <p:nvPr/>
          </p:nvSpPr>
          <p:spPr>
            <a:xfrm>
              <a:off x="9671025" y="820113"/>
              <a:ext cx="1148675" cy="1546025"/>
            </a:xfrm>
            <a:custGeom>
              <a:avLst/>
              <a:gdLst/>
              <a:ahLst/>
              <a:cxnLst/>
              <a:rect l="l" t="t" r="r" b="b"/>
              <a:pathLst>
                <a:path w="45947" h="61841" extrusionOk="0">
                  <a:moveTo>
                    <a:pt x="1635" y="1"/>
                  </a:moveTo>
                  <a:cubicBezTo>
                    <a:pt x="1602" y="34"/>
                    <a:pt x="1569" y="34"/>
                    <a:pt x="1502" y="34"/>
                  </a:cubicBezTo>
                  <a:cubicBezTo>
                    <a:pt x="1402" y="168"/>
                    <a:pt x="1302" y="334"/>
                    <a:pt x="1168" y="501"/>
                  </a:cubicBezTo>
                  <a:cubicBezTo>
                    <a:pt x="301" y="17547"/>
                    <a:pt x="1" y="38995"/>
                    <a:pt x="1869" y="59443"/>
                  </a:cubicBezTo>
                  <a:cubicBezTo>
                    <a:pt x="1989" y="60884"/>
                    <a:pt x="3215" y="61841"/>
                    <a:pt x="4515" y="61841"/>
                  </a:cubicBezTo>
                  <a:cubicBezTo>
                    <a:pt x="5021" y="61841"/>
                    <a:pt x="5538" y="61696"/>
                    <a:pt x="6005" y="61378"/>
                  </a:cubicBezTo>
                  <a:cubicBezTo>
                    <a:pt x="12280" y="57075"/>
                    <a:pt x="22400" y="54418"/>
                    <a:pt x="31722" y="54418"/>
                  </a:cubicBezTo>
                  <a:cubicBezTo>
                    <a:pt x="35335" y="54418"/>
                    <a:pt x="38828" y="54817"/>
                    <a:pt x="41931" y="55674"/>
                  </a:cubicBezTo>
                  <a:cubicBezTo>
                    <a:pt x="42172" y="55738"/>
                    <a:pt x="42409" y="55768"/>
                    <a:pt x="42637" y="55768"/>
                  </a:cubicBezTo>
                  <a:cubicBezTo>
                    <a:pt x="44562" y="55768"/>
                    <a:pt x="45947" y="53653"/>
                    <a:pt x="44933" y="51805"/>
                  </a:cubicBezTo>
                  <a:cubicBezTo>
                    <a:pt x="36427" y="36360"/>
                    <a:pt x="17847" y="16112"/>
                    <a:pt x="163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28" name="Google Shape;328;p2"/>
            <p:cNvGrpSpPr/>
            <p:nvPr/>
          </p:nvGrpSpPr>
          <p:grpSpPr>
            <a:xfrm>
              <a:off x="7924800" y="529913"/>
              <a:ext cx="3624275" cy="1836225"/>
              <a:chOff x="112275" y="2665738"/>
              <a:chExt cx="3624275" cy="1836225"/>
            </a:xfrm>
          </p:grpSpPr>
          <p:sp>
            <p:nvSpPr>
              <p:cNvPr id="329" name="Google Shape;329;p2"/>
              <p:cNvSpPr/>
              <p:nvPr/>
            </p:nvSpPr>
            <p:spPr>
              <a:xfrm>
                <a:off x="112275" y="2948438"/>
                <a:ext cx="1777125" cy="1163775"/>
              </a:xfrm>
              <a:custGeom>
                <a:avLst/>
                <a:gdLst/>
                <a:ahLst/>
                <a:cxnLst/>
                <a:rect l="l" t="t" r="r" b="b"/>
                <a:pathLst>
                  <a:path w="71085" h="46551" extrusionOk="0">
                    <a:moveTo>
                      <a:pt x="71051" y="1"/>
                    </a:moveTo>
                    <a:cubicBezTo>
                      <a:pt x="59209" y="601"/>
                      <a:pt x="18213" y="15879"/>
                      <a:pt x="1301" y="29722"/>
                    </a:cubicBezTo>
                    <a:cubicBezTo>
                      <a:pt x="100" y="30723"/>
                      <a:pt x="0" y="32524"/>
                      <a:pt x="1101" y="33625"/>
                    </a:cubicBezTo>
                    <a:cubicBezTo>
                      <a:pt x="3569" y="36060"/>
                      <a:pt x="5371" y="39762"/>
                      <a:pt x="5904" y="44166"/>
                    </a:cubicBezTo>
                    <a:cubicBezTo>
                      <a:pt x="6057" y="45630"/>
                      <a:pt x="7285" y="46551"/>
                      <a:pt x="8555" y="46551"/>
                    </a:cubicBezTo>
                    <a:cubicBezTo>
                      <a:pt x="9222" y="46551"/>
                      <a:pt x="9901" y="46296"/>
                      <a:pt x="10441" y="45733"/>
                    </a:cubicBezTo>
                    <a:cubicBezTo>
                      <a:pt x="24151" y="31390"/>
                      <a:pt x="50203" y="12610"/>
                      <a:pt x="71051" y="568"/>
                    </a:cubicBezTo>
                    <a:cubicBezTo>
                      <a:pt x="71051" y="401"/>
                      <a:pt x="71051" y="201"/>
                      <a:pt x="71084" y="1"/>
                    </a:cubicBezTo>
                    <a:close/>
                  </a:path>
                </a:pathLst>
              </a:custGeom>
              <a:solidFill>
                <a:srgbClr val="191919">
                  <a:alpha val="284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" name="Google Shape;330;p2"/>
              <p:cNvSpPr/>
              <p:nvPr/>
            </p:nvSpPr>
            <p:spPr>
              <a:xfrm>
                <a:off x="360775" y="2962613"/>
                <a:ext cx="1529450" cy="1427300"/>
              </a:xfrm>
              <a:custGeom>
                <a:avLst/>
                <a:gdLst/>
                <a:ahLst/>
                <a:cxnLst/>
                <a:rect l="l" t="t" r="r" b="b"/>
                <a:pathLst>
                  <a:path w="61178" h="57092" extrusionOk="0">
                    <a:moveTo>
                      <a:pt x="61111" y="1"/>
                    </a:moveTo>
                    <a:cubicBezTo>
                      <a:pt x="40830" y="11709"/>
                      <a:pt x="15678" y="29789"/>
                      <a:pt x="1668" y="43932"/>
                    </a:cubicBezTo>
                    <a:cubicBezTo>
                      <a:pt x="1" y="45633"/>
                      <a:pt x="1235" y="48435"/>
                      <a:pt x="3603" y="48435"/>
                    </a:cubicBezTo>
                    <a:cubicBezTo>
                      <a:pt x="10441" y="48469"/>
                      <a:pt x="18947" y="51604"/>
                      <a:pt x="23250" y="56208"/>
                    </a:cubicBezTo>
                    <a:cubicBezTo>
                      <a:pt x="23794" y="56806"/>
                      <a:pt x="24517" y="57091"/>
                      <a:pt x="25231" y="57091"/>
                    </a:cubicBezTo>
                    <a:cubicBezTo>
                      <a:pt x="26228" y="57091"/>
                      <a:pt x="27207" y="56537"/>
                      <a:pt x="27654" y="55507"/>
                    </a:cubicBezTo>
                    <a:cubicBezTo>
                      <a:pt x="34525" y="39529"/>
                      <a:pt x="48001" y="18180"/>
                      <a:pt x="61178" y="101"/>
                    </a:cubicBezTo>
                    <a:cubicBezTo>
                      <a:pt x="61144" y="34"/>
                      <a:pt x="61144" y="67"/>
                      <a:pt x="61111" y="1"/>
                    </a:cubicBezTo>
                    <a:close/>
                  </a:path>
                </a:pathLst>
              </a:custGeom>
              <a:solidFill>
                <a:srgbClr val="191919">
                  <a:alpha val="189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" name="Google Shape;331;p2"/>
              <p:cNvSpPr/>
              <p:nvPr/>
            </p:nvSpPr>
            <p:spPr>
              <a:xfrm>
                <a:off x="1047450" y="2968463"/>
                <a:ext cx="858600" cy="1520275"/>
              </a:xfrm>
              <a:custGeom>
                <a:avLst/>
                <a:gdLst/>
                <a:ahLst/>
                <a:cxnLst/>
                <a:rect l="l" t="t" r="r" b="b"/>
                <a:pathLst>
                  <a:path w="34344" h="60811" extrusionOk="0">
                    <a:moveTo>
                      <a:pt x="33610" y="0"/>
                    </a:moveTo>
                    <a:lnTo>
                      <a:pt x="33610" y="0"/>
                    </a:lnTo>
                    <a:cubicBezTo>
                      <a:pt x="20868" y="17479"/>
                      <a:pt x="7859" y="38027"/>
                      <a:pt x="820" y="53805"/>
                    </a:cubicBezTo>
                    <a:cubicBezTo>
                      <a:pt x="1" y="55627"/>
                      <a:pt x="1392" y="57532"/>
                      <a:pt x="3259" y="57532"/>
                    </a:cubicBezTo>
                    <a:cubicBezTo>
                      <a:pt x="3442" y="57532"/>
                      <a:pt x="3631" y="57514"/>
                      <a:pt x="3823" y="57475"/>
                    </a:cubicBezTo>
                    <a:cubicBezTo>
                      <a:pt x="5960" y="57013"/>
                      <a:pt x="8473" y="56796"/>
                      <a:pt x="11131" y="56796"/>
                    </a:cubicBezTo>
                    <a:cubicBezTo>
                      <a:pt x="17887" y="56796"/>
                      <a:pt x="25582" y="58197"/>
                      <a:pt x="30442" y="60543"/>
                    </a:cubicBezTo>
                    <a:cubicBezTo>
                      <a:pt x="30815" y="60727"/>
                      <a:pt x="31200" y="60811"/>
                      <a:pt x="31574" y="60811"/>
                    </a:cubicBezTo>
                    <a:cubicBezTo>
                      <a:pt x="33038" y="60811"/>
                      <a:pt x="34344" y="59529"/>
                      <a:pt x="34211" y="57908"/>
                    </a:cubicBezTo>
                    <a:cubicBezTo>
                      <a:pt x="32443" y="37794"/>
                      <a:pt x="32777" y="16745"/>
                      <a:pt x="33610" y="0"/>
                    </a:cubicBezTo>
                    <a:close/>
                  </a:path>
                </a:pathLst>
              </a:custGeom>
              <a:solidFill>
                <a:srgbClr val="191919">
                  <a:alpha val="150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" name="Google Shape;332;p2"/>
              <p:cNvSpPr/>
              <p:nvPr/>
            </p:nvSpPr>
            <p:spPr>
              <a:xfrm>
                <a:off x="1903550" y="2947613"/>
                <a:ext cx="1833000" cy="1095200"/>
              </a:xfrm>
              <a:custGeom>
                <a:avLst/>
                <a:gdLst/>
                <a:ahLst/>
                <a:cxnLst/>
                <a:rect l="l" t="t" r="r" b="b"/>
                <a:pathLst>
                  <a:path w="73320" h="43808" extrusionOk="0">
                    <a:moveTo>
                      <a:pt x="100" y="0"/>
                    </a:moveTo>
                    <a:lnTo>
                      <a:pt x="0" y="334"/>
                    </a:lnTo>
                    <a:cubicBezTo>
                      <a:pt x="23450" y="12276"/>
                      <a:pt x="51837" y="29588"/>
                      <a:pt x="67248" y="43131"/>
                    </a:cubicBezTo>
                    <a:cubicBezTo>
                      <a:pt x="67767" y="43597"/>
                      <a:pt x="68383" y="43807"/>
                      <a:pt x="68988" y="43807"/>
                    </a:cubicBezTo>
                    <a:cubicBezTo>
                      <a:pt x="70289" y="43807"/>
                      <a:pt x="71538" y="42833"/>
                      <a:pt x="71651" y="41330"/>
                    </a:cubicBezTo>
                    <a:cubicBezTo>
                      <a:pt x="71818" y="38961"/>
                      <a:pt x="72218" y="36326"/>
                      <a:pt x="72986" y="34125"/>
                    </a:cubicBezTo>
                    <a:cubicBezTo>
                      <a:pt x="73319" y="33091"/>
                      <a:pt x="73052" y="31956"/>
                      <a:pt x="72252" y="31256"/>
                    </a:cubicBezTo>
                    <a:cubicBezTo>
                      <a:pt x="56274" y="16712"/>
                      <a:pt x="11275" y="0"/>
                      <a:pt x="100" y="0"/>
                    </a:cubicBezTo>
                    <a:close/>
                  </a:path>
                </a:pathLst>
              </a:custGeom>
              <a:solidFill>
                <a:srgbClr val="191919">
                  <a:alpha val="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" name="Google Shape;333;p2"/>
              <p:cNvSpPr/>
              <p:nvPr/>
            </p:nvSpPr>
            <p:spPr>
              <a:xfrm>
                <a:off x="1899375" y="2954288"/>
                <a:ext cx="1687900" cy="1388950"/>
              </a:xfrm>
              <a:custGeom>
                <a:avLst/>
                <a:gdLst/>
                <a:ahLst/>
                <a:cxnLst/>
                <a:rect l="l" t="t" r="r" b="b"/>
                <a:pathLst>
                  <a:path w="67516" h="55558" extrusionOk="0">
                    <a:moveTo>
                      <a:pt x="67" y="0"/>
                    </a:moveTo>
                    <a:cubicBezTo>
                      <a:pt x="34" y="67"/>
                      <a:pt x="34" y="33"/>
                      <a:pt x="0" y="67"/>
                    </a:cubicBezTo>
                    <a:cubicBezTo>
                      <a:pt x="16979" y="16979"/>
                      <a:pt x="36593" y="38361"/>
                      <a:pt x="44466" y="54072"/>
                    </a:cubicBezTo>
                    <a:cubicBezTo>
                      <a:pt x="44945" y="55049"/>
                      <a:pt x="45883" y="55558"/>
                      <a:pt x="46835" y="55558"/>
                    </a:cubicBezTo>
                    <a:cubicBezTo>
                      <a:pt x="47605" y="55558"/>
                      <a:pt x="48384" y="55225"/>
                      <a:pt x="48935" y="54539"/>
                    </a:cubicBezTo>
                    <a:cubicBezTo>
                      <a:pt x="53238" y="49135"/>
                      <a:pt x="58676" y="46367"/>
                      <a:pt x="64080" y="46033"/>
                    </a:cubicBezTo>
                    <a:cubicBezTo>
                      <a:pt x="66481" y="45900"/>
                      <a:pt x="67515" y="42931"/>
                      <a:pt x="65681" y="41363"/>
                    </a:cubicBezTo>
                    <a:cubicBezTo>
                      <a:pt x="49936" y="28053"/>
                      <a:pt x="22650" y="11508"/>
                      <a:pt x="67" y="0"/>
                    </a:cubicBezTo>
                    <a:close/>
                  </a:path>
                </a:pathLst>
              </a:custGeom>
              <a:solidFill>
                <a:srgbClr val="191919">
                  <a:alpha val="61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" name="Google Shape;334;p2"/>
              <p:cNvSpPr/>
              <p:nvPr/>
            </p:nvSpPr>
            <p:spPr>
              <a:xfrm>
                <a:off x="1858500" y="2955938"/>
                <a:ext cx="1148675" cy="1546025"/>
              </a:xfrm>
              <a:custGeom>
                <a:avLst/>
                <a:gdLst/>
                <a:ahLst/>
                <a:cxnLst/>
                <a:rect l="l" t="t" r="r" b="b"/>
                <a:pathLst>
                  <a:path w="45947" h="61841" extrusionOk="0">
                    <a:moveTo>
                      <a:pt x="1635" y="1"/>
                    </a:moveTo>
                    <a:cubicBezTo>
                      <a:pt x="1602" y="34"/>
                      <a:pt x="1569" y="34"/>
                      <a:pt x="1502" y="34"/>
                    </a:cubicBezTo>
                    <a:cubicBezTo>
                      <a:pt x="1402" y="168"/>
                      <a:pt x="1302" y="334"/>
                      <a:pt x="1168" y="501"/>
                    </a:cubicBezTo>
                    <a:cubicBezTo>
                      <a:pt x="301" y="17547"/>
                      <a:pt x="1" y="38995"/>
                      <a:pt x="1869" y="59443"/>
                    </a:cubicBezTo>
                    <a:cubicBezTo>
                      <a:pt x="1989" y="60884"/>
                      <a:pt x="3215" y="61841"/>
                      <a:pt x="4515" y="61841"/>
                    </a:cubicBezTo>
                    <a:cubicBezTo>
                      <a:pt x="5021" y="61841"/>
                      <a:pt x="5538" y="61696"/>
                      <a:pt x="6005" y="61378"/>
                    </a:cubicBezTo>
                    <a:cubicBezTo>
                      <a:pt x="12280" y="57075"/>
                      <a:pt x="22400" y="54418"/>
                      <a:pt x="31722" y="54418"/>
                    </a:cubicBezTo>
                    <a:cubicBezTo>
                      <a:pt x="35335" y="54418"/>
                      <a:pt x="38828" y="54817"/>
                      <a:pt x="41931" y="55674"/>
                    </a:cubicBezTo>
                    <a:cubicBezTo>
                      <a:pt x="42172" y="55738"/>
                      <a:pt x="42409" y="55768"/>
                      <a:pt x="42637" y="55768"/>
                    </a:cubicBezTo>
                    <a:cubicBezTo>
                      <a:pt x="44562" y="55768"/>
                      <a:pt x="45947" y="53653"/>
                      <a:pt x="44933" y="51805"/>
                    </a:cubicBezTo>
                    <a:cubicBezTo>
                      <a:pt x="36427" y="36360"/>
                      <a:pt x="17847" y="16112"/>
                      <a:pt x="1635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" name="Google Shape;335;p2"/>
              <p:cNvSpPr/>
              <p:nvPr/>
            </p:nvSpPr>
            <p:spPr>
              <a:xfrm>
                <a:off x="112275" y="2948438"/>
                <a:ext cx="2249125" cy="1553525"/>
              </a:xfrm>
              <a:custGeom>
                <a:avLst/>
                <a:gdLst/>
                <a:ahLst/>
                <a:cxnLst/>
                <a:rect l="l" t="t" r="r" b="b"/>
                <a:pathLst>
                  <a:path w="89965" h="62141" extrusionOk="0">
                    <a:moveTo>
                      <a:pt x="71585" y="58242"/>
                    </a:moveTo>
                    <a:lnTo>
                      <a:pt x="71585" y="58242"/>
                    </a:lnTo>
                    <a:cubicBezTo>
                      <a:pt x="71590" y="58323"/>
                      <a:pt x="71595" y="58404"/>
                      <a:pt x="71601" y="58485"/>
                    </a:cubicBezTo>
                    <a:lnTo>
                      <a:pt x="71601" y="58485"/>
                    </a:lnTo>
                    <a:cubicBezTo>
                      <a:pt x="71593" y="58407"/>
                      <a:pt x="71585" y="58324"/>
                      <a:pt x="71585" y="58242"/>
                    </a:cubicBezTo>
                    <a:close/>
                    <a:moveTo>
                      <a:pt x="71017" y="1"/>
                    </a:moveTo>
                    <a:lnTo>
                      <a:pt x="71017" y="1"/>
                    </a:lnTo>
                    <a:cubicBezTo>
                      <a:pt x="59142" y="634"/>
                      <a:pt x="18180" y="15879"/>
                      <a:pt x="1301" y="29722"/>
                    </a:cubicBezTo>
                    <a:cubicBezTo>
                      <a:pt x="100" y="30723"/>
                      <a:pt x="0" y="32524"/>
                      <a:pt x="1101" y="33625"/>
                    </a:cubicBezTo>
                    <a:cubicBezTo>
                      <a:pt x="3569" y="36060"/>
                      <a:pt x="5371" y="39762"/>
                      <a:pt x="5871" y="44166"/>
                    </a:cubicBezTo>
                    <a:cubicBezTo>
                      <a:pt x="6046" y="45630"/>
                      <a:pt x="7281" y="46551"/>
                      <a:pt x="8544" y="46551"/>
                    </a:cubicBezTo>
                    <a:cubicBezTo>
                      <a:pt x="9208" y="46551"/>
                      <a:pt x="9879" y="46296"/>
                      <a:pt x="10408" y="45733"/>
                    </a:cubicBezTo>
                    <a:cubicBezTo>
                      <a:pt x="10808" y="45333"/>
                      <a:pt x="11208" y="44933"/>
                      <a:pt x="11608" y="44532"/>
                    </a:cubicBezTo>
                    <a:lnTo>
                      <a:pt x="11608" y="44532"/>
                    </a:lnTo>
                    <a:cubicBezTo>
                      <a:pt x="9974" y="46200"/>
                      <a:pt x="11175" y="49002"/>
                      <a:pt x="13543" y="49002"/>
                    </a:cubicBezTo>
                    <a:cubicBezTo>
                      <a:pt x="20381" y="49036"/>
                      <a:pt x="28887" y="52171"/>
                      <a:pt x="33190" y="56775"/>
                    </a:cubicBezTo>
                    <a:cubicBezTo>
                      <a:pt x="33734" y="57373"/>
                      <a:pt x="34457" y="57658"/>
                      <a:pt x="35171" y="57658"/>
                    </a:cubicBezTo>
                    <a:cubicBezTo>
                      <a:pt x="36168" y="57658"/>
                      <a:pt x="37147" y="57104"/>
                      <a:pt x="37594" y="56074"/>
                    </a:cubicBezTo>
                    <a:cubicBezTo>
                      <a:pt x="37794" y="55574"/>
                      <a:pt x="37994" y="55107"/>
                      <a:pt x="38227" y="54606"/>
                    </a:cubicBezTo>
                    <a:lnTo>
                      <a:pt x="38227" y="54606"/>
                    </a:lnTo>
                    <a:cubicBezTo>
                      <a:pt x="37408" y="56428"/>
                      <a:pt x="38799" y="58333"/>
                      <a:pt x="40666" y="58333"/>
                    </a:cubicBezTo>
                    <a:cubicBezTo>
                      <a:pt x="40849" y="58333"/>
                      <a:pt x="41038" y="58315"/>
                      <a:pt x="41230" y="58276"/>
                    </a:cubicBezTo>
                    <a:cubicBezTo>
                      <a:pt x="43367" y="57814"/>
                      <a:pt x="45880" y="57597"/>
                      <a:pt x="48538" y="57597"/>
                    </a:cubicBezTo>
                    <a:cubicBezTo>
                      <a:pt x="55294" y="57597"/>
                      <a:pt x="62989" y="58998"/>
                      <a:pt x="67849" y="61344"/>
                    </a:cubicBezTo>
                    <a:cubicBezTo>
                      <a:pt x="68217" y="61519"/>
                      <a:pt x="68597" y="61599"/>
                      <a:pt x="68967" y="61599"/>
                    </a:cubicBezTo>
                    <a:cubicBezTo>
                      <a:pt x="70405" y="61599"/>
                      <a:pt x="71694" y="60389"/>
                      <a:pt x="71625" y="58814"/>
                    </a:cubicBezTo>
                    <a:lnTo>
                      <a:pt x="71625" y="58814"/>
                    </a:lnTo>
                    <a:cubicBezTo>
                      <a:pt x="71648" y="59124"/>
                      <a:pt x="71677" y="59434"/>
                      <a:pt x="71718" y="59743"/>
                    </a:cubicBezTo>
                    <a:cubicBezTo>
                      <a:pt x="71838" y="61184"/>
                      <a:pt x="73064" y="62141"/>
                      <a:pt x="74364" y="62141"/>
                    </a:cubicBezTo>
                    <a:cubicBezTo>
                      <a:pt x="74870" y="62141"/>
                      <a:pt x="75387" y="61996"/>
                      <a:pt x="75854" y="61678"/>
                    </a:cubicBezTo>
                    <a:cubicBezTo>
                      <a:pt x="79557" y="59143"/>
                      <a:pt x="84560" y="57175"/>
                      <a:pt x="89964" y="56007"/>
                    </a:cubicBezTo>
                    <a:cubicBezTo>
                      <a:pt x="89764" y="55974"/>
                      <a:pt x="89531" y="55874"/>
                      <a:pt x="89331" y="55774"/>
                    </a:cubicBezTo>
                    <a:cubicBezTo>
                      <a:pt x="84466" y="53426"/>
                      <a:pt x="76762" y="52041"/>
                      <a:pt x="70001" y="52041"/>
                    </a:cubicBezTo>
                    <a:cubicBezTo>
                      <a:pt x="67350" y="52041"/>
                      <a:pt x="64844" y="52254"/>
                      <a:pt x="62712" y="52705"/>
                    </a:cubicBezTo>
                    <a:cubicBezTo>
                      <a:pt x="62205" y="52816"/>
                      <a:pt x="61561" y="52870"/>
                      <a:pt x="60853" y="52870"/>
                    </a:cubicBezTo>
                    <a:cubicBezTo>
                      <a:pt x="58578" y="52870"/>
                      <a:pt x="55657" y="52306"/>
                      <a:pt x="54639" y="51237"/>
                    </a:cubicBezTo>
                    <a:cubicBezTo>
                      <a:pt x="50369" y="46601"/>
                      <a:pt x="41830" y="43498"/>
                      <a:pt x="35025" y="43465"/>
                    </a:cubicBezTo>
                    <a:cubicBezTo>
                      <a:pt x="32657" y="43465"/>
                      <a:pt x="27620" y="40863"/>
                      <a:pt x="27353" y="38628"/>
                    </a:cubicBezTo>
                    <a:cubicBezTo>
                      <a:pt x="26853" y="34225"/>
                      <a:pt x="25051" y="30522"/>
                      <a:pt x="22550" y="28054"/>
                    </a:cubicBezTo>
                    <a:cubicBezTo>
                      <a:pt x="21449" y="26987"/>
                      <a:pt x="21582" y="25152"/>
                      <a:pt x="22783" y="24185"/>
                    </a:cubicBezTo>
                    <a:cubicBezTo>
                      <a:pt x="33624" y="15278"/>
                      <a:pt x="54406" y="5805"/>
                      <a:pt x="71017" y="1"/>
                    </a:cubicBezTo>
                    <a:close/>
                  </a:path>
                </a:pathLst>
              </a:custGeom>
              <a:solidFill>
                <a:srgbClr val="191919">
                  <a:alpha val="284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" name="Google Shape;336;p2"/>
              <p:cNvSpPr/>
              <p:nvPr/>
            </p:nvSpPr>
            <p:spPr>
              <a:xfrm>
                <a:off x="1820150" y="2665738"/>
                <a:ext cx="184325" cy="255200"/>
              </a:xfrm>
              <a:custGeom>
                <a:avLst/>
                <a:gdLst/>
                <a:ahLst/>
                <a:cxnLst/>
                <a:rect l="l" t="t" r="r" b="b"/>
                <a:pathLst>
                  <a:path w="7373" h="10208" extrusionOk="0">
                    <a:moveTo>
                      <a:pt x="3670" y="0"/>
                    </a:moveTo>
                    <a:cubicBezTo>
                      <a:pt x="1835" y="0"/>
                      <a:pt x="1" y="10208"/>
                      <a:pt x="1" y="10208"/>
                    </a:cubicBezTo>
                    <a:lnTo>
                      <a:pt x="7372" y="10208"/>
                    </a:lnTo>
                    <a:cubicBezTo>
                      <a:pt x="7372" y="10208"/>
                      <a:pt x="5538" y="0"/>
                      <a:pt x="36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" name="Google Shape;337;p2"/>
              <p:cNvSpPr/>
              <p:nvPr/>
            </p:nvSpPr>
            <p:spPr>
              <a:xfrm>
                <a:off x="1765100" y="2865038"/>
                <a:ext cx="293575" cy="111775"/>
              </a:xfrm>
              <a:custGeom>
                <a:avLst/>
                <a:gdLst/>
                <a:ahLst/>
                <a:cxnLst/>
                <a:rect l="l" t="t" r="r" b="b"/>
                <a:pathLst>
                  <a:path w="11743" h="4471" extrusionOk="0">
                    <a:moveTo>
                      <a:pt x="2002" y="1"/>
                    </a:moveTo>
                    <a:cubicBezTo>
                      <a:pt x="902" y="1"/>
                      <a:pt x="1" y="902"/>
                      <a:pt x="1" y="2002"/>
                    </a:cubicBezTo>
                    <a:lnTo>
                      <a:pt x="1" y="2469"/>
                    </a:lnTo>
                    <a:cubicBezTo>
                      <a:pt x="1" y="3570"/>
                      <a:pt x="902" y="4471"/>
                      <a:pt x="2002" y="4471"/>
                    </a:cubicBezTo>
                    <a:lnTo>
                      <a:pt x="9741" y="4471"/>
                    </a:lnTo>
                    <a:cubicBezTo>
                      <a:pt x="10875" y="4471"/>
                      <a:pt x="11743" y="3570"/>
                      <a:pt x="11743" y="2469"/>
                    </a:cubicBezTo>
                    <a:lnTo>
                      <a:pt x="11743" y="2002"/>
                    </a:lnTo>
                    <a:cubicBezTo>
                      <a:pt x="11743" y="902"/>
                      <a:pt x="10875" y="1"/>
                      <a:pt x="974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0" name="Google Shape;820;p5"/>
          <p:cNvGrpSpPr/>
          <p:nvPr/>
        </p:nvGrpSpPr>
        <p:grpSpPr>
          <a:xfrm>
            <a:off x="50125" y="0"/>
            <a:ext cx="8858300" cy="5317875"/>
            <a:chOff x="50125" y="0"/>
            <a:chExt cx="8858300" cy="5317875"/>
          </a:xfrm>
        </p:grpSpPr>
        <p:sp>
          <p:nvSpPr>
            <p:cNvPr id="821" name="Google Shape;821;p5"/>
            <p:cNvSpPr/>
            <p:nvPr/>
          </p:nvSpPr>
          <p:spPr>
            <a:xfrm>
              <a:off x="1626250" y="15512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0"/>
                  </a:moveTo>
                  <a:cubicBezTo>
                    <a:pt x="2001" y="1702"/>
                    <a:pt x="0" y="6505"/>
                    <a:pt x="2569" y="6505"/>
                  </a:cubicBezTo>
                  <a:cubicBezTo>
                    <a:pt x="5137" y="6505"/>
                    <a:pt x="3236" y="1802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822;p5"/>
            <p:cNvSpPr/>
            <p:nvPr/>
          </p:nvSpPr>
          <p:spPr>
            <a:xfrm>
              <a:off x="3958725" y="519550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0"/>
                  </a:moveTo>
                  <a:cubicBezTo>
                    <a:pt x="1969" y="1668"/>
                    <a:pt x="1" y="6505"/>
                    <a:pt x="2569" y="6505"/>
                  </a:cubicBezTo>
                  <a:cubicBezTo>
                    <a:pt x="5138" y="6505"/>
                    <a:pt x="3237" y="1802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Google Shape;823;p5"/>
            <p:cNvSpPr/>
            <p:nvPr/>
          </p:nvSpPr>
          <p:spPr>
            <a:xfrm>
              <a:off x="1291000" y="1710400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36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824;p5"/>
            <p:cNvSpPr/>
            <p:nvPr/>
          </p:nvSpPr>
          <p:spPr>
            <a:xfrm>
              <a:off x="447900" y="0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825;p5"/>
            <p:cNvSpPr/>
            <p:nvPr/>
          </p:nvSpPr>
          <p:spPr>
            <a:xfrm>
              <a:off x="50125" y="1522775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2001" y="1701"/>
                    <a:pt x="0" y="6505"/>
                    <a:pt x="2569" y="6505"/>
                  </a:cubicBezTo>
                  <a:cubicBezTo>
                    <a:pt x="5137" y="6505"/>
                    <a:pt x="3269" y="1801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Google Shape;826;p5"/>
            <p:cNvSpPr/>
            <p:nvPr/>
          </p:nvSpPr>
          <p:spPr>
            <a:xfrm>
              <a:off x="2361775" y="311075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1968" y="1668"/>
                    <a:pt x="0" y="6505"/>
                    <a:pt x="2569" y="6505"/>
                  </a:cubicBezTo>
                  <a:cubicBezTo>
                    <a:pt x="5137" y="6505"/>
                    <a:pt x="3236" y="1801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Google Shape;827;p5"/>
            <p:cNvSpPr/>
            <p:nvPr/>
          </p:nvSpPr>
          <p:spPr>
            <a:xfrm>
              <a:off x="1150075" y="229350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0"/>
                  </a:moveTo>
                  <a:cubicBezTo>
                    <a:pt x="2002" y="1701"/>
                    <a:pt x="0" y="6538"/>
                    <a:pt x="2569" y="6538"/>
                  </a:cubicBezTo>
                  <a:cubicBezTo>
                    <a:pt x="5137" y="6538"/>
                    <a:pt x="3269" y="1801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Google Shape;828;p5"/>
            <p:cNvSpPr/>
            <p:nvPr/>
          </p:nvSpPr>
          <p:spPr>
            <a:xfrm>
              <a:off x="3177350" y="203500"/>
              <a:ext cx="131775" cy="167625"/>
            </a:xfrm>
            <a:custGeom>
              <a:avLst/>
              <a:gdLst/>
              <a:ahLst/>
              <a:cxnLst/>
              <a:rect l="l" t="t" r="r" b="b"/>
              <a:pathLst>
                <a:path w="5271" h="6705" extrusionOk="0">
                  <a:moveTo>
                    <a:pt x="2636" y="0"/>
                  </a:moveTo>
                  <a:cubicBezTo>
                    <a:pt x="2035" y="1735"/>
                    <a:pt x="0" y="6705"/>
                    <a:pt x="2636" y="6705"/>
                  </a:cubicBezTo>
                  <a:cubicBezTo>
                    <a:pt x="5271" y="6705"/>
                    <a:pt x="3336" y="1868"/>
                    <a:pt x="2636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Google Shape;829;p5"/>
            <p:cNvSpPr/>
            <p:nvPr/>
          </p:nvSpPr>
          <p:spPr>
            <a:xfrm>
              <a:off x="4516625" y="287725"/>
              <a:ext cx="132625" cy="167625"/>
            </a:xfrm>
            <a:custGeom>
              <a:avLst/>
              <a:gdLst/>
              <a:ahLst/>
              <a:cxnLst/>
              <a:rect l="l" t="t" r="r" b="b"/>
              <a:pathLst>
                <a:path w="5305" h="6705" extrusionOk="0">
                  <a:moveTo>
                    <a:pt x="2670" y="0"/>
                  </a:moveTo>
                  <a:cubicBezTo>
                    <a:pt x="2069" y="1735"/>
                    <a:pt x="1" y="6705"/>
                    <a:pt x="2670" y="6705"/>
                  </a:cubicBezTo>
                  <a:cubicBezTo>
                    <a:pt x="5305" y="6705"/>
                    <a:pt x="3370" y="1835"/>
                    <a:pt x="2670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Google Shape;830;p5"/>
            <p:cNvSpPr/>
            <p:nvPr/>
          </p:nvSpPr>
          <p:spPr>
            <a:xfrm>
              <a:off x="2141600" y="97487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702"/>
                    <a:pt x="1" y="6505"/>
                    <a:pt x="2569" y="6505"/>
                  </a:cubicBezTo>
                  <a:cubicBezTo>
                    <a:pt x="5138" y="6505"/>
                    <a:pt x="3270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Google Shape;831;p5"/>
            <p:cNvSpPr/>
            <p:nvPr/>
          </p:nvSpPr>
          <p:spPr>
            <a:xfrm>
              <a:off x="1764675" y="1737100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2002" y="1668"/>
                    <a:pt x="0" y="6505"/>
                    <a:pt x="2569" y="6505"/>
                  </a:cubicBezTo>
                  <a:cubicBezTo>
                    <a:pt x="5137" y="6505"/>
                    <a:pt x="3269" y="1768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Google Shape;832;p5"/>
            <p:cNvSpPr/>
            <p:nvPr/>
          </p:nvSpPr>
          <p:spPr>
            <a:xfrm>
              <a:off x="3074775" y="111997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702"/>
                    <a:pt x="0" y="6505"/>
                    <a:pt x="2569" y="6505"/>
                  </a:cubicBezTo>
                  <a:cubicBezTo>
                    <a:pt x="5137" y="6505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Google Shape;833;p5"/>
            <p:cNvSpPr/>
            <p:nvPr/>
          </p:nvSpPr>
          <p:spPr>
            <a:xfrm>
              <a:off x="415375" y="124172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702"/>
                    <a:pt x="0" y="6505"/>
                    <a:pt x="2569" y="6505"/>
                  </a:cubicBezTo>
                  <a:cubicBezTo>
                    <a:pt x="5137" y="6505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Google Shape;834;p5"/>
            <p:cNvSpPr/>
            <p:nvPr/>
          </p:nvSpPr>
          <p:spPr>
            <a:xfrm>
              <a:off x="380350" y="2140700"/>
              <a:ext cx="132625" cy="167650"/>
            </a:xfrm>
            <a:custGeom>
              <a:avLst/>
              <a:gdLst/>
              <a:ahLst/>
              <a:cxnLst/>
              <a:rect l="l" t="t" r="r" b="b"/>
              <a:pathLst>
                <a:path w="5305" h="6706" extrusionOk="0">
                  <a:moveTo>
                    <a:pt x="2636" y="1"/>
                  </a:moveTo>
                  <a:cubicBezTo>
                    <a:pt x="2069" y="1735"/>
                    <a:pt x="0" y="6706"/>
                    <a:pt x="2636" y="6706"/>
                  </a:cubicBezTo>
                  <a:cubicBezTo>
                    <a:pt x="5304" y="6706"/>
                    <a:pt x="3370" y="1836"/>
                    <a:pt x="2636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Google Shape;835;p5"/>
            <p:cNvSpPr/>
            <p:nvPr/>
          </p:nvSpPr>
          <p:spPr>
            <a:xfrm>
              <a:off x="3653525" y="2276650"/>
              <a:ext cx="132625" cy="167625"/>
            </a:xfrm>
            <a:custGeom>
              <a:avLst/>
              <a:gdLst/>
              <a:ahLst/>
              <a:cxnLst/>
              <a:rect l="l" t="t" r="r" b="b"/>
              <a:pathLst>
                <a:path w="5305" h="6705" extrusionOk="0">
                  <a:moveTo>
                    <a:pt x="2669" y="0"/>
                  </a:moveTo>
                  <a:cubicBezTo>
                    <a:pt x="2068" y="1735"/>
                    <a:pt x="0" y="6705"/>
                    <a:pt x="2669" y="6705"/>
                  </a:cubicBezTo>
                  <a:cubicBezTo>
                    <a:pt x="5304" y="6705"/>
                    <a:pt x="3369" y="1868"/>
                    <a:pt x="26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Google Shape;836;p5"/>
            <p:cNvSpPr/>
            <p:nvPr/>
          </p:nvSpPr>
          <p:spPr>
            <a:xfrm>
              <a:off x="2307550" y="155862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668"/>
                    <a:pt x="1" y="6505"/>
                    <a:pt x="2569" y="6505"/>
                  </a:cubicBezTo>
                  <a:cubicBezTo>
                    <a:pt x="5138" y="6505"/>
                    <a:pt x="3270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Google Shape;837;p5"/>
            <p:cNvSpPr/>
            <p:nvPr/>
          </p:nvSpPr>
          <p:spPr>
            <a:xfrm>
              <a:off x="3263250" y="1710400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Google Shape;838;p5"/>
            <p:cNvSpPr/>
            <p:nvPr/>
          </p:nvSpPr>
          <p:spPr>
            <a:xfrm>
              <a:off x="82625" y="503700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1" y="6539"/>
                    <a:pt x="2569" y="6539"/>
                  </a:cubicBezTo>
                  <a:cubicBezTo>
                    <a:pt x="5138" y="6539"/>
                    <a:pt x="3270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Google Shape;839;p5"/>
            <p:cNvSpPr/>
            <p:nvPr/>
          </p:nvSpPr>
          <p:spPr>
            <a:xfrm>
              <a:off x="3912025" y="1474400"/>
              <a:ext cx="131800" cy="167650"/>
            </a:xfrm>
            <a:custGeom>
              <a:avLst/>
              <a:gdLst/>
              <a:ahLst/>
              <a:cxnLst/>
              <a:rect l="l" t="t" r="r" b="b"/>
              <a:pathLst>
                <a:path w="5272" h="6706" extrusionOk="0">
                  <a:moveTo>
                    <a:pt x="2636" y="0"/>
                  </a:moveTo>
                  <a:cubicBezTo>
                    <a:pt x="2036" y="1735"/>
                    <a:pt x="1" y="6705"/>
                    <a:pt x="2636" y="6705"/>
                  </a:cubicBezTo>
                  <a:cubicBezTo>
                    <a:pt x="5271" y="6705"/>
                    <a:pt x="3337" y="1868"/>
                    <a:pt x="2636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Google Shape;840;p5"/>
            <p:cNvSpPr/>
            <p:nvPr/>
          </p:nvSpPr>
          <p:spPr>
            <a:xfrm>
              <a:off x="4092800" y="1049300"/>
              <a:ext cx="132600" cy="167650"/>
            </a:xfrm>
            <a:custGeom>
              <a:avLst/>
              <a:gdLst/>
              <a:ahLst/>
              <a:cxnLst/>
              <a:rect l="l" t="t" r="r" b="b"/>
              <a:pathLst>
                <a:path w="5304" h="6706" extrusionOk="0">
                  <a:moveTo>
                    <a:pt x="2669" y="1"/>
                  </a:moveTo>
                  <a:cubicBezTo>
                    <a:pt x="2068" y="1735"/>
                    <a:pt x="0" y="6705"/>
                    <a:pt x="2669" y="6705"/>
                  </a:cubicBezTo>
                  <a:cubicBezTo>
                    <a:pt x="5304" y="6705"/>
                    <a:pt x="3369" y="1835"/>
                    <a:pt x="26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Google Shape;841;p5"/>
            <p:cNvSpPr/>
            <p:nvPr/>
          </p:nvSpPr>
          <p:spPr>
            <a:xfrm>
              <a:off x="2616950" y="174042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0"/>
                  </a:moveTo>
                  <a:cubicBezTo>
                    <a:pt x="2002" y="1702"/>
                    <a:pt x="0" y="6505"/>
                    <a:pt x="2569" y="6505"/>
                  </a:cubicBezTo>
                  <a:cubicBezTo>
                    <a:pt x="5137" y="6505"/>
                    <a:pt x="3269" y="1802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189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Google Shape;842;p5"/>
            <p:cNvSpPr/>
            <p:nvPr/>
          </p:nvSpPr>
          <p:spPr>
            <a:xfrm>
              <a:off x="3572625" y="189302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669"/>
                    <a:pt x="1" y="6505"/>
                    <a:pt x="2569" y="6505"/>
                  </a:cubicBezTo>
                  <a:cubicBezTo>
                    <a:pt x="5138" y="6505"/>
                    <a:pt x="3270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189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Google Shape;843;p5"/>
            <p:cNvSpPr/>
            <p:nvPr/>
          </p:nvSpPr>
          <p:spPr>
            <a:xfrm>
              <a:off x="392025" y="68632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669"/>
                    <a:pt x="0" y="6506"/>
                    <a:pt x="2569" y="6506"/>
                  </a:cubicBezTo>
                  <a:cubicBezTo>
                    <a:pt x="5137" y="6506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Google Shape;844;p5"/>
            <p:cNvSpPr/>
            <p:nvPr/>
          </p:nvSpPr>
          <p:spPr>
            <a:xfrm>
              <a:off x="6047850" y="15512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0"/>
                  </a:moveTo>
                  <a:cubicBezTo>
                    <a:pt x="2001" y="1702"/>
                    <a:pt x="0" y="6505"/>
                    <a:pt x="2569" y="6505"/>
                  </a:cubicBezTo>
                  <a:cubicBezTo>
                    <a:pt x="5137" y="6505"/>
                    <a:pt x="3236" y="1802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Google Shape;845;p5"/>
            <p:cNvSpPr/>
            <p:nvPr/>
          </p:nvSpPr>
          <p:spPr>
            <a:xfrm>
              <a:off x="8380325" y="519550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0"/>
                  </a:moveTo>
                  <a:cubicBezTo>
                    <a:pt x="1969" y="1668"/>
                    <a:pt x="1" y="6505"/>
                    <a:pt x="2569" y="6505"/>
                  </a:cubicBezTo>
                  <a:cubicBezTo>
                    <a:pt x="5138" y="6505"/>
                    <a:pt x="3237" y="1802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Google Shape;846;p5"/>
            <p:cNvSpPr/>
            <p:nvPr/>
          </p:nvSpPr>
          <p:spPr>
            <a:xfrm>
              <a:off x="5712600" y="1710400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36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Google Shape;847;p5"/>
            <p:cNvSpPr/>
            <p:nvPr/>
          </p:nvSpPr>
          <p:spPr>
            <a:xfrm>
              <a:off x="4869500" y="0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848;p5"/>
            <p:cNvSpPr/>
            <p:nvPr/>
          </p:nvSpPr>
          <p:spPr>
            <a:xfrm>
              <a:off x="4471725" y="1522775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2001" y="1701"/>
                    <a:pt x="0" y="6505"/>
                    <a:pt x="2569" y="6505"/>
                  </a:cubicBezTo>
                  <a:cubicBezTo>
                    <a:pt x="5137" y="6505"/>
                    <a:pt x="3269" y="1801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849;p5"/>
            <p:cNvSpPr/>
            <p:nvPr/>
          </p:nvSpPr>
          <p:spPr>
            <a:xfrm>
              <a:off x="6783375" y="311075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1968" y="1668"/>
                    <a:pt x="0" y="6505"/>
                    <a:pt x="2569" y="6505"/>
                  </a:cubicBezTo>
                  <a:cubicBezTo>
                    <a:pt x="5137" y="6505"/>
                    <a:pt x="3236" y="1801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Google Shape;850;p5"/>
            <p:cNvSpPr/>
            <p:nvPr/>
          </p:nvSpPr>
          <p:spPr>
            <a:xfrm>
              <a:off x="5571675" y="229350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0"/>
                  </a:moveTo>
                  <a:cubicBezTo>
                    <a:pt x="2002" y="1701"/>
                    <a:pt x="0" y="6538"/>
                    <a:pt x="2569" y="6538"/>
                  </a:cubicBezTo>
                  <a:cubicBezTo>
                    <a:pt x="5137" y="6538"/>
                    <a:pt x="3269" y="1801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Google Shape;851;p5"/>
            <p:cNvSpPr/>
            <p:nvPr/>
          </p:nvSpPr>
          <p:spPr>
            <a:xfrm>
              <a:off x="7598950" y="203500"/>
              <a:ext cx="131775" cy="167625"/>
            </a:xfrm>
            <a:custGeom>
              <a:avLst/>
              <a:gdLst/>
              <a:ahLst/>
              <a:cxnLst/>
              <a:rect l="l" t="t" r="r" b="b"/>
              <a:pathLst>
                <a:path w="5271" h="6705" extrusionOk="0">
                  <a:moveTo>
                    <a:pt x="2636" y="0"/>
                  </a:moveTo>
                  <a:cubicBezTo>
                    <a:pt x="2035" y="1735"/>
                    <a:pt x="0" y="6705"/>
                    <a:pt x="2636" y="6705"/>
                  </a:cubicBezTo>
                  <a:cubicBezTo>
                    <a:pt x="5271" y="6705"/>
                    <a:pt x="3336" y="1868"/>
                    <a:pt x="2636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Google Shape;852;p5"/>
            <p:cNvSpPr/>
            <p:nvPr/>
          </p:nvSpPr>
          <p:spPr>
            <a:xfrm>
              <a:off x="6563200" y="97487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702"/>
                    <a:pt x="1" y="6505"/>
                    <a:pt x="2569" y="6505"/>
                  </a:cubicBezTo>
                  <a:cubicBezTo>
                    <a:pt x="5138" y="6505"/>
                    <a:pt x="3270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Google Shape;853;p5"/>
            <p:cNvSpPr/>
            <p:nvPr/>
          </p:nvSpPr>
          <p:spPr>
            <a:xfrm>
              <a:off x="6186275" y="1737100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2002" y="1668"/>
                    <a:pt x="0" y="6505"/>
                    <a:pt x="2569" y="6505"/>
                  </a:cubicBezTo>
                  <a:cubicBezTo>
                    <a:pt x="5137" y="6505"/>
                    <a:pt x="3269" y="1768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Google Shape;854;p5"/>
            <p:cNvSpPr/>
            <p:nvPr/>
          </p:nvSpPr>
          <p:spPr>
            <a:xfrm>
              <a:off x="7496375" y="111997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702"/>
                    <a:pt x="0" y="6505"/>
                    <a:pt x="2569" y="6505"/>
                  </a:cubicBezTo>
                  <a:cubicBezTo>
                    <a:pt x="5137" y="6505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Google Shape;855;p5"/>
            <p:cNvSpPr/>
            <p:nvPr/>
          </p:nvSpPr>
          <p:spPr>
            <a:xfrm>
              <a:off x="4760775" y="108932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702"/>
                    <a:pt x="0" y="6505"/>
                    <a:pt x="2569" y="6505"/>
                  </a:cubicBezTo>
                  <a:cubicBezTo>
                    <a:pt x="5137" y="6505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Google Shape;856;p5"/>
            <p:cNvSpPr/>
            <p:nvPr/>
          </p:nvSpPr>
          <p:spPr>
            <a:xfrm>
              <a:off x="4801950" y="2140700"/>
              <a:ext cx="132625" cy="167650"/>
            </a:xfrm>
            <a:custGeom>
              <a:avLst/>
              <a:gdLst/>
              <a:ahLst/>
              <a:cxnLst/>
              <a:rect l="l" t="t" r="r" b="b"/>
              <a:pathLst>
                <a:path w="5305" h="6706" extrusionOk="0">
                  <a:moveTo>
                    <a:pt x="2636" y="1"/>
                  </a:moveTo>
                  <a:cubicBezTo>
                    <a:pt x="2069" y="1735"/>
                    <a:pt x="0" y="6706"/>
                    <a:pt x="2636" y="6706"/>
                  </a:cubicBezTo>
                  <a:cubicBezTo>
                    <a:pt x="5304" y="6706"/>
                    <a:pt x="3370" y="1836"/>
                    <a:pt x="2636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Google Shape;857;p5"/>
            <p:cNvSpPr/>
            <p:nvPr/>
          </p:nvSpPr>
          <p:spPr>
            <a:xfrm>
              <a:off x="8075125" y="2276650"/>
              <a:ext cx="132625" cy="167625"/>
            </a:xfrm>
            <a:custGeom>
              <a:avLst/>
              <a:gdLst/>
              <a:ahLst/>
              <a:cxnLst/>
              <a:rect l="l" t="t" r="r" b="b"/>
              <a:pathLst>
                <a:path w="5305" h="6705" extrusionOk="0">
                  <a:moveTo>
                    <a:pt x="2669" y="0"/>
                  </a:moveTo>
                  <a:cubicBezTo>
                    <a:pt x="2068" y="1735"/>
                    <a:pt x="0" y="6705"/>
                    <a:pt x="2669" y="6705"/>
                  </a:cubicBezTo>
                  <a:cubicBezTo>
                    <a:pt x="5304" y="6705"/>
                    <a:pt x="3369" y="1868"/>
                    <a:pt x="26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Google Shape;858;p5"/>
            <p:cNvSpPr/>
            <p:nvPr/>
          </p:nvSpPr>
          <p:spPr>
            <a:xfrm>
              <a:off x="6729150" y="155862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668"/>
                    <a:pt x="1" y="6505"/>
                    <a:pt x="2569" y="6505"/>
                  </a:cubicBezTo>
                  <a:cubicBezTo>
                    <a:pt x="5138" y="6505"/>
                    <a:pt x="3270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Google Shape;859;p5"/>
            <p:cNvSpPr/>
            <p:nvPr/>
          </p:nvSpPr>
          <p:spPr>
            <a:xfrm>
              <a:off x="7684850" y="1710400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Google Shape;860;p5"/>
            <p:cNvSpPr/>
            <p:nvPr/>
          </p:nvSpPr>
          <p:spPr>
            <a:xfrm>
              <a:off x="4504225" y="503700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1" y="6539"/>
                    <a:pt x="2569" y="6539"/>
                  </a:cubicBezTo>
                  <a:cubicBezTo>
                    <a:pt x="5138" y="6539"/>
                    <a:pt x="3270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Google Shape;861;p5"/>
            <p:cNvSpPr/>
            <p:nvPr/>
          </p:nvSpPr>
          <p:spPr>
            <a:xfrm>
              <a:off x="8333625" y="1474400"/>
              <a:ext cx="131800" cy="167650"/>
            </a:xfrm>
            <a:custGeom>
              <a:avLst/>
              <a:gdLst/>
              <a:ahLst/>
              <a:cxnLst/>
              <a:rect l="l" t="t" r="r" b="b"/>
              <a:pathLst>
                <a:path w="5272" h="6706" extrusionOk="0">
                  <a:moveTo>
                    <a:pt x="2636" y="0"/>
                  </a:moveTo>
                  <a:cubicBezTo>
                    <a:pt x="2036" y="1735"/>
                    <a:pt x="1" y="6705"/>
                    <a:pt x="2636" y="6705"/>
                  </a:cubicBezTo>
                  <a:cubicBezTo>
                    <a:pt x="5271" y="6705"/>
                    <a:pt x="3337" y="1868"/>
                    <a:pt x="2636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Google Shape;862;p5"/>
            <p:cNvSpPr/>
            <p:nvPr/>
          </p:nvSpPr>
          <p:spPr>
            <a:xfrm>
              <a:off x="4813625" y="68632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669"/>
                    <a:pt x="0" y="6506"/>
                    <a:pt x="2569" y="6506"/>
                  </a:cubicBezTo>
                  <a:cubicBezTo>
                    <a:pt x="5137" y="6506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Google Shape;863;p5"/>
            <p:cNvSpPr/>
            <p:nvPr/>
          </p:nvSpPr>
          <p:spPr>
            <a:xfrm>
              <a:off x="6169800" y="1177000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36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Google Shape;864;p5"/>
            <p:cNvSpPr/>
            <p:nvPr/>
          </p:nvSpPr>
          <p:spPr>
            <a:xfrm flipH="1">
              <a:off x="1517850" y="765563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702"/>
                    <a:pt x="0" y="6505"/>
                    <a:pt x="2569" y="6505"/>
                  </a:cubicBezTo>
                  <a:cubicBezTo>
                    <a:pt x="5137" y="6505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Google Shape;865;p5"/>
            <p:cNvSpPr/>
            <p:nvPr/>
          </p:nvSpPr>
          <p:spPr>
            <a:xfrm flipH="1">
              <a:off x="1329375" y="1355988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Google Shape;866;p5"/>
            <p:cNvSpPr/>
            <p:nvPr/>
          </p:nvSpPr>
          <p:spPr>
            <a:xfrm>
              <a:off x="7751450" y="755550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36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Google Shape;867;p5"/>
            <p:cNvSpPr/>
            <p:nvPr/>
          </p:nvSpPr>
          <p:spPr>
            <a:xfrm>
              <a:off x="8225125" y="782250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2002" y="1668"/>
                    <a:pt x="0" y="6505"/>
                    <a:pt x="2569" y="6505"/>
                  </a:cubicBezTo>
                  <a:cubicBezTo>
                    <a:pt x="5137" y="6505"/>
                    <a:pt x="3269" y="1768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" name="Google Shape;868;p5"/>
            <p:cNvSpPr/>
            <p:nvPr/>
          </p:nvSpPr>
          <p:spPr>
            <a:xfrm>
              <a:off x="3335788" y="712175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36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Google Shape;869;p5"/>
            <p:cNvSpPr/>
            <p:nvPr/>
          </p:nvSpPr>
          <p:spPr>
            <a:xfrm>
              <a:off x="3809463" y="738875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2002" y="1668"/>
                    <a:pt x="0" y="6505"/>
                    <a:pt x="2569" y="6505"/>
                  </a:cubicBezTo>
                  <a:cubicBezTo>
                    <a:pt x="5137" y="6505"/>
                    <a:pt x="3269" y="1768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Google Shape;870;p5"/>
            <p:cNvSpPr/>
            <p:nvPr/>
          </p:nvSpPr>
          <p:spPr>
            <a:xfrm>
              <a:off x="1716500" y="2260650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0"/>
                  </a:moveTo>
                  <a:cubicBezTo>
                    <a:pt x="2001" y="1702"/>
                    <a:pt x="0" y="6505"/>
                    <a:pt x="2569" y="6505"/>
                  </a:cubicBezTo>
                  <a:cubicBezTo>
                    <a:pt x="5137" y="6505"/>
                    <a:pt x="3236" y="1802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Google Shape;871;p5"/>
            <p:cNvSpPr/>
            <p:nvPr/>
          </p:nvSpPr>
          <p:spPr>
            <a:xfrm>
              <a:off x="4048975" y="262507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0"/>
                  </a:moveTo>
                  <a:cubicBezTo>
                    <a:pt x="1969" y="1668"/>
                    <a:pt x="1" y="6505"/>
                    <a:pt x="2569" y="6505"/>
                  </a:cubicBezTo>
                  <a:cubicBezTo>
                    <a:pt x="5138" y="6505"/>
                    <a:pt x="3237" y="1802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Google Shape;872;p5"/>
            <p:cNvSpPr/>
            <p:nvPr/>
          </p:nvSpPr>
          <p:spPr>
            <a:xfrm>
              <a:off x="1381250" y="3815925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36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Google Shape;873;p5"/>
            <p:cNvSpPr/>
            <p:nvPr/>
          </p:nvSpPr>
          <p:spPr>
            <a:xfrm>
              <a:off x="538150" y="2105525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Google Shape;874;p5"/>
            <p:cNvSpPr/>
            <p:nvPr/>
          </p:nvSpPr>
          <p:spPr>
            <a:xfrm>
              <a:off x="140375" y="3628300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2001" y="1701"/>
                    <a:pt x="0" y="6505"/>
                    <a:pt x="2569" y="6505"/>
                  </a:cubicBezTo>
                  <a:cubicBezTo>
                    <a:pt x="5137" y="6505"/>
                    <a:pt x="3269" y="1801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Google Shape;875;p5"/>
            <p:cNvSpPr/>
            <p:nvPr/>
          </p:nvSpPr>
          <p:spPr>
            <a:xfrm>
              <a:off x="2452025" y="2416600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1968" y="1668"/>
                    <a:pt x="0" y="6505"/>
                    <a:pt x="2569" y="6505"/>
                  </a:cubicBezTo>
                  <a:cubicBezTo>
                    <a:pt x="5137" y="6505"/>
                    <a:pt x="3236" y="1801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Google Shape;876;p5"/>
            <p:cNvSpPr/>
            <p:nvPr/>
          </p:nvSpPr>
          <p:spPr>
            <a:xfrm>
              <a:off x="1240325" y="2334875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0"/>
                  </a:moveTo>
                  <a:cubicBezTo>
                    <a:pt x="2002" y="1701"/>
                    <a:pt x="0" y="6538"/>
                    <a:pt x="2569" y="6538"/>
                  </a:cubicBezTo>
                  <a:cubicBezTo>
                    <a:pt x="5137" y="6538"/>
                    <a:pt x="3269" y="1801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Google Shape;877;p5"/>
            <p:cNvSpPr/>
            <p:nvPr/>
          </p:nvSpPr>
          <p:spPr>
            <a:xfrm>
              <a:off x="3267600" y="2309025"/>
              <a:ext cx="131775" cy="167625"/>
            </a:xfrm>
            <a:custGeom>
              <a:avLst/>
              <a:gdLst/>
              <a:ahLst/>
              <a:cxnLst/>
              <a:rect l="l" t="t" r="r" b="b"/>
              <a:pathLst>
                <a:path w="5271" h="6705" extrusionOk="0">
                  <a:moveTo>
                    <a:pt x="2636" y="0"/>
                  </a:moveTo>
                  <a:cubicBezTo>
                    <a:pt x="2035" y="1735"/>
                    <a:pt x="0" y="6705"/>
                    <a:pt x="2636" y="6705"/>
                  </a:cubicBezTo>
                  <a:cubicBezTo>
                    <a:pt x="5271" y="6705"/>
                    <a:pt x="3336" y="1868"/>
                    <a:pt x="2636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Google Shape;878;p5"/>
            <p:cNvSpPr/>
            <p:nvPr/>
          </p:nvSpPr>
          <p:spPr>
            <a:xfrm>
              <a:off x="4606875" y="2393250"/>
              <a:ext cx="132625" cy="167625"/>
            </a:xfrm>
            <a:custGeom>
              <a:avLst/>
              <a:gdLst/>
              <a:ahLst/>
              <a:cxnLst/>
              <a:rect l="l" t="t" r="r" b="b"/>
              <a:pathLst>
                <a:path w="5305" h="6705" extrusionOk="0">
                  <a:moveTo>
                    <a:pt x="2670" y="0"/>
                  </a:moveTo>
                  <a:cubicBezTo>
                    <a:pt x="2069" y="1735"/>
                    <a:pt x="1" y="6705"/>
                    <a:pt x="2670" y="6705"/>
                  </a:cubicBezTo>
                  <a:cubicBezTo>
                    <a:pt x="5305" y="6705"/>
                    <a:pt x="3370" y="1835"/>
                    <a:pt x="2670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Google Shape;879;p5"/>
            <p:cNvSpPr/>
            <p:nvPr/>
          </p:nvSpPr>
          <p:spPr>
            <a:xfrm>
              <a:off x="2231850" y="3080400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702"/>
                    <a:pt x="1" y="6505"/>
                    <a:pt x="2569" y="6505"/>
                  </a:cubicBezTo>
                  <a:cubicBezTo>
                    <a:pt x="5138" y="6505"/>
                    <a:pt x="3270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" name="Google Shape;880;p5"/>
            <p:cNvSpPr/>
            <p:nvPr/>
          </p:nvSpPr>
          <p:spPr>
            <a:xfrm>
              <a:off x="1854925" y="3842625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2002" y="1668"/>
                    <a:pt x="0" y="6505"/>
                    <a:pt x="2569" y="6505"/>
                  </a:cubicBezTo>
                  <a:cubicBezTo>
                    <a:pt x="5137" y="6505"/>
                    <a:pt x="3269" y="1768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" name="Google Shape;881;p5"/>
            <p:cNvSpPr/>
            <p:nvPr/>
          </p:nvSpPr>
          <p:spPr>
            <a:xfrm>
              <a:off x="3165025" y="3225500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702"/>
                    <a:pt x="0" y="6505"/>
                    <a:pt x="2569" y="6505"/>
                  </a:cubicBezTo>
                  <a:cubicBezTo>
                    <a:pt x="5137" y="6505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2" name="Google Shape;882;p5"/>
            <p:cNvSpPr/>
            <p:nvPr/>
          </p:nvSpPr>
          <p:spPr>
            <a:xfrm>
              <a:off x="505625" y="3347250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702"/>
                    <a:pt x="0" y="6505"/>
                    <a:pt x="2569" y="6505"/>
                  </a:cubicBezTo>
                  <a:cubicBezTo>
                    <a:pt x="5137" y="6505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3" name="Google Shape;883;p5"/>
            <p:cNvSpPr/>
            <p:nvPr/>
          </p:nvSpPr>
          <p:spPr>
            <a:xfrm>
              <a:off x="470600" y="4246225"/>
              <a:ext cx="132625" cy="167650"/>
            </a:xfrm>
            <a:custGeom>
              <a:avLst/>
              <a:gdLst/>
              <a:ahLst/>
              <a:cxnLst/>
              <a:rect l="l" t="t" r="r" b="b"/>
              <a:pathLst>
                <a:path w="5305" h="6706" extrusionOk="0">
                  <a:moveTo>
                    <a:pt x="2636" y="1"/>
                  </a:moveTo>
                  <a:cubicBezTo>
                    <a:pt x="2069" y="1735"/>
                    <a:pt x="0" y="6706"/>
                    <a:pt x="2636" y="6706"/>
                  </a:cubicBezTo>
                  <a:cubicBezTo>
                    <a:pt x="5304" y="6706"/>
                    <a:pt x="3370" y="1836"/>
                    <a:pt x="2636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" name="Google Shape;884;p5"/>
            <p:cNvSpPr/>
            <p:nvPr/>
          </p:nvSpPr>
          <p:spPr>
            <a:xfrm>
              <a:off x="3743775" y="4382175"/>
              <a:ext cx="132625" cy="167625"/>
            </a:xfrm>
            <a:custGeom>
              <a:avLst/>
              <a:gdLst/>
              <a:ahLst/>
              <a:cxnLst/>
              <a:rect l="l" t="t" r="r" b="b"/>
              <a:pathLst>
                <a:path w="5305" h="6705" extrusionOk="0">
                  <a:moveTo>
                    <a:pt x="2669" y="0"/>
                  </a:moveTo>
                  <a:cubicBezTo>
                    <a:pt x="2068" y="1735"/>
                    <a:pt x="0" y="6705"/>
                    <a:pt x="2669" y="6705"/>
                  </a:cubicBezTo>
                  <a:cubicBezTo>
                    <a:pt x="5304" y="6705"/>
                    <a:pt x="3369" y="1868"/>
                    <a:pt x="26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" name="Google Shape;885;p5"/>
            <p:cNvSpPr/>
            <p:nvPr/>
          </p:nvSpPr>
          <p:spPr>
            <a:xfrm>
              <a:off x="2397800" y="3664150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668"/>
                    <a:pt x="1" y="6505"/>
                    <a:pt x="2569" y="6505"/>
                  </a:cubicBezTo>
                  <a:cubicBezTo>
                    <a:pt x="5138" y="6505"/>
                    <a:pt x="3270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" name="Google Shape;886;p5"/>
            <p:cNvSpPr/>
            <p:nvPr/>
          </p:nvSpPr>
          <p:spPr>
            <a:xfrm>
              <a:off x="3353500" y="3815925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" name="Google Shape;887;p5"/>
            <p:cNvSpPr/>
            <p:nvPr/>
          </p:nvSpPr>
          <p:spPr>
            <a:xfrm>
              <a:off x="172875" y="2609225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1" y="6539"/>
                    <a:pt x="2569" y="6539"/>
                  </a:cubicBezTo>
                  <a:cubicBezTo>
                    <a:pt x="5138" y="6539"/>
                    <a:pt x="3270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" name="Google Shape;888;p5"/>
            <p:cNvSpPr/>
            <p:nvPr/>
          </p:nvSpPr>
          <p:spPr>
            <a:xfrm>
              <a:off x="4002275" y="3579925"/>
              <a:ext cx="131800" cy="167650"/>
            </a:xfrm>
            <a:custGeom>
              <a:avLst/>
              <a:gdLst/>
              <a:ahLst/>
              <a:cxnLst/>
              <a:rect l="l" t="t" r="r" b="b"/>
              <a:pathLst>
                <a:path w="5272" h="6706" extrusionOk="0">
                  <a:moveTo>
                    <a:pt x="2636" y="0"/>
                  </a:moveTo>
                  <a:cubicBezTo>
                    <a:pt x="2036" y="1735"/>
                    <a:pt x="1" y="6705"/>
                    <a:pt x="2636" y="6705"/>
                  </a:cubicBezTo>
                  <a:cubicBezTo>
                    <a:pt x="5271" y="6705"/>
                    <a:pt x="3337" y="1868"/>
                    <a:pt x="2636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" name="Google Shape;889;p5"/>
            <p:cNvSpPr/>
            <p:nvPr/>
          </p:nvSpPr>
          <p:spPr>
            <a:xfrm>
              <a:off x="4183050" y="3154825"/>
              <a:ext cx="132600" cy="167650"/>
            </a:xfrm>
            <a:custGeom>
              <a:avLst/>
              <a:gdLst/>
              <a:ahLst/>
              <a:cxnLst/>
              <a:rect l="l" t="t" r="r" b="b"/>
              <a:pathLst>
                <a:path w="5304" h="6706" extrusionOk="0">
                  <a:moveTo>
                    <a:pt x="2669" y="1"/>
                  </a:moveTo>
                  <a:cubicBezTo>
                    <a:pt x="2068" y="1735"/>
                    <a:pt x="0" y="6705"/>
                    <a:pt x="2669" y="6705"/>
                  </a:cubicBezTo>
                  <a:cubicBezTo>
                    <a:pt x="5304" y="6705"/>
                    <a:pt x="3369" y="1835"/>
                    <a:pt x="26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" name="Google Shape;890;p5"/>
            <p:cNvSpPr/>
            <p:nvPr/>
          </p:nvSpPr>
          <p:spPr>
            <a:xfrm>
              <a:off x="2025875" y="244327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1969" y="1668"/>
                    <a:pt x="1" y="6505"/>
                    <a:pt x="2569" y="6505"/>
                  </a:cubicBezTo>
                  <a:cubicBezTo>
                    <a:pt x="5138" y="6505"/>
                    <a:pt x="3236" y="1769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189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" name="Google Shape;891;p5"/>
            <p:cNvSpPr/>
            <p:nvPr/>
          </p:nvSpPr>
          <p:spPr>
            <a:xfrm>
              <a:off x="3576975" y="2491650"/>
              <a:ext cx="131800" cy="167650"/>
            </a:xfrm>
            <a:custGeom>
              <a:avLst/>
              <a:gdLst/>
              <a:ahLst/>
              <a:cxnLst/>
              <a:rect l="l" t="t" r="r" b="b"/>
              <a:pathLst>
                <a:path w="5272" h="6706" extrusionOk="0">
                  <a:moveTo>
                    <a:pt x="2636" y="0"/>
                  </a:moveTo>
                  <a:cubicBezTo>
                    <a:pt x="2036" y="1735"/>
                    <a:pt x="1" y="6705"/>
                    <a:pt x="2636" y="6705"/>
                  </a:cubicBezTo>
                  <a:cubicBezTo>
                    <a:pt x="5271" y="6705"/>
                    <a:pt x="3337" y="1835"/>
                    <a:pt x="2636" y="0"/>
                  </a:cubicBezTo>
                  <a:close/>
                </a:path>
              </a:pathLst>
            </a:custGeom>
            <a:solidFill>
              <a:srgbClr val="191919">
                <a:alpha val="189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" name="Google Shape;892;p5"/>
            <p:cNvSpPr/>
            <p:nvPr/>
          </p:nvSpPr>
          <p:spPr>
            <a:xfrm>
              <a:off x="2707200" y="3845950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0"/>
                  </a:moveTo>
                  <a:cubicBezTo>
                    <a:pt x="2002" y="1702"/>
                    <a:pt x="0" y="6505"/>
                    <a:pt x="2569" y="6505"/>
                  </a:cubicBezTo>
                  <a:cubicBezTo>
                    <a:pt x="5137" y="6505"/>
                    <a:pt x="3269" y="1802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189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Google Shape;893;p5"/>
            <p:cNvSpPr/>
            <p:nvPr/>
          </p:nvSpPr>
          <p:spPr>
            <a:xfrm>
              <a:off x="482275" y="2791850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669"/>
                    <a:pt x="0" y="6506"/>
                    <a:pt x="2569" y="6506"/>
                  </a:cubicBezTo>
                  <a:cubicBezTo>
                    <a:pt x="5137" y="6506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Google Shape;894;p5"/>
            <p:cNvSpPr/>
            <p:nvPr/>
          </p:nvSpPr>
          <p:spPr>
            <a:xfrm>
              <a:off x="6138100" y="2260650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0"/>
                  </a:moveTo>
                  <a:cubicBezTo>
                    <a:pt x="2001" y="1702"/>
                    <a:pt x="0" y="6505"/>
                    <a:pt x="2569" y="6505"/>
                  </a:cubicBezTo>
                  <a:cubicBezTo>
                    <a:pt x="5137" y="6505"/>
                    <a:pt x="3236" y="1802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Google Shape;895;p5"/>
            <p:cNvSpPr/>
            <p:nvPr/>
          </p:nvSpPr>
          <p:spPr>
            <a:xfrm>
              <a:off x="8470575" y="262507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0"/>
                  </a:moveTo>
                  <a:cubicBezTo>
                    <a:pt x="1969" y="1668"/>
                    <a:pt x="1" y="6505"/>
                    <a:pt x="2569" y="6505"/>
                  </a:cubicBezTo>
                  <a:cubicBezTo>
                    <a:pt x="5138" y="6505"/>
                    <a:pt x="3237" y="1802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Google Shape;896;p5"/>
            <p:cNvSpPr/>
            <p:nvPr/>
          </p:nvSpPr>
          <p:spPr>
            <a:xfrm>
              <a:off x="5802850" y="3815925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36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Google Shape;897;p5"/>
            <p:cNvSpPr/>
            <p:nvPr/>
          </p:nvSpPr>
          <p:spPr>
            <a:xfrm>
              <a:off x="4959750" y="2105525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Google Shape;898;p5"/>
            <p:cNvSpPr/>
            <p:nvPr/>
          </p:nvSpPr>
          <p:spPr>
            <a:xfrm>
              <a:off x="4561975" y="3628300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2001" y="1701"/>
                    <a:pt x="0" y="6505"/>
                    <a:pt x="2569" y="6505"/>
                  </a:cubicBezTo>
                  <a:cubicBezTo>
                    <a:pt x="5137" y="6505"/>
                    <a:pt x="3269" y="1801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Google Shape;899;p5"/>
            <p:cNvSpPr/>
            <p:nvPr/>
          </p:nvSpPr>
          <p:spPr>
            <a:xfrm>
              <a:off x="6873625" y="2416600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1968" y="1668"/>
                    <a:pt x="0" y="6505"/>
                    <a:pt x="2569" y="6505"/>
                  </a:cubicBezTo>
                  <a:cubicBezTo>
                    <a:pt x="5137" y="6505"/>
                    <a:pt x="3236" y="1801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Google Shape;900;p5"/>
            <p:cNvSpPr/>
            <p:nvPr/>
          </p:nvSpPr>
          <p:spPr>
            <a:xfrm>
              <a:off x="5661925" y="2334875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0"/>
                  </a:moveTo>
                  <a:cubicBezTo>
                    <a:pt x="2002" y="1701"/>
                    <a:pt x="0" y="6538"/>
                    <a:pt x="2569" y="6538"/>
                  </a:cubicBezTo>
                  <a:cubicBezTo>
                    <a:pt x="5137" y="6538"/>
                    <a:pt x="3269" y="1801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Google Shape;901;p5"/>
            <p:cNvSpPr/>
            <p:nvPr/>
          </p:nvSpPr>
          <p:spPr>
            <a:xfrm>
              <a:off x="7689200" y="2309025"/>
              <a:ext cx="131775" cy="167625"/>
            </a:xfrm>
            <a:custGeom>
              <a:avLst/>
              <a:gdLst/>
              <a:ahLst/>
              <a:cxnLst/>
              <a:rect l="l" t="t" r="r" b="b"/>
              <a:pathLst>
                <a:path w="5271" h="6705" extrusionOk="0">
                  <a:moveTo>
                    <a:pt x="2636" y="0"/>
                  </a:moveTo>
                  <a:cubicBezTo>
                    <a:pt x="2035" y="1735"/>
                    <a:pt x="0" y="6705"/>
                    <a:pt x="2636" y="6705"/>
                  </a:cubicBezTo>
                  <a:cubicBezTo>
                    <a:pt x="5271" y="6705"/>
                    <a:pt x="3336" y="1868"/>
                    <a:pt x="2636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Google Shape;902;p5"/>
            <p:cNvSpPr/>
            <p:nvPr/>
          </p:nvSpPr>
          <p:spPr>
            <a:xfrm>
              <a:off x="6653450" y="3080400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702"/>
                    <a:pt x="1" y="6505"/>
                    <a:pt x="2569" y="6505"/>
                  </a:cubicBezTo>
                  <a:cubicBezTo>
                    <a:pt x="5138" y="6505"/>
                    <a:pt x="3270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Google Shape;903;p5"/>
            <p:cNvSpPr/>
            <p:nvPr/>
          </p:nvSpPr>
          <p:spPr>
            <a:xfrm>
              <a:off x="6276525" y="3842625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2002" y="1668"/>
                    <a:pt x="0" y="6505"/>
                    <a:pt x="2569" y="6505"/>
                  </a:cubicBezTo>
                  <a:cubicBezTo>
                    <a:pt x="5137" y="6505"/>
                    <a:pt x="3269" y="1768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Google Shape;904;p5"/>
            <p:cNvSpPr/>
            <p:nvPr/>
          </p:nvSpPr>
          <p:spPr>
            <a:xfrm>
              <a:off x="7586625" y="3225500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702"/>
                    <a:pt x="0" y="6505"/>
                    <a:pt x="2569" y="6505"/>
                  </a:cubicBezTo>
                  <a:cubicBezTo>
                    <a:pt x="5137" y="6505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Google Shape;905;p5"/>
            <p:cNvSpPr/>
            <p:nvPr/>
          </p:nvSpPr>
          <p:spPr>
            <a:xfrm>
              <a:off x="4851025" y="3194850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702"/>
                    <a:pt x="0" y="6505"/>
                    <a:pt x="2569" y="6505"/>
                  </a:cubicBezTo>
                  <a:cubicBezTo>
                    <a:pt x="5137" y="6505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Google Shape;906;p5"/>
            <p:cNvSpPr/>
            <p:nvPr/>
          </p:nvSpPr>
          <p:spPr>
            <a:xfrm>
              <a:off x="4892200" y="4246225"/>
              <a:ext cx="132625" cy="167650"/>
            </a:xfrm>
            <a:custGeom>
              <a:avLst/>
              <a:gdLst/>
              <a:ahLst/>
              <a:cxnLst/>
              <a:rect l="l" t="t" r="r" b="b"/>
              <a:pathLst>
                <a:path w="5305" h="6706" extrusionOk="0">
                  <a:moveTo>
                    <a:pt x="2636" y="1"/>
                  </a:moveTo>
                  <a:cubicBezTo>
                    <a:pt x="2069" y="1735"/>
                    <a:pt x="0" y="6706"/>
                    <a:pt x="2636" y="6706"/>
                  </a:cubicBezTo>
                  <a:cubicBezTo>
                    <a:pt x="5304" y="6706"/>
                    <a:pt x="3370" y="1836"/>
                    <a:pt x="2636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Google Shape;907;p5"/>
            <p:cNvSpPr/>
            <p:nvPr/>
          </p:nvSpPr>
          <p:spPr>
            <a:xfrm>
              <a:off x="8165375" y="4382175"/>
              <a:ext cx="132625" cy="167625"/>
            </a:xfrm>
            <a:custGeom>
              <a:avLst/>
              <a:gdLst/>
              <a:ahLst/>
              <a:cxnLst/>
              <a:rect l="l" t="t" r="r" b="b"/>
              <a:pathLst>
                <a:path w="5305" h="6705" extrusionOk="0">
                  <a:moveTo>
                    <a:pt x="2669" y="0"/>
                  </a:moveTo>
                  <a:cubicBezTo>
                    <a:pt x="2068" y="1735"/>
                    <a:pt x="0" y="6705"/>
                    <a:pt x="2669" y="6705"/>
                  </a:cubicBezTo>
                  <a:cubicBezTo>
                    <a:pt x="5304" y="6705"/>
                    <a:pt x="3369" y="1868"/>
                    <a:pt x="26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Google Shape;908;p5"/>
            <p:cNvSpPr/>
            <p:nvPr/>
          </p:nvSpPr>
          <p:spPr>
            <a:xfrm>
              <a:off x="6819400" y="3664150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668"/>
                    <a:pt x="1" y="6505"/>
                    <a:pt x="2569" y="6505"/>
                  </a:cubicBezTo>
                  <a:cubicBezTo>
                    <a:pt x="5138" y="6505"/>
                    <a:pt x="3270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Google Shape;909;p5"/>
            <p:cNvSpPr/>
            <p:nvPr/>
          </p:nvSpPr>
          <p:spPr>
            <a:xfrm>
              <a:off x="7775100" y="3815925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" name="Google Shape;910;p5"/>
            <p:cNvSpPr/>
            <p:nvPr/>
          </p:nvSpPr>
          <p:spPr>
            <a:xfrm>
              <a:off x="4594475" y="2609225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1" y="6539"/>
                    <a:pt x="2569" y="6539"/>
                  </a:cubicBezTo>
                  <a:cubicBezTo>
                    <a:pt x="5138" y="6539"/>
                    <a:pt x="3270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" name="Google Shape;911;p5"/>
            <p:cNvSpPr/>
            <p:nvPr/>
          </p:nvSpPr>
          <p:spPr>
            <a:xfrm>
              <a:off x="8423875" y="3579925"/>
              <a:ext cx="131800" cy="167650"/>
            </a:xfrm>
            <a:custGeom>
              <a:avLst/>
              <a:gdLst/>
              <a:ahLst/>
              <a:cxnLst/>
              <a:rect l="l" t="t" r="r" b="b"/>
              <a:pathLst>
                <a:path w="5272" h="6706" extrusionOk="0">
                  <a:moveTo>
                    <a:pt x="2636" y="0"/>
                  </a:moveTo>
                  <a:cubicBezTo>
                    <a:pt x="2036" y="1735"/>
                    <a:pt x="1" y="6705"/>
                    <a:pt x="2636" y="6705"/>
                  </a:cubicBezTo>
                  <a:cubicBezTo>
                    <a:pt x="5271" y="6705"/>
                    <a:pt x="3337" y="1868"/>
                    <a:pt x="2636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" name="Google Shape;912;p5"/>
            <p:cNvSpPr/>
            <p:nvPr/>
          </p:nvSpPr>
          <p:spPr>
            <a:xfrm>
              <a:off x="4903875" y="2791850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669"/>
                    <a:pt x="0" y="6506"/>
                    <a:pt x="2569" y="6506"/>
                  </a:cubicBezTo>
                  <a:cubicBezTo>
                    <a:pt x="5137" y="6506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" name="Google Shape;913;p5"/>
            <p:cNvSpPr/>
            <p:nvPr/>
          </p:nvSpPr>
          <p:spPr>
            <a:xfrm>
              <a:off x="6260050" y="3282525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36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" name="Google Shape;914;p5"/>
            <p:cNvSpPr/>
            <p:nvPr/>
          </p:nvSpPr>
          <p:spPr>
            <a:xfrm flipH="1">
              <a:off x="1608100" y="2871088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702"/>
                    <a:pt x="0" y="6505"/>
                    <a:pt x="2569" y="6505"/>
                  </a:cubicBezTo>
                  <a:cubicBezTo>
                    <a:pt x="5137" y="6505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" name="Google Shape;915;p5"/>
            <p:cNvSpPr/>
            <p:nvPr/>
          </p:nvSpPr>
          <p:spPr>
            <a:xfrm flipH="1">
              <a:off x="1419625" y="3461513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" name="Google Shape;916;p5"/>
            <p:cNvSpPr/>
            <p:nvPr/>
          </p:nvSpPr>
          <p:spPr>
            <a:xfrm>
              <a:off x="7841700" y="2861075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36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" name="Google Shape;917;p5"/>
            <p:cNvSpPr/>
            <p:nvPr/>
          </p:nvSpPr>
          <p:spPr>
            <a:xfrm>
              <a:off x="8315375" y="2887775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2002" y="1668"/>
                    <a:pt x="0" y="6505"/>
                    <a:pt x="2569" y="6505"/>
                  </a:cubicBezTo>
                  <a:cubicBezTo>
                    <a:pt x="5137" y="6505"/>
                    <a:pt x="3269" y="1768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" name="Google Shape;918;p5"/>
            <p:cNvSpPr/>
            <p:nvPr/>
          </p:nvSpPr>
          <p:spPr>
            <a:xfrm>
              <a:off x="3426038" y="2817700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36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" name="Google Shape;919;p5"/>
            <p:cNvSpPr/>
            <p:nvPr/>
          </p:nvSpPr>
          <p:spPr>
            <a:xfrm>
              <a:off x="3899713" y="2844400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2002" y="1668"/>
                    <a:pt x="0" y="6505"/>
                    <a:pt x="2569" y="6505"/>
                  </a:cubicBezTo>
                  <a:cubicBezTo>
                    <a:pt x="5137" y="6505"/>
                    <a:pt x="3269" y="1768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20" name="Google Shape;920;p5"/>
            <p:cNvGrpSpPr/>
            <p:nvPr/>
          </p:nvGrpSpPr>
          <p:grpSpPr>
            <a:xfrm>
              <a:off x="359500" y="182650"/>
              <a:ext cx="8548925" cy="3978550"/>
              <a:chOff x="359500" y="182650"/>
              <a:chExt cx="8548925" cy="3978550"/>
            </a:xfrm>
          </p:grpSpPr>
          <p:sp>
            <p:nvSpPr>
              <p:cNvPr id="921" name="Google Shape;921;p5"/>
              <p:cNvSpPr/>
              <p:nvPr/>
            </p:nvSpPr>
            <p:spPr>
              <a:xfrm>
                <a:off x="1935625" y="337750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1969" y="1668"/>
                      <a:pt x="1" y="6505"/>
                      <a:pt x="2569" y="6505"/>
                    </a:cubicBezTo>
                    <a:cubicBezTo>
                      <a:pt x="5138" y="6505"/>
                      <a:pt x="3236" y="1769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2" name="Google Shape;922;p5"/>
              <p:cNvSpPr/>
              <p:nvPr/>
            </p:nvSpPr>
            <p:spPr>
              <a:xfrm>
                <a:off x="4268125" y="701350"/>
                <a:ext cx="128450" cy="16262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5" extrusionOk="0">
                    <a:moveTo>
                      <a:pt x="2569" y="0"/>
                    </a:moveTo>
                    <a:cubicBezTo>
                      <a:pt x="1969" y="1702"/>
                      <a:pt x="0" y="6505"/>
                      <a:pt x="2569" y="6505"/>
                    </a:cubicBezTo>
                    <a:cubicBezTo>
                      <a:pt x="5137" y="6505"/>
                      <a:pt x="3236" y="1802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3" name="Google Shape;923;p5"/>
              <p:cNvSpPr/>
              <p:nvPr/>
            </p:nvSpPr>
            <p:spPr>
              <a:xfrm>
                <a:off x="1600375" y="1893025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1969" y="1669"/>
                      <a:pt x="1" y="6505"/>
                      <a:pt x="2569" y="6505"/>
                    </a:cubicBezTo>
                    <a:cubicBezTo>
                      <a:pt x="5138" y="6505"/>
                      <a:pt x="3237" y="1802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4" name="Google Shape;924;p5"/>
              <p:cNvSpPr/>
              <p:nvPr/>
            </p:nvSpPr>
            <p:spPr>
              <a:xfrm>
                <a:off x="757275" y="182650"/>
                <a:ext cx="128450" cy="16262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5" extrusionOk="0">
                    <a:moveTo>
                      <a:pt x="2569" y="0"/>
                    </a:moveTo>
                    <a:cubicBezTo>
                      <a:pt x="2002" y="1668"/>
                      <a:pt x="1" y="6505"/>
                      <a:pt x="2569" y="6505"/>
                    </a:cubicBezTo>
                    <a:cubicBezTo>
                      <a:pt x="5138" y="6505"/>
                      <a:pt x="3270" y="1801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5" name="Google Shape;925;p5"/>
              <p:cNvSpPr/>
              <p:nvPr/>
            </p:nvSpPr>
            <p:spPr>
              <a:xfrm>
                <a:off x="359500" y="1704575"/>
                <a:ext cx="128450" cy="16347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39" extrusionOk="0">
                    <a:moveTo>
                      <a:pt x="2569" y="0"/>
                    </a:moveTo>
                    <a:cubicBezTo>
                      <a:pt x="2002" y="1701"/>
                      <a:pt x="1" y="6538"/>
                      <a:pt x="2569" y="6538"/>
                    </a:cubicBezTo>
                    <a:cubicBezTo>
                      <a:pt x="5138" y="6538"/>
                      <a:pt x="3270" y="1801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6" name="Google Shape;926;p5"/>
              <p:cNvSpPr/>
              <p:nvPr/>
            </p:nvSpPr>
            <p:spPr>
              <a:xfrm>
                <a:off x="2670325" y="492875"/>
                <a:ext cx="128450" cy="16262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5" extrusionOk="0">
                    <a:moveTo>
                      <a:pt x="2569" y="0"/>
                    </a:moveTo>
                    <a:cubicBezTo>
                      <a:pt x="2002" y="1701"/>
                      <a:pt x="0" y="6505"/>
                      <a:pt x="2569" y="6505"/>
                    </a:cubicBezTo>
                    <a:cubicBezTo>
                      <a:pt x="5137" y="6505"/>
                      <a:pt x="3269" y="1801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7" name="Google Shape;927;p5"/>
              <p:cNvSpPr/>
              <p:nvPr/>
            </p:nvSpPr>
            <p:spPr>
              <a:xfrm>
                <a:off x="1459450" y="411975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0"/>
                    </a:moveTo>
                    <a:cubicBezTo>
                      <a:pt x="2002" y="1668"/>
                      <a:pt x="1" y="6505"/>
                      <a:pt x="2569" y="6505"/>
                    </a:cubicBezTo>
                    <a:cubicBezTo>
                      <a:pt x="5138" y="6505"/>
                      <a:pt x="3270" y="1802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8" name="Google Shape;928;p5"/>
              <p:cNvSpPr/>
              <p:nvPr/>
            </p:nvSpPr>
            <p:spPr>
              <a:xfrm>
                <a:off x="3486725" y="386125"/>
                <a:ext cx="131800" cy="167650"/>
              </a:xfrm>
              <a:custGeom>
                <a:avLst/>
                <a:gdLst/>
                <a:ahLst/>
                <a:cxnLst/>
                <a:rect l="l" t="t" r="r" b="b"/>
                <a:pathLst>
                  <a:path w="5272" h="6706" extrusionOk="0">
                    <a:moveTo>
                      <a:pt x="2636" y="0"/>
                    </a:moveTo>
                    <a:cubicBezTo>
                      <a:pt x="2036" y="1735"/>
                      <a:pt x="1" y="6705"/>
                      <a:pt x="2636" y="6705"/>
                    </a:cubicBezTo>
                    <a:cubicBezTo>
                      <a:pt x="5271" y="6705"/>
                      <a:pt x="3337" y="1835"/>
                      <a:pt x="2636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9" name="Google Shape;929;p5"/>
              <p:cNvSpPr/>
              <p:nvPr/>
            </p:nvSpPr>
            <p:spPr>
              <a:xfrm>
                <a:off x="4826025" y="469525"/>
                <a:ext cx="132625" cy="167625"/>
              </a:xfrm>
              <a:custGeom>
                <a:avLst/>
                <a:gdLst/>
                <a:ahLst/>
                <a:cxnLst/>
                <a:rect l="l" t="t" r="r" b="b"/>
                <a:pathLst>
                  <a:path w="5305" h="6705" extrusionOk="0">
                    <a:moveTo>
                      <a:pt x="2669" y="0"/>
                    </a:moveTo>
                    <a:cubicBezTo>
                      <a:pt x="2069" y="1735"/>
                      <a:pt x="0" y="6705"/>
                      <a:pt x="2669" y="6705"/>
                    </a:cubicBezTo>
                    <a:cubicBezTo>
                      <a:pt x="5304" y="6705"/>
                      <a:pt x="3370" y="1868"/>
                      <a:pt x="26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0" name="Google Shape;930;p5"/>
              <p:cNvSpPr/>
              <p:nvPr/>
            </p:nvSpPr>
            <p:spPr>
              <a:xfrm>
                <a:off x="2451000" y="1156675"/>
                <a:ext cx="128450" cy="16347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39" extrusionOk="0">
                    <a:moveTo>
                      <a:pt x="2569" y="0"/>
                    </a:moveTo>
                    <a:cubicBezTo>
                      <a:pt x="2002" y="1702"/>
                      <a:pt x="0" y="6538"/>
                      <a:pt x="2569" y="6538"/>
                    </a:cubicBezTo>
                    <a:cubicBezTo>
                      <a:pt x="5137" y="6538"/>
                      <a:pt x="3269" y="1802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1" name="Google Shape;931;p5"/>
              <p:cNvSpPr/>
              <p:nvPr/>
            </p:nvSpPr>
            <p:spPr>
              <a:xfrm>
                <a:off x="3384150" y="1302600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2002" y="1669"/>
                      <a:pt x="1" y="6506"/>
                      <a:pt x="2569" y="6506"/>
                    </a:cubicBezTo>
                    <a:cubicBezTo>
                      <a:pt x="5138" y="6506"/>
                      <a:pt x="3270" y="1769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2" name="Google Shape;932;p5"/>
              <p:cNvSpPr/>
              <p:nvPr/>
            </p:nvSpPr>
            <p:spPr>
              <a:xfrm>
                <a:off x="724750" y="1423525"/>
                <a:ext cx="128450" cy="16347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39" extrusionOk="0">
                    <a:moveTo>
                      <a:pt x="2569" y="1"/>
                    </a:moveTo>
                    <a:cubicBezTo>
                      <a:pt x="2002" y="1702"/>
                      <a:pt x="1" y="6539"/>
                      <a:pt x="2569" y="6539"/>
                    </a:cubicBezTo>
                    <a:cubicBezTo>
                      <a:pt x="5138" y="6539"/>
                      <a:pt x="3270" y="1802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3" name="Google Shape;933;p5"/>
              <p:cNvSpPr/>
              <p:nvPr/>
            </p:nvSpPr>
            <p:spPr>
              <a:xfrm>
                <a:off x="4220600" y="1657025"/>
                <a:ext cx="132600" cy="167650"/>
              </a:xfrm>
              <a:custGeom>
                <a:avLst/>
                <a:gdLst/>
                <a:ahLst/>
                <a:cxnLst/>
                <a:rect l="l" t="t" r="r" b="b"/>
                <a:pathLst>
                  <a:path w="5304" h="6706" extrusionOk="0">
                    <a:moveTo>
                      <a:pt x="2669" y="1"/>
                    </a:moveTo>
                    <a:cubicBezTo>
                      <a:pt x="2068" y="1735"/>
                      <a:pt x="0" y="6706"/>
                      <a:pt x="2669" y="6706"/>
                    </a:cubicBezTo>
                    <a:cubicBezTo>
                      <a:pt x="5304" y="6706"/>
                      <a:pt x="3369" y="1835"/>
                      <a:pt x="26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4" name="Google Shape;934;p5"/>
              <p:cNvSpPr/>
              <p:nvPr/>
            </p:nvSpPr>
            <p:spPr>
              <a:xfrm>
                <a:off x="4859375" y="1383500"/>
                <a:ext cx="132625" cy="167650"/>
              </a:xfrm>
              <a:custGeom>
                <a:avLst/>
                <a:gdLst/>
                <a:ahLst/>
                <a:cxnLst/>
                <a:rect l="l" t="t" r="r" b="b"/>
                <a:pathLst>
                  <a:path w="5305" h="6706" extrusionOk="0">
                    <a:moveTo>
                      <a:pt x="2669" y="1"/>
                    </a:moveTo>
                    <a:cubicBezTo>
                      <a:pt x="2069" y="1735"/>
                      <a:pt x="1" y="6705"/>
                      <a:pt x="2669" y="6705"/>
                    </a:cubicBezTo>
                    <a:cubicBezTo>
                      <a:pt x="5305" y="6705"/>
                      <a:pt x="3370" y="1869"/>
                      <a:pt x="26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5" name="Google Shape;935;p5"/>
              <p:cNvSpPr/>
              <p:nvPr/>
            </p:nvSpPr>
            <p:spPr>
              <a:xfrm>
                <a:off x="6357225" y="337750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1969" y="1668"/>
                      <a:pt x="1" y="6505"/>
                      <a:pt x="2569" y="6505"/>
                    </a:cubicBezTo>
                    <a:cubicBezTo>
                      <a:pt x="5138" y="6505"/>
                      <a:pt x="3236" y="1769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6" name="Google Shape;936;p5"/>
              <p:cNvSpPr/>
              <p:nvPr/>
            </p:nvSpPr>
            <p:spPr>
              <a:xfrm>
                <a:off x="8689725" y="701350"/>
                <a:ext cx="128450" cy="16262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5" extrusionOk="0">
                    <a:moveTo>
                      <a:pt x="2569" y="0"/>
                    </a:moveTo>
                    <a:cubicBezTo>
                      <a:pt x="1969" y="1702"/>
                      <a:pt x="0" y="6505"/>
                      <a:pt x="2569" y="6505"/>
                    </a:cubicBezTo>
                    <a:cubicBezTo>
                      <a:pt x="5137" y="6505"/>
                      <a:pt x="3236" y="1802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7" name="Google Shape;937;p5"/>
              <p:cNvSpPr/>
              <p:nvPr/>
            </p:nvSpPr>
            <p:spPr>
              <a:xfrm>
                <a:off x="6021975" y="1893025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1969" y="1669"/>
                      <a:pt x="1" y="6505"/>
                      <a:pt x="2569" y="6505"/>
                    </a:cubicBezTo>
                    <a:cubicBezTo>
                      <a:pt x="5138" y="6505"/>
                      <a:pt x="3237" y="1802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8" name="Google Shape;938;p5"/>
              <p:cNvSpPr/>
              <p:nvPr/>
            </p:nvSpPr>
            <p:spPr>
              <a:xfrm>
                <a:off x="5178875" y="182650"/>
                <a:ext cx="128450" cy="16262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5" extrusionOk="0">
                    <a:moveTo>
                      <a:pt x="2569" y="0"/>
                    </a:moveTo>
                    <a:cubicBezTo>
                      <a:pt x="2002" y="1668"/>
                      <a:pt x="1" y="6505"/>
                      <a:pt x="2569" y="6505"/>
                    </a:cubicBezTo>
                    <a:cubicBezTo>
                      <a:pt x="5138" y="6505"/>
                      <a:pt x="3270" y="1801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9" name="Google Shape;939;p5"/>
              <p:cNvSpPr/>
              <p:nvPr/>
            </p:nvSpPr>
            <p:spPr>
              <a:xfrm>
                <a:off x="4781100" y="1704575"/>
                <a:ext cx="128450" cy="16347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39" extrusionOk="0">
                    <a:moveTo>
                      <a:pt x="2569" y="0"/>
                    </a:moveTo>
                    <a:cubicBezTo>
                      <a:pt x="2002" y="1701"/>
                      <a:pt x="1" y="6538"/>
                      <a:pt x="2569" y="6538"/>
                    </a:cubicBezTo>
                    <a:cubicBezTo>
                      <a:pt x="5138" y="6538"/>
                      <a:pt x="3270" y="1801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0" name="Google Shape;940;p5"/>
              <p:cNvSpPr/>
              <p:nvPr/>
            </p:nvSpPr>
            <p:spPr>
              <a:xfrm>
                <a:off x="7091925" y="492875"/>
                <a:ext cx="128450" cy="16262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5" extrusionOk="0">
                    <a:moveTo>
                      <a:pt x="2569" y="0"/>
                    </a:moveTo>
                    <a:cubicBezTo>
                      <a:pt x="2002" y="1701"/>
                      <a:pt x="0" y="6505"/>
                      <a:pt x="2569" y="6505"/>
                    </a:cubicBezTo>
                    <a:cubicBezTo>
                      <a:pt x="5137" y="6505"/>
                      <a:pt x="3269" y="1801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1" name="Google Shape;941;p5"/>
              <p:cNvSpPr/>
              <p:nvPr/>
            </p:nvSpPr>
            <p:spPr>
              <a:xfrm>
                <a:off x="5881050" y="411975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0"/>
                    </a:moveTo>
                    <a:cubicBezTo>
                      <a:pt x="2002" y="1668"/>
                      <a:pt x="1" y="6505"/>
                      <a:pt x="2569" y="6505"/>
                    </a:cubicBezTo>
                    <a:cubicBezTo>
                      <a:pt x="5138" y="6505"/>
                      <a:pt x="3270" y="1802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2" name="Google Shape;942;p5"/>
              <p:cNvSpPr/>
              <p:nvPr/>
            </p:nvSpPr>
            <p:spPr>
              <a:xfrm>
                <a:off x="7908325" y="386125"/>
                <a:ext cx="131800" cy="167650"/>
              </a:xfrm>
              <a:custGeom>
                <a:avLst/>
                <a:gdLst/>
                <a:ahLst/>
                <a:cxnLst/>
                <a:rect l="l" t="t" r="r" b="b"/>
                <a:pathLst>
                  <a:path w="5272" h="6706" extrusionOk="0">
                    <a:moveTo>
                      <a:pt x="2636" y="0"/>
                    </a:moveTo>
                    <a:cubicBezTo>
                      <a:pt x="2036" y="1735"/>
                      <a:pt x="1" y="6705"/>
                      <a:pt x="2636" y="6705"/>
                    </a:cubicBezTo>
                    <a:cubicBezTo>
                      <a:pt x="5271" y="6705"/>
                      <a:pt x="3337" y="1835"/>
                      <a:pt x="2636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3" name="Google Shape;943;p5"/>
              <p:cNvSpPr/>
              <p:nvPr/>
            </p:nvSpPr>
            <p:spPr>
              <a:xfrm>
                <a:off x="6872600" y="1156675"/>
                <a:ext cx="128450" cy="16347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39" extrusionOk="0">
                    <a:moveTo>
                      <a:pt x="2569" y="0"/>
                    </a:moveTo>
                    <a:cubicBezTo>
                      <a:pt x="2002" y="1702"/>
                      <a:pt x="0" y="6538"/>
                      <a:pt x="2569" y="6538"/>
                    </a:cubicBezTo>
                    <a:cubicBezTo>
                      <a:pt x="5137" y="6538"/>
                      <a:pt x="3269" y="1802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4" name="Google Shape;944;p5"/>
              <p:cNvSpPr/>
              <p:nvPr/>
            </p:nvSpPr>
            <p:spPr>
              <a:xfrm>
                <a:off x="7805750" y="1302600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2002" y="1669"/>
                      <a:pt x="1" y="6506"/>
                      <a:pt x="2569" y="6506"/>
                    </a:cubicBezTo>
                    <a:cubicBezTo>
                      <a:pt x="5138" y="6506"/>
                      <a:pt x="3270" y="1769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5" name="Google Shape;945;p5"/>
              <p:cNvSpPr/>
              <p:nvPr/>
            </p:nvSpPr>
            <p:spPr>
              <a:xfrm>
                <a:off x="5146350" y="1423525"/>
                <a:ext cx="128450" cy="16347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39" extrusionOk="0">
                    <a:moveTo>
                      <a:pt x="2569" y="1"/>
                    </a:moveTo>
                    <a:cubicBezTo>
                      <a:pt x="2002" y="1702"/>
                      <a:pt x="1" y="6539"/>
                      <a:pt x="2569" y="6539"/>
                    </a:cubicBezTo>
                    <a:cubicBezTo>
                      <a:pt x="5138" y="6539"/>
                      <a:pt x="3270" y="1802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6" name="Google Shape;946;p5"/>
              <p:cNvSpPr/>
              <p:nvPr/>
            </p:nvSpPr>
            <p:spPr>
              <a:xfrm>
                <a:off x="7038550" y="1740425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0"/>
                    </a:moveTo>
                    <a:cubicBezTo>
                      <a:pt x="2002" y="1702"/>
                      <a:pt x="0" y="6505"/>
                      <a:pt x="2569" y="6505"/>
                    </a:cubicBezTo>
                    <a:cubicBezTo>
                      <a:pt x="5137" y="6505"/>
                      <a:pt x="3269" y="1802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7" name="Google Shape;947;p5"/>
              <p:cNvSpPr/>
              <p:nvPr/>
            </p:nvSpPr>
            <p:spPr>
              <a:xfrm>
                <a:off x="7994225" y="1893025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2002" y="1669"/>
                      <a:pt x="1" y="6505"/>
                      <a:pt x="2569" y="6505"/>
                    </a:cubicBezTo>
                    <a:cubicBezTo>
                      <a:pt x="5138" y="6505"/>
                      <a:pt x="3270" y="1802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8" name="Google Shape;948;p5"/>
              <p:cNvSpPr/>
              <p:nvPr/>
            </p:nvSpPr>
            <p:spPr>
              <a:xfrm>
                <a:off x="8642200" y="1657025"/>
                <a:ext cx="132600" cy="167650"/>
              </a:xfrm>
              <a:custGeom>
                <a:avLst/>
                <a:gdLst/>
                <a:ahLst/>
                <a:cxnLst/>
                <a:rect l="l" t="t" r="r" b="b"/>
                <a:pathLst>
                  <a:path w="5304" h="6706" extrusionOk="0">
                    <a:moveTo>
                      <a:pt x="2669" y="1"/>
                    </a:moveTo>
                    <a:cubicBezTo>
                      <a:pt x="2068" y="1735"/>
                      <a:pt x="0" y="6706"/>
                      <a:pt x="2669" y="6706"/>
                    </a:cubicBezTo>
                    <a:cubicBezTo>
                      <a:pt x="5304" y="6706"/>
                      <a:pt x="3369" y="1835"/>
                      <a:pt x="26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9" name="Google Shape;949;p5"/>
              <p:cNvSpPr/>
              <p:nvPr/>
            </p:nvSpPr>
            <p:spPr>
              <a:xfrm>
                <a:off x="5374950" y="966325"/>
                <a:ext cx="128450" cy="16347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39" extrusionOk="0">
                    <a:moveTo>
                      <a:pt x="2569" y="1"/>
                    </a:moveTo>
                    <a:cubicBezTo>
                      <a:pt x="2002" y="1702"/>
                      <a:pt x="1" y="6539"/>
                      <a:pt x="2569" y="6539"/>
                    </a:cubicBezTo>
                    <a:cubicBezTo>
                      <a:pt x="5138" y="6539"/>
                      <a:pt x="3270" y="1802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0" name="Google Shape;950;p5"/>
              <p:cNvSpPr/>
              <p:nvPr/>
            </p:nvSpPr>
            <p:spPr>
              <a:xfrm>
                <a:off x="5679750" y="1271125"/>
                <a:ext cx="128450" cy="16347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39" extrusionOk="0">
                    <a:moveTo>
                      <a:pt x="2569" y="1"/>
                    </a:moveTo>
                    <a:cubicBezTo>
                      <a:pt x="2002" y="1702"/>
                      <a:pt x="1" y="6539"/>
                      <a:pt x="2569" y="6539"/>
                    </a:cubicBezTo>
                    <a:cubicBezTo>
                      <a:pt x="5138" y="6539"/>
                      <a:pt x="3270" y="1802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1" name="Google Shape;951;p5"/>
              <p:cNvSpPr/>
              <p:nvPr/>
            </p:nvSpPr>
            <p:spPr>
              <a:xfrm flipH="1">
                <a:off x="1208475" y="948188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2002" y="1669"/>
                      <a:pt x="1" y="6506"/>
                      <a:pt x="2569" y="6506"/>
                    </a:cubicBezTo>
                    <a:cubicBezTo>
                      <a:pt x="5138" y="6506"/>
                      <a:pt x="3270" y="1769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2" name="Google Shape;952;p5"/>
              <p:cNvSpPr/>
              <p:nvPr/>
            </p:nvSpPr>
            <p:spPr>
              <a:xfrm>
                <a:off x="8060825" y="938175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1969" y="1669"/>
                      <a:pt x="1" y="6505"/>
                      <a:pt x="2569" y="6505"/>
                    </a:cubicBezTo>
                    <a:cubicBezTo>
                      <a:pt x="5138" y="6505"/>
                      <a:pt x="3237" y="1802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3" name="Google Shape;953;p5"/>
              <p:cNvSpPr/>
              <p:nvPr/>
            </p:nvSpPr>
            <p:spPr>
              <a:xfrm>
                <a:off x="3645163" y="894800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1969" y="1669"/>
                      <a:pt x="1" y="6505"/>
                      <a:pt x="2569" y="6505"/>
                    </a:cubicBezTo>
                    <a:cubicBezTo>
                      <a:pt x="5138" y="6505"/>
                      <a:pt x="3237" y="1802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4" name="Google Shape;954;p5"/>
              <p:cNvSpPr/>
              <p:nvPr/>
            </p:nvSpPr>
            <p:spPr>
              <a:xfrm>
                <a:off x="4358375" y="2806875"/>
                <a:ext cx="128450" cy="16262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5" extrusionOk="0">
                    <a:moveTo>
                      <a:pt x="2569" y="0"/>
                    </a:moveTo>
                    <a:cubicBezTo>
                      <a:pt x="1969" y="1702"/>
                      <a:pt x="0" y="6505"/>
                      <a:pt x="2569" y="6505"/>
                    </a:cubicBezTo>
                    <a:cubicBezTo>
                      <a:pt x="5137" y="6505"/>
                      <a:pt x="3236" y="1802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5" name="Google Shape;955;p5"/>
              <p:cNvSpPr/>
              <p:nvPr/>
            </p:nvSpPr>
            <p:spPr>
              <a:xfrm>
                <a:off x="1690625" y="3998550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1969" y="1669"/>
                      <a:pt x="1" y="6505"/>
                      <a:pt x="2569" y="6505"/>
                    </a:cubicBezTo>
                    <a:cubicBezTo>
                      <a:pt x="5138" y="6505"/>
                      <a:pt x="3237" y="1802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6" name="Google Shape;956;p5"/>
              <p:cNvSpPr/>
              <p:nvPr/>
            </p:nvSpPr>
            <p:spPr>
              <a:xfrm>
                <a:off x="847525" y="2288175"/>
                <a:ext cx="128450" cy="16262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5" extrusionOk="0">
                    <a:moveTo>
                      <a:pt x="2569" y="0"/>
                    </a:moveTo>
                    <a:cubicBezTo>
                      <a:pt x="2002" y="1668"/>
                      <a:pt x="1" y="6505"/>
                      <a:pt x="2569" y="6505"/>
                    </a:cubicBezTo>
                    <a:cubicBezTo>
                      <a:pt x="5138" y="6505"/>
                      <a:pt x="3270" y="1801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7" name="Google Shape;957;p5"/>
              <p:cNvSpPr/>
              <p:nvPr/>
            </p:nvSpPr>
            <p:spPr>
              <a:xfrm>
                <a:off x="449750" y="3810100"/>
                <a:ext cx="128450" cy="16347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39" extrusionOk="0">
                    <a:moveTo>
                      <a:pt x="2569" y="0"/>
                    </a:moveTo>
                    <a:cubicBezTo>
                      <a:pt x="2002" y="1701"/>
                      <a:pt x="1" y="6538"/>
                      <a:pt x="2569" y="6538"/>
                    </a:cubicBezTo>
                    <a:cubicBezTo>
                      <a:pt x="5138" y="6538"/>
                      <a:pt x="3270" y="1801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8" name="Google Shape;958;p5"/>
              <p:cNvSpPr/>
              <p:nvPr/>
            </p:nvSpPr>
            <p:spPr>
              <a:xfrm>
                <a:off x="2760575" y="2598400"/>
                <a:ext cx="128450" cy="16262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5" extrusionOk="0">
                    <a:moveTo>
                      <a:pt x="2569" y="0"/>
                    </a:moveTo>
                    <a:cubicBezTo>
                      <a:pt x="2002" y="1701"/>
                      <a:pt x="0" y="6505"/>
                      <a:pt x="2569" y="6505"/>
                    </a:cubicBezTo>
                    <a:cubicBezTo>
                      <a:pt x="5137" y="6505"/>
                      <a:pt x="3269" y="1801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9" name="Google Shape;959;p5"/>
              <p:cNvSpPr/>
              <p:nvPr/>
            </p:nvSpPr>
            <p:spPr>
              <a:xfrm>
                <a:off x="1549700" y="2517500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0"/>
                    </a:moveTo>
                    <a:cubicBezTo>
                      <a:pt x="2002" y="1668"/>
                      <a:pt x="1" y="6505"/>
                      <a:pt x="2569" y="6505"/>
                    </a:cubicBezTo>
                    <a:cubicBezTo>
                      <a:pt x="5138" y="6505"/>
                      <a:pt x="3270" y="1802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0" name="Google Shape;960;p5"/>
              <p:cNvSpPr/>
              <p:nvPr/>
            </p:nvSpPr>
            <p:spPr>
              <a:xfrm>
                <a:off x="4916275" y="2575050"/>
                <a:ext cx="132625" cy="167625"/>
              </a:xfrm>
              <a:custGeom>
                <a:avLst/>
                <a:gdLst/>
                <a:ahLst/>
                <a:cxnLst/>
                <a:rect l="l" t="t" r="r" b="b"/>
                <a:pathLst>
                  <a:path w="5305" h="6705" extrusionOk="0">
                    <a:moveTo>
                      <a:pt x="2669" y="0"/>
                    </a:moveTo>
                    <a:cubicBezTo>
                      <a:pt x="2069" y="1735"/>
                      <a:pt x="0" y="6705"/>
                      <a:pt x="2669" y="6705"/>
                    </a:cubicBezTo>
                    <a:cubicBezTo>
                      <a:pt x="5304" y="6705"/>
                      <a:pt x="3370" y="1868"/>
                      <a:pt x="26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1" name="Google Shape;961;p5"/>
              <p:cNvSpPr/>
              <p:nvPr/>
            </p:nvSpPr>
            <p:spPr>
              <a:xfrm>
                <a:off x="2541250" y="3262200"/>
                <a:ext cx="128450" cy="16347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39" extrusionOk="0">
                    <a:moveTo>
                      <a:pt x="2569" y="0"/>
                    </a:moveTo>
                    <a:cubicBezTo>
                      <a:pt x="2002" y="1702"/>
                      <a:pt x="0" y="6538"/>
                      <a:pt x="2569" y="6538"/>
                    </a:cubicBezTo>
                    <a:cubicBezTo>
                      <a:pt x="5137" y="6538"/>
                      <a:pt x="3269" y="1802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2" name="Google Shape;962;p5"/>
              <p:cNvSpPr/>
              <p:nvPr/>
            </p:nvSpPr>
            <p:spPr>
              <a:xfrm>
                <a:off x="3474400" y="3408125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2002" y="1669"/>
                      <a:pt x="1" y="6506"/>
                      <a:pt x="2569" y="6506"/>
                    </a:cubicBezTo>
                    <a:cubicBezTo>
                      <a:pt x="5138" y="6506"/>
                      <a:pt x="3270" y="1769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3" name="Google Shape;963;p5"/>
              <p:cNvSpPr/>
              <p:nvPr/>
            </p:nvSpPr>
            <p:spPr>
              <a:xfrm>
                <a:off x="815000" y="3529050"/>
                <a:ext cx="128450" cy="16347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39" extrusionOk="0">
                    <a:moveTo>
                      <a:pt x="2569" y="1"/>
                    </a:moveTo>
                    <a:cubicBezTo>
                      <a:pt x="2002" y="1702"/>
                      <a:pt x="1" y="6539"/>
                      <a:pt x="2569" y="6539"/>
                    </a:cubicBezTo>
                    <a:cubicBezTo>
                      <a:pt x="5138" y="6539"/>
                      <a:pt x="3270" y="1802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4" name="Google Shape;964;p5"/>
              <p:cNvSpPr/>
              <p:nvPr/>
            </p:nvSpPr>
            <p:spPr>
              <a:xfrm>
                <a:off x="3662875" y="3998550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2002" y="1669"/>
                      <a:pt x="1" y="6505"/>
                      <a:pt x="2569" y="6505"/>
                    </a:cubicBezTo>
                    <a:cubicBezTo>
                      <a:pt x="5138" y="6505"/>
                      <a:pt x="3270" y="1802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5" name="Google Shape;965;p5"/>
              <p:cNvSpPr/>
              <p:nvPr/>
            </p:nvSpPr>
            <p:spPr>
              <a:xfrm>
                <a:off x="4310850" y="3762550"/>
                <a:ext cx="132600" cy="167650"/>
              </a:xfrm>
              <a:custGeom>
                <a:avLst/>
                <a:gdLst/>
                <a:ahLst/>
                <a:cxnLst/>
                <a:rect l="l" t="t" r="r" b="b"/>
                <a:pathLst>
                  <a:path w="5304" h="6706" extrusionOk="0">
                    <a:moveTo>
                      <a:pt x="2669" y="1"/>
                    </a:moveTo>
                    <a:cubicBezTo>
                      <a:pt x="2068" y="1735"/>
                      <a:pt x="0" y="6706"/>
                      <a:pt x="2669" y="6706"/>
                    </a:cubicBezTo>
                    <a:cubicBezTo>
                      <a:pt x="5304" y="6706"/>
                      <a:pt x="3369" y="1835"/>
                      <a:pt x="26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6" name="Google Shape;966;p5"/>
              <p:cNvSpPr/>
              <p:nvPr/>
            </p:nvSpPr>
            <p:spPr>
              <a:xfrm>
                <a:off x="4949625" y="3489025"/>
                <a:ext cx="132625" cy="167650"/>
              </a:xfrm>
              <a:custGeom>
                <a:avLst/>
                <a:gdLst/>
                <a:ahLst/>
                <a:cxnLst/>
                <a:rect l="l" t="t" r="r" b="b"/>
                <a:pathLst>
                  <a:path w="5305" h="6706" extrusionOk="0">
                    <a:moveTo>
                      <a:pt x="2669" y="1"/>
                    </a:moveTo>
                    <a:cubicBezTo>
                      <a:pt x="2069" y="1735"/>
                      <a:pt x="1" y="6705"/>
                      <a:pt x="2669" y="6705"/>
                    </a:cubicBezTo>
                    <a:cubicBezTo>
                      <a:pt x="5305" y="6705"/>
                      <a:pt x="3370" y="1869"/>
                      <a:pt x="26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7" name="Google Shape;967;p5"/>
              <p:cNvSpPr/>
              <p:nvPr/>
            </p:nvSpPr>
            <p:spPr>
              <a:xfrm>
                <a:off x="6447475" y="2443275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1969" y="1668"/>
                      <a:pt x="1" y="6505"/>
                      <a:pt x="2569" y="6505"/>
                    </a:cubicBezTo>
                    <a:cubicBezTo>
                      <a:pt x="5138" y="6505"/>
                      <a:pt x="3236" y="1769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8" name="Google Shape;968;p5"/>
              <p:cNvSpPr/>
              <p:nvPr/>
            </p:nvSpPr>
            <p:spPr>
              <a:xfrm>
                <a:off x="8779975" y="2806875"/>
                <a:ext cx="128450" cy="16262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5" extrusionOk="0">
                    <a:moveTo>
                      <a:pt x="2569" y="0"/>
                    </a:moveTo>
                    <a:cubicBezTo>
                      <a:pt x="1969" y="1702"/>
                      <a:pt x="0" y="6505"/>
                      <a:pt x="2569" y="6505"/>
                    </a:cubicBezTo>
                    <a:cubicBezTo>
                      <a:pt x="5137" y="6505"/>
                      <a:pt x="3236" y="1802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9" name="Google Shape;969;p5"/>
              <p:cNvSpPr/>
              <p:nvPr/>
            </p:nvSpPr>
            <p:spPr>
              <a:xfrm>
                <a:off x="6112225" y="3998550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1969" y="1669"/>
                      <a:pt x="1" y="6505"/>
                      <a:pt x="2569" y="6505"/>
                    </a:cubicBezTo>
                    <a:cubicBezTo>
                      <a:pt x="5138" y="6505"/>
                      <a:pt x="3237" y="1802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0" name="Google Shape;970;p5"/>
              <p:cNvSpPr/>
              <p:nvPr/>
            </p:nvSpPr>
            <p:spPr>
              <a:xfrm>
                <a:off x="5269125" y="2288175"/>
                <a:ext cx="128450" cy="16262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5" extrusionOk="0">
                    <a:moveTo>
                      <a:pt x="2569" y="0"/>
                    </a:moveTo>
                    <a:cubicBezTo>
                      <a:pt x="2002" y="1668"/>
                      <a:pt x="1" y="6505"/>
                      <a:pt x="2569" y="6505"/>
                    </a:cubicBezTo>
                    <a:cubicBezTo>
                      <a:pt x="5138" y="6505"/>
                      <a:pt x="3270" y="1801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1" name="Google Shape;971;p5"/>
              <p:cNvSpPr/>
              <p:nvPr/>
            </p:nvSpPr>
            <p:spPr>
              <a:xfrm>
                <a:off x="4871350" y="3810100"/>
                <a:ext cx="128450" cy="16347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39" extrusionOk="0">
                    <a:moveTo>
                      <a:pt x="2569" y="0"/>
                    </a:moveTo>
                    <a:cubicBezTo>
                      <a:pt x="2002" y="1701"/>
                      <a:pt x="1" y="6538"/>
                      <a:pt x="2569" y="6538"/>
                    </a:cubicBezTo>
                    <a:cubicBezTo>
                      <a:pt x="5138" y="6538"/>
                      <a:pt x="3270" y="1801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2" name="Google Shape;972;p5"/>
              <p:cNvSpPr/>
              <p:nvPr/>
            </p:nvSpPr>
            <p:spPr>
              <a:xfrm>
                <a:off x="7182175" y="2598400"/>
                <a:ext cx="128450" cy="16262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5" extrusionOk="0">
                    <a:moveTo>
                      <a:pt x="2569" y="0"/>
                    </a:moveTo>
                    <a:cubicBezTo>
                      <a:pt x="2002" y="1701"/>
                      <a:pt x="0" y="6505"/>
                      <a:pt x="2569" y="6505"/>
                    </a:cubicBezTo>
                    <a:cubicBezTo>
                      <a:pt x="5137" y="6505"/>
                      <a:pt x="3269" y="1801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3" name="Google Shape;973;p5"/>
              <p:cNvSpPr/>
              <p:nvPr/>
            </p:nvSpPr>
            <p:spPr>
              <a:xfrm>
                <a:off x="5971300" y="2517500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0"/>
                    </a:moveTo>
                    <a:cubicBezTo>
                      <a:pt x="2002" y="1668"/>
                      <a:pt x="1" y="6505"/>
                      <a:pt x="2569" y="6505"/>
                    </a:cubicBezTo>
                    <a:cubicBezTo>
                      <a:pt x="5138" y="6505"/>
                      <a:pt x="3270" y="1802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4" name="Google Shape;974;p5"/>
              <p:cNvSpPr/>
              <p:nvPr/>
            </p:nvSpPr>
            <p:spPr>
              <a:xfrm>
                <a:off x="7998575" y="2491650"/>
                <a:ext cx="131800" cy="167650"/>
              </a:xfrm>
              <a:custGeom>
                <a:avLst/>
                <a:gdLst/>
                <a:ahLst/>
                <a:cxnLst/>
                <a:rect l="l" t="t" r="r" b="b"/>
                <a:pathLst>
                  <a:path w="5272" h="6706" extrusionOk="0">
                    <a:moveTo>
                      <a:pt x="2636" y="0"/>
                    </a:moveTo>
                    <a:cubicBezTo>
                      <a:pt x="2036" y="1735"/>
                      <a:pt x="1" y="6705"/>
                      <a:pt x="2636" y="6705"/>
                    </a:cubicBezTo>
                    <a:cubicBezTo>
                      <a:pt x="5271" y="6705"/>
                      <a:pt x="3337" y="1835"/>
                      <a:pt x="2636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5" name="Google Shape;975;p5"/>
              <p:cNvSpPr/>
              <p:nvPr/>
            </p:nvSpPr>
            <p:spPr>
              <a:xfrm>
                <a:off x="6962850" y="3262200"/>
                <a:ext cx="128450" cy="16347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39" extrusionOk="0">
                    <a:moveTo>
                      <a:pt x="2569" y="0"/>
                    </a:moveTo>
                    <a:cubicBezTo>
                      <a:pt x="2002" y="1702"/>
                      <a:pt x="0" y="6538"/>
                      <a:pt x="2569" y="6538"/>
                    </a:cubicBezTo>
                    <a:cubicBezTo>
                      <a:pt x="5137" y="6538"/>
                      <a:pt x="3269" y="1802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6" name="Google Shape;976;p5"/>
              <p:cNvSpPr/>
              <p:nvPr/>
            </p:nvSpPr>
            <p:spPr>
              <a:xfrm>
                <a:off x="7896000" y="3408125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2002" y="1669"/>
                      <a:pt x="1" y="6506"/>
                      <a:pt x="2569" y="6506"/>
                    </a:cubicBezTo>
                    <a:cubicBezTo>
                      <a:pt x="5138" y="6506"/>
                      <a:pt x="3270" y="1769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7" name="Google Shape;977;p5"/>
              <p:cNvSpPr/>
              <p:nvPr/>
            </p:nvSpPr>
            <p:spPr>
              <a:xfrm>
                <a:off x="5236600" y="3529050"/>
                <a:ext cx="128450" cy="16347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39" extrusionOk="0">
                    <a:moveTo>
                      <a:pt x="2569" y="1"/>
                    </a:moveTo>
                    <a:cubicBezTo>
                      <a:pt x="2002" y="1702"/>
                      <a:pt x="1" y="6539"/>
                      <a:pt x="2569" y="6539"/>
                    </a:cubicBezTo>
                    <a:cubicBezTo>
                      <a:pt x="5138" y="6539"/>
                      <a:pt x="3270" y="1802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8" name="Google Shape;978;p5"/>
              <p:cNvSpPr/>
              <p:nvPr/>
            </p:nvSpPr>
            <p:spPr>
              <a:xfrm>
                <a:off x="7128800" y="3845950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0"/>
                    </a:moveTo>
                    <a:cubicBezTo>
                      <a:pt x="2002" y="1702"/>
                      <a:pt x="0" y="6505"/>
                      <a:pt x="2569" y="6505"/>
                    </a:cubicBezTo>
                    <a:cubicBezTo>
                      <a:pt x="5137" y="6505"/>
                      <a:pt x="3269" y="1802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9" name="Google Shape;979;p5"/>
              <p:cNvSpPr/>
              <p:nvPr/>
            </p:nvSpPr>
            <p:spPr>
              <a:xfrm>
                <a:off x="8084475" y="3998550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2002" y="1669"/>
                      <a:pt x="1" y="6505"/>
                      <a:pt x="2569" y="6505"/>
                    </a:cubicBezTo>
                    <a:cubicBezTo>
                      <a:pt x="5138" y="6505"/>
                      <a:pt x="3270" y="1802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0" name="Google Shape;980;p5"/>
              <p:cNvSpPr/>
              <p:nvPr/>
            </p:nvSpPr>
            <p:spPr>
              <a:xfrm>
                <a:off x="8732450" y="3762550"/>
                <a:ext cx="132600" cy="167650"/>
              </a:xfrm>
              <a:custGeom>
                <a:avLst/>
                <a:gdLst/>
                <a:ahLst/>
                <a:cxnLst/>
                <a:rect l="l" t="t" r="r" b="b"/>
                <a:pathLst>
                  <a:path w="5304" h="6706" extrusionOk="0">
                    <a:moveTo>
                      <a:pt x="2669" y="1"/>
                    </a:moveTo>
                    <a:cubicBezTo>
                      <a:pt x="2068" y="1735"/>
                      <a:pt x="0" y="6706"/>
                      <a:pt x="2669" y="6706"/>
                    </a:cubicBezTo>
                    <a:cubicBezTo>
                      <a:pt x="5304" y="6706"/>
                      <a:pt x="3369" y="1835"/>
                      <a:pt x="26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1" name="Google Shape;981;p5"/>
              <p:cNvSpPr/>
              <p:nvPr/>
            </p:nvSpPr>
            <p:spPr>
              <a:xfrm>
                <a:off x="5465200" y="3071850"/>
                <a:ext cx="128450" cy="16347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39" extrusionOk="0">
                    <a:moveTo>
                      <a:pt x="2569" y="1"/>
                    </a:moveTo>
                    <a:cubicBezTo>
                      <a:pt x="2002" y="1702"/>
                      <a:pt x="1" y="6539"/>
                      <a:pt x="2569" y="6539"/>
                    </a:cubicBezTo>
                    <a:cubicBezTo>
                      <a:pt x="5138" y="6539"/>
                      <a:pt x="3270" y="1802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2" name="Google Shape;982;p5"/>
              <p:cNvSpPr/>
              <p:nvPr/>
            </p:nvSpPr>
            <p:spPr>
              <a:xfrm>
                <a:off x="5770000" y="3376650"/>
                <a:ext cx="128450" cy="16347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39" extrusionOk="0">
                    <a:moveTo>
                      <a:pt x="2569" y="1"/>
                    </a:moveTo>
                    <a:cubicBezTo>
                      <a:pt x="2002" y="1702"/>
                      <a:pt x="1" y="6539"/>
                      <a:pt x="2569" y="6539"/>
                    </a:cubicBezTo>
                    <a:cubicBezTo>
                      <a:pt x="5138" y="6539"/>
                      <a:pt x="3270" y="1802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3" name="Google Shape;983;p5"/>
              <p:cNvSpPr/>
              <p:nvPr/>
            </p:nvSpPr>
            <p:spPr>
              <a:xfrm flipH="1">
                <a:off x="1298725" y="3053713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2002" y="1669"/>
                      <a:pt x="1" y="6506"/>
                      <a:pt x="2569" y="6506"/>
                    </a:cubicBezTo>
                    <a:cubicBezTo>
                      <a:pt x="5138" y="6506"/>
                      <a:pt x="3270" y="1769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4" name="Google Shape;984;p5"/>
              <p:cNvSpPr/>
              <p:nvPr/>
            </p:nvSpPr>
            <p:spPr>
              <a:xfrm>
                <a:off x="8151075" y="3043700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1969" y="1669"/>
                      <a:pt x="1" y="6505"/>
                      <a:pt x="2569" y="6505"/>
                    </a:cubicBezTo>
                    <a:cubicBezTo>
                      <a:pt x="5138" y="6505"/>
                      <a:pt x="3237" y="1802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5" name="Google Shape;985;p5"/>
              <p:cNvSpPr/>
              <p:nvPr/>
            </p:nvSpPr>
            <p:spPr>
              <a:xfrm>
                <a:off x="3735413" y="3000325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1969" y="1669"/>
                      <a:pt x="1" y="6505"/>
                      <a:pt x="2569" y="6505"/>
                    </a:cubicBezTo>
                    <a:cubicBezTo>
                      <a:pt x="5138" y="6505"/>
                      <a:pt x="3237" y="1802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986" name="Google Shape;986;p5"/>
            <p:cNvSpPr/>
            <p:nvPr/>
          </p:nvSpPr>
          <p:spPr>
            <a:xfrm>
              <a:off x="2011825" y="433547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1969" y="1668"/>
                    <a:pt x="1" y="6505"/>
                    <a:pt x="2569" y="6505"/>
                  </a:cubicBezTo>
                  <a:cubicBezTo>
                    <a:pt x="5138" y="6505"/>
                    <a:pt x="3236" y="1769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Google Shape;987;p5"/>
            <p:cNvSpPr/>
            <p:nvPr/>
          </p:nvSpPr>
          <p:spPr>
            <a:xfrm>
              <a:off x="4344325" y="4699075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1969" y="1702"/>
                    <a:pt x="0" y="6505"/>
                    <a:pt x="2569" y="6505"/>
                  </a:cubicBezTo>
                  <a:cubicBezTo>
                    <a:pt x="5137" y="6505"/>
                    <a:pt x="3236" y="1802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" name="Google Shape;988;p5"/>
            <p:cNvSpPr/>
            <p:nvPr/>
          </p:nvSpPr>
          <p:spPr>
            <a:xfrm>
              <a:off x="833475" y="4180375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2002" y="1668"/>
                    <a:pt x="1" y="6505"/>
                    <a:pt x="2569" y="6505"/>
                  </a:cubicBezTo>
                  <a:cubicBezTo>
                    <a:pt x="5138" y="6505"/>
                    <a:pt x="3270" y="1801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Google Shape;989;p5"/>
            <p:cNvSpPr/>
            <p:nvPr/>
          </p:nvSpPr>
          <p:spPr>
            <a:xfrm>
              <a:off x="2746525" y="4490600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2002" y="1701"/>
                    <a:pt x="0" y="6505"/>
                    <a:pt x="2569" y="6505"/>
                  </a:cubicBezTo>
                  <a:cubicBezTo>
                    <a:pt x="5137" y="6505"/>
                    <a:pt x="3269" y="1801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Google Shape;990;p5"/>
            <p:cNvSpPr/>
            <p:nvPr/>
          </p:nvSpPr>
          <p:spPr>
            <a:xfrm>
              <a:off x="1535650" y="4409700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0"/>
                  </a:moveTo>
                  <a:cubicBezTo>
                    <a:pt x="2002" y="1668"/>
                    <a:pt x="1" y="6505"/>
                    <a:pt x="2569" y="6505"/>
                  </a:cubicBezTo>
                  <a:cubicBezTo>
                    <a:pt x="5138" y="6505"/>
                    <a:pt x="3270" y="1802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Google Shape;991;p5"/>
            <p:cNvSpPr/>
            <p:nvPr/>
          </p:nvSpPr>
          <p:spPr>
            <a:xfrm>
              <a:off x="3562925" y="4383850"/>
              <a:ext cx="131800" cy="167650"/>
            </a:xfrm>
            <a:custGeom>
              <a:avLst/>
              <a:gdLst/>
              <a:ahLst/>
              <a:cxnLst/>
              <a:rect l="l" t="t" r="r" b="b"/>
              <a:pathLst>
                <a:path w="5272" h="6706" extrusionOk="0">
                  <a:moveTo>
                    <a:pt x="2636" y="0"/>
                  </a:moveTo>
                  <a:cubicBezTo>
                    <a:pt x="2036" y="1735"/>
                    <a:pt x="1" y="6705"/>
                    <a:pt x="2636" y="6705"/>
                  </a:cubicBezTo>
                  <a:cubicBezTo>
                    <a:pt x="5271" y="6705"/>
                    <a:pt x="3337" y="1835"/>
                    <a:pt x="2636" y="0"/>
                  </a:cubicBezTo>
                  <a:close/>
                </a:path>
              </a:pathLst>
            </a:custGeom>
            <a:solidFill>
              <a:srgbClr val="191919">
                <a:alpha val="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Google Shape;992;p5"/>
            <p:cNvSpPr/>
            <p:nvPr/>
          </p:nvSpPr>
          <p:spPr>
            <a:xfrm>
              <a:off x="4902225" y="4467250"/>
              <a:ext cx="132625" cy="167625"/>
            </a:xfrm>
            <a:custGeom>
              <a:avLst/>
              <a:gdLst/>
              <a:ahLst/>
              <a:cxnLst/>
              <a:rect l="l" t="t" r="r" b="b"/>
              <a:pathLst>
                <a:path w="5305" h="6705" extrusionOk="0">
                  <a:moveTo>
                    <a:pt x="2669" y="0"/>
                  </a:moveTo>
                  <a:cubicBezTo>
                    <a:pt x="2069" y="1735"/>
                    <a:pt x="0" y="6705"/>
                    <a:pt x="2669" y="6705"/>
                  </a:cubicBezTo>
                  <a:cubicBezTo>
                    <a:pt x="5304" y="6705"/>
                    <a:pt x="3370" y="1868"/>
                    <a:pt x="2669" y="0"/>
                  </a:cubicBezTo>
                  <a:close/>
                </a:path>
              </a:pathLst>
            </a:custGeom>
            <a:solidFill>
              <a:srgbClr val="191919">
                <a:alpha val="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Google Shape;993;p5"/>
            <p:cNvSpPr/>
            <p:nvPr/>
          </p:nvSpPr>
          <p:spPr>
            <a:xfrm>
              <a:off x="2527200" y="5154400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0"/>
                  </a:moveTo>
                  <a:cubicBezTo>
                    <a:pt x="2002" y="1702"/>
                    <a:pt x="0" y="6538"/>
                    <a:pt x="2569" y="6538"/>
                  </a:cubicBezTo>
                  <a:cubicBezTo>
                    <a:pt x="5137" y="6538"/>
                    <a:pt x="3269" y="1802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Google Shape;994;p5"/>
            <p:cNvSpPr/>
            <p:nvPr/>
          </p:nvSpPr>
          <p:spPr>
            <a:xfrm>
              <a:off x="6433425" y="433547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1969" y="1668"/>
                    <a:pt x="1" y="6505"/>
                    <a:pt x="2569" y="6505"/>
                  </a:cubicBezTo>
                  <a:cubicBezTo>
                    <a:pt x="5138" y="6505"/>
                    <a:pt x="3236" y="1769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Google Shape;995;p5"/>
            <p:cNvSpPr/>
            <p:nvPr/>
          </p:nvSpPr>
          <p:spPr>
            <a:xfrm>
              <a:off x="8765925" y="4699075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1969" y="1702"/>
                    <a:pt x="0" y="6505"/>
                    <a:pt x="2569" y="6505"/>
                  </a:cubicBezTo>
                  <a:cubicBezTo>
                    <a:pt x="5137" y="6505"/>
                    <a:pt x="3236" y="1802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Google Shape;996;p5"/>
            <p:cNvSpPr/>
            <p:nvPr/>
          </p:nvSpPr>
          <p:spPr>
            <a:xfrm>
              <a:off x="5255075" y="4180375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2002" y="1668"/>
                    <a:pt x="1" y="6505"/>
                    <a:pt x="2569" y="6505"/>
                  </a:cubicBezTo>
                  <a:cubicBezTo>
                    <a:pt x="5138" y="6505"/>
                    <a:pt x="3270" y="1801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Google Shape;997;p5"/>
            <p:cNvSpPr/>
            <p:nvPr/>
          </p:nvSpPr>
          <p:spPr>
            <a:xfrm>
              <a:off x="7168125" y="4490600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2002" y="1701"/>
                    <a:pt x="0" y="6505"/>
                    <a:pt x="2569" y="6505"/>
                  </a:cubicBezTo>
                  <a:cubicBezTo>
                    <a:pt x="5137" y="6505"/>
                    <a:pt x="3269" y="1801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5"/>
            <p:cNvSpPr/>
            <p:nvPr/>
          </p:nvSpPr>
          <p:spPr>
            <a:xfrm>
              <a:off x="5957250" y="4409700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0"/>
                  </a:moveTo>
                  <a:cubicBezTo>
                    <a:pt x="2002" y="1668"/>
                    <a:pt x="1" y="6505"/>
                    <a:pt x="2569" y="6505"/>
                  </a:cubicBezTo>
                  <a:cubicBezTo>
                    <a:pt x="5138" y="6505"/>
                    <a:pt x="3270" y="1802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Google Shape;999;p5"/>
            <p:cNvSpPr/>
            <p:nvPr/>
          </p:nvSpPr>
          <p:spPr>
            <a:xfrm>
              <a:off x="7984525" y="4383850"/>
              <a:ext cx="131800" cy="167650"/>
            </a:xfrm>
            <a:custGeom>
              <a:avLst/>
              <a:gdLst/>
              <a:ahLst/>
              <a:cxnLst/>
              <a:rect l="l" t="t" r="r" b="b"/>
              <a:pathLst>
                <a:path w="5272" h="6706" extrusionOk="0">
                  <a:moveTo>
                    <a:pt x="2636" y="0"/>
                  </a:moveTo>
                  <a:cubicBezTo>
                    <a:pt x="2036" y="1735"/>
                    <a:pt x="1" y="6705"/>
                    <a:pt x="2636" y="6705"/>
                  </a:cubicBezTo>
                  <a:cubicBezTo>
                    <a:pt x="5271" y="6705"/>
                    <a:pt x="3337" y="1835"/>
                    <a:pt x="2636" y="0"/>
                  </a:cubicBezTo>
                  <a:close/>
                </a:path>
              </a:pathLst>
            </a:custGeom>
            <a:solidFill>
              <a:srgbClr val="191919">
                <a:alpha val="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Google Shape;1000;p5"/>
            <p:cNvSpPr/>
            <p:nvPr/>
          </p:nvSpPr>
          <p:spPr>
            <a:xfrm>
              <a:off x="6948800" y="5154400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0"/>
                  </a:moveTo>
                  <a:cubicBezTo>
                    <a:pt x="2002" y="1702"/>
                    <a:pt x="0" y="6538"/>
                    <a:pt x="2569" y="6538"/>
                  </a:cubicBezTo>
                  <a:cubicBezTo>
                    <a:pt x="5137" y="6538"/>
                    <a:pt x="3269" y="1802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Google Shape;1001;p5"/>
            <p:cNvSpPr/>
            <p:nvPr/>
          </p:nvSpPr>
          <p:spPr>
            <a:xfrm>
              <a:off x="5451150" y="4964050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1" y="6539"/>
                    <a:pt x="2569" y="6539"/>
                  </a:cubicBezTo>
                  <a:cubicBezTo>
                    <a:pt x="5138" y="6539"/>
                    <a:pt x="3270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Google Shape;1002;p5"/>
            <p:cNvSpPr/>
            <p:nvPr/>
          </p:nvSpPr>
          <p:spPr>
            <a:xfrm flipH="1">
              <a:off x="1284675" y="4945913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669"/>
                    <a:pt x="1" y="6506"/>
                    <a:pt x="2569" y="6506"/>
                  </a:cubicBezTo>
                  <a:cubicBezTo>
                    <a:pt x="5138" y="6506"/>
                    <a:pt x="3270" y="1769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5"/>
            <p:cNvSpPr/>
            <p:nvPr/>
          </p:nvSpPr>
          <p:spPr>
            <a:xfrm>
              <a:off x="8137025" y="4935900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1969" y="1669"/>
                    <a:pt x="1" y="6505"/>
                    <a:pt x="2569" y="6505"/>
                  </a:cubicBezTo>
                  <a:cubicBezTo>
                    <a:pt x="5138" y="6505"/>
                    <a:pt x="3237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5"/>
            <p:cNvSpPr/>
            <p:nvPr/>
          </p:nvSpPr>
          <p:spPr>
            <a:xfrm>
              <a:off x="3721363" y="489252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1969" y="1669"/>
                    <a:pt x="1" y="6505"/>
                    <a:pt x="2569" y="6505"/>
                  </a:cubicBezTo>
                  <a:cubicBezTo>
                    <a:pt x="5138" y="6505"/>
                    <a:pt x="3237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05" name="Google Shape;1005;p5"/>
          <p:cNvGrpSpPr/>
          <p:nvPr/>
        </p:nvGrpSpPr>
        <p:grpSpPr>
          <a:xfrm>
            <a:off x="-779296" y="4550554"/>
            <a:ext cx="3369488" cy="1707138"/>
            <a:chOff x="-2125575" y="3574325"/>
            <a:chExt cx="3624275" cy="1836225"/>
          </a:xfrm>
        </p:grpSpPr>
        <p:sp>
          <p:nvSpPr>
            <p:cNvPr id="1006" name="Google Shape;1006;p5"/>
            <p:cNvSpPr/>
            <p:nvPr/>
          </p:nvSpPr>
          <p:spPr>
            <a:xfrm>
              <a:off x="-2125575" y="3857025"/>
              <a:ext cx="1777125" cy="1163775"/>
            </a:xfrm>
            <a:custGeom>
              <a:avLst/>
              <a:gdLst/>
              <a:ahLst/>
              <a:cxnLst/>
              <a:rect l="l" t="t" r="r" b="b"/>
              <a:pathLst>
                <a:path w="71085" h="46551" extrusionOk="0">
                  <a:moveTo>
                    <a:pt x="71051" y="1"/>
                  </a:moveTo>
                  <a:cubicBezTo>
                    <a:pt x="59209" y="601"/>
                    <a:pt x="18213" y="15879"/>
                    <a:pt x="1301" y="29722"/>
                  </a:cubicBezTo>
                  <a:cubicBezTo>
                    <a:pt x="100" y="30723"/>
                    <a:pt x="0" y="32524"/>
                    <a:pt x="1101" y="33625"/>
                  </a:cubicBezTo>
                  <a:cubicBezTo>
                    <a:pt x="3569" y="36060"/>
                    <a:pt x="5371" y="39762"/>
                    <a:pt x="5904" y="44166"/>
                  </a:cubicBezTo>
                  <a:cubicBezTo>
                    <a:pt x="6057" y="45630"/>
                    <a:pt x="7285" y="46551"/>
                    <a:pt x="8555" y="46551"/>
                  </a:cubicBezTo>
                  <a:cubicBezTo>
                    <a:pt x="9222" y="46551"/>
                    <a:pt x="9901" y="46296"/>
                    <a:pt x="10441" y="45733"/>
                  </a:cubicBezTo>
                  <a:cubicBezTo>
                    <a:pt x="24151" y="31390"/>
                    <a:pt x="50203" y="12610"/>
                    <a:pt x="71051" y="568"/>
                  </a:cubicBezTo>
                  <a:cubicBezTo>
                    <a:pt x="71051" y="401"/>
                    <a:pt x="71051" y="201"/>
                    <a:pt x="7108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Google Shape;1007;p5"/>
            <p:cNvSpPr/>
            <p:nvPr/>
          </p:nvSpPr>
          <p:spPr>
            <a:xfrm>
              <a:off x="-1877075" y="3871200"/>
              <a:ext cx="1529450" cy="1427300"/>
            </a:xfrm>
            <a:custGeom>
              <a:avLst/>
              <a:gdLst/>
              <a:ahLst/>
              <a:cxnLst/>
              <a:rect l="l" t="t" r="r" b="b"/>
              <a:pathLst>
                <a:path w="61178" h="57092" extrusionOk="0">
                  <a:moveTo>
                    <a:pt x="61111" y="1"/>
                  </a:moveTo>
                  <a:cubicBezTo>
                    <a:pt x="40830" y="11709"/>
                    <a:pt x="15678" y="29789"/>
                    <a:pt x="1668" y="43932"/>
                  </a:cubicBezTo>
                  <a:cubicBezTo>
                    <a:pt x="1" y="45633"/>
                    <a:pt x="1235" y="48435"/>
                    <a:pt x="3603" y="48435"/>
                  </a:cubicBezTo>
                  <a:cubicBezTo>
                    <a:pt x="10441" y="48469"/>
                    <a:pt x="18947" y="51604"/>
                    <a:pt x="23250" y="56208"/>
                  </a:cubicBezTo>
                  <a:cubicBezTo>
                    <a:pt x="23794" y="56806"/>
                    <a:pt x="24517" y="57091"/>
                    <a:pt x="25231" y="57091"/>
                  </a:cubicBezTo>
                  <a:cubicBezTo>
                    <a:pt x="26228" y="57091"/>
                    <a:pt x="27207" y="56537"/>
                    <a:pt x="27654" y="55507"/>
                  </a:cubicBezTo>
                  <a:cubicBezTo>
                    <a:pt x="34525" y="39529"/>
                    <a:pt x="48001" y="18180"/>
                    <a:pt x="61178" y="101"/>
                  </a:cubicBezTo>
                  <a:cubicBezTo>
                    <a:pt x="61144" y="34"/>
                    <a:pt x="61144" y="67"/>
                    <a:pt x="611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Google Shape;1008;p5"/>
            <p:cNvSpPr/>
            <p:nvPr/>
          </p:nvSpPr>
          <p:spPr>
            <a:xfrm>
              <a:off x="-1190400" y="3877050"/>
              <a:ext cx="858600" cy="1520275"/>
            </a:xfrm>
            <a:custGeom>
              <a:avLst/>
              <a:gdLst/>
              <a:ahLst/>
              <a:cxnLst/>
              <a:rect l="l" t="t" r="r" b="b"/>
              <a:pathLst>
                <a:path w="34344" h="60811" extrusionOk="0">
                  <a:moveTo>
                    <a:pt x="33610" y="0"/>
                  </a:moveTo>
                  <a:lnTo>
                    <a:pt x="33610" y="0"/>
                  </a:lnTo>
                  <a:cubicBezTo>
                    <a:pt x="20868" y="17479"/>
                    <a:pt x="7859" y="38027"/>
                    <a:pt x="820" y="53805"/>
                  </a:cubicBezTo>
                  <a:cubicBezTo>
                    <a:pt x="1" y="55627"/>
                    <a:pt x="1392" y="57532"/>
                    <a:pt x="3259" y="57532"/>
                  </a:cubicBezTo>
                  <a:cubicBezTo>
                    <a:pt x="3442" y="57532"/>
                    <a:pt x="3631" y="57514"/>
                    <a:pt x="3823" y="57475"/>
                  </a:cubicBezTo>
                  <a:cubicBezTo>
                    <a:pt x="5960" y="57013"/>
                    <a:pt x="8473" y="56796"/>
                    <a:pt x="11131" y="56796"/>
                  </a:cubicBezTo>
                  <a:cubicBezTo>
                    <a:pt x="17887" y="56796"/>
                    <a:pt x="25582" y="58197"/>
                    <a:pt x="30442" y="60543"/>
                  </a:cubicBezTo>
                  <a:cubicBezTo>
                    <a:pt x="30815" y="60727"/>
                    <a:pt x="31200" y="60811"/>
                    <a:pt x="31574" y="60811"/>
                  </a:cubicBezTo>
                  <a:cubicBezTo>
                    <a:pt x="33038" y="60811"/>
                    <a:pt x="34344" y="59529"/>
                    <a:pt x="34211" y="57908"/>
                  </a:cubicBezTo>
                  <a:cubicBezTo>
                    <a:pt x="32443" y="37794"/>
                    <a:pt x="32777" y="16745"/>
                    <a:pt x="336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Google Shape;1009;p5"/>
            <p:cNvSpPr/>
            <p:nvPr/>
          </p:nvSpPr>
          <p:spPr>
            <a:xfrm>
              <a:off x="-334300" y="3856200"/>
              <a:ext cx="1833000" cy="1095200"/>
            </a:xfrm>
            <a:custGeom>
              <a:avLst/>
              <a:gdLst/>
              <a:ahLst/>
              <a:cxnLst/>
              <a:rect l="l" t="t" r="r" b="b"/>
              <a:pathLst>
                <a:path w="73320" h="43808" extrusionOk="0">
                  <a:moveTo>
                    <a:pt x="100" y="0"/>
                  </a:moveTo>
                  <a:lnTo>
                    <a:pt x="0" y="334"/>
                  </a:lnTo>
                  <a:cubicBezTo>
                    <a:pt x="23450" y="12276"/>
                    <a:pt x="51837" y="29588"/>
                    <a:pt x="67248" y="43131"/>
                  </a:cubicBezTo>
                  <a:cubicBezTo>
                    <a:pt x="67767" y="43597"/>
                    <a:pt x="68383" y="43807"/>
                    <a:pt x="68988" y="43807"/>
                  </a:cubicBezTo>
                  <a:cubicBezTo>
                    <a:pt x="70289" y="43807"/>
                    <a:pt x="71538" y="42833"/>
                    <a:pt x="71651" y="41330"/>
                  </a:cubicBezTo>
                  <a:cubicBezTo>
                    <a:pt x="71818" y="38961"/>
                    <a:pt x="72218" y="36326"/>
                    <a:pt x="72986" y="34125"/>
                  </a:cubicBezTo>
                  <a:cubicBezTo>
                    <a:pt x="73319" y="33091"/>
                    <a:pt x="73052" y="31956"/>
                    <a:pt x="72252" y="31256"/>
                  </a:cubicBezTo>
                  <a:cubicBezTo>
                    <a:pt x="56274" y="16712"/>
                    <a:pt x="11275" y="0"/>
                    <a:pt x="10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Google Shape;1010;p5"/>
            <p:cNvSpPr/>
            <p:nvPr/>
          </p:nvSpPr>
          <p:spPr>
            <a:xfrm>
              <a:off x="-338475" y="3862875"/>
              <a:ext cx="1687900" cy="1388950"/>
            </a:xfrm>
            <a:custGeom>
              <a:avLst/>
              <a:gdLst/>
              <a:ahLst/>
              <a:cxnLst/>
              <a:rect l="l" t="t" r="r" b="b"/>
              <a:pathLst>
                <a:path w="67516" h="55558" extrusionOk="0">
                  <a:moveTo>
                    <a:pt x="67" y="0"/>
                  </a:moveTo>
                  <a:cubicBezTo>
                    <a:pt x="34" y="67"/>
                    <a:pt x="34" y="33"/>
                    <a:pt x="0" y="67"/>
                  </a:cubicBezTo>
                  <a:cubicBezTo>
                    <a:pt x="16979" y="16979"/>
                    <a:pt x="36593" y="38361"/>
                    <a:pt x="44466" y="54072"/>
                  </a:cubicBezTo>
                  <a:cubicBezTo>
                    <a:pt x="44945" y="55049"/>
                    <a:pt x="45883" y="55558"/>
                    <a:pt x="46835" y="55558"/>
                  </a:cubicBezTo>
                  <a:cubicBezTo>
                    <a:pt x="47605" y="55558"/>
                    <a:pt x="48384" y="55225"/>
                    <a:pt x="48935" y="54539"/>
                  </a:cubicBezTo>
                  <a:cubicBezTo>
                    <a:pt x="53238" y="49135"/>
                    <a:pt x="58676" y="46367"/>
                    <a:pt x="64080" y="46033"/>
                  </a:cubicBezTo>
                  <a:cubicBezTo>
                    <a:pt x="66481" y="45900"/>
                    <a:pt x="67515" y="42931"/>
                    <a:pt x="65681" y="41363"/>
                  </a:cubicBezTo>
                  <a:cubicBezTo>
                    <a:pt x="49936" y="28053"/>
                    <a:pt x="22650" y="11508"/>
                    <a:pt x="6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Google Shape;1011;p5"/>
            <p:cNvSpPr/>
            <p:nvPr/>
          </p:nvSpPr>
          <p:spPr>
            <a:xfrm>
              <a:off x="-379350" y="3864525"/>
              <a:ext cx="1148675" cy="1546025"/>
            </a:xfrm>
            <a:custGeom>
              <a:avLst/>
              <a:gdLst/>
              <a:ahLst/>
              <a:cxnLst/>
              <a:rect l="l" t="t" r="r" b="b"/>
              <a:pathLst>
                <a:path w="45947" h="61841" extrusionOk="0">
                  <a:moveTo>
                    <a:pt x="1635" y="1"/>
                  </a:moveTo>
                  <a:cubicBezTo>
                    <a:pt x="1602" y="34"/>
                    <a:pt x="1569" y="34"/>
                    <a:pt x="1502" y="34"/>
                  </a:cubicBezTo>
                  <a:cubicBezTo>
                    <a:pt x="1402" y="168"/>
                    <a:pt x="1302" y="334"/>
                    <a:pt x="1168" y="501"/>
                  </a:cubicBezTo>
                  <a:cubicBezTo>
                    <a:pt x="301" y="17547"/>
                    <a:pt x="1" y="38995"/>
                    <a:pt x="1869" y="59443"/>
                  </a:cubicBezTo>
                  <a:cubicBezTo>
                    <a:pt x="1989" y="60884"/>
                    <a:pt x="3215" y="61841"/>
                    <a:pt x="4515" y="61841"/>
                  </a:cubicBezTo>
                  <a:cubicBezTo>
                    <a:pt x="5021" y="61841"/>
                    <a:pt x="5538" y="61696"/>
                    <a:pt x="6005" y="61378"/>
                  </a:cubicBezTo>
                  <a:cubicBezTo>
                    <a:pt x="12280" y="57075"/>
                    <a:pt x="22400" y="54418"/>
                    <a:pt x="31722" y="54418"/>
                  </a:cubicBezTo>
                  <a:cubicBezTo>
                    <a:pt x="35335" y="54418"/>
                    <a:pt x="38828" y="54817"/>
                    <a:pt x="41931" y="55674"/>
                  </a:cubicBezTo>
                  <a:cubicBezTo>
                    <a:pt x="42172" y="55738"/>
                    <a:pt x="42409" y="55768"/>
                    <a:pt x="42637" y="55768"/>
                  </a:cubicBezTo>
                  <a:cubicBezTo>
                    <a:pt x="44562" y="55768"/>
                    <a:pt x="45947" y="53653"/>
                    <a:pt x="44933" y="51805"/>
                  </a:cubicBezTo>
                  <a:cubicBezTo>
                    <a:pt x="36427" y="36360"/>
                    <a:pt x="17847" y="16112"/>
                    <a:pt x="16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012" name="Google Shape;1012;p5"/>
            <p:cNvGrpSpPr/>
            <p:nvPr/>
          </p:nvGrpSpPr>
          <p:grpSpPr>
            <a:xfrm>
              <a:off x="-2125575" y="3574325"/>
              <a:ext cx="3624275" cy="1836225"/>
              <a:chOff x="-4100775" y="3456250"/>
              <a:chExt cx="3624275" cy="1836225"/>
            </a:xfrm>
          </p:grpSpPr>
          <p:sp>
            <p:nvSpPr>
              <p:cNvPr id="1013" name="Google Shape;1013;p5"/>
              <p:cNvSpPr/>
              <p:nvPr/>
            </p:nvSpPr>
            <p:spPr>
              <a:xfrm>
                <a:off x="-4100775" y="3738950"/>
                <a:ext cx="1777125" cy="1163775"/>
              </a:xfrm>
              <a:custGeom>
                <a:avLst/>
                <a:gdLst/>
                <a:ahLst/>
                <a:cxnLst/>
                <a:rect l="l" t="t" r="r" b="b"/>
                <a:pathLst>
                  <a:path w="71085" h="46551" extrusionOk="0">
                    <a:moveTo>
                      <a:pt x="71051" y="1"/>
                    </a:moveTo>
                    <a:cubicBezTo>
                      <a:pt x="59209" y="601"/>
                      <a:pt x="18213" y="15879"/>
                      <a:pt x="1301" y="29722"/>
                    </a:cubicBezTo>
                    <a:cubicBezTo>
                      <a:pt x="100" y="30723"/>
                      <a:pt x="0" y="32524"/>
                      <a:pt x="1101" y="33625"/>
                    </a:cubicBezTo>
                    <a:cubicBezTo>
                      <a:pt x="3569" y="36060"/>
                      <a:pt x="5371" y="39762"/>
                      <a:pt x="5904" y="44166"/>
                    </a:cubicBezTo>
                    <a:cubicBezTo>
                      <a:pt x="6057" y="45630"/>
                      <a:pt x="7285" y="46551"/>
                      <a:pt x="8555" y="46551"/>
                    </a:cubicBezTo>
                    <a:cubicBezTo>
                      <a:pt x="9222" y="46551"/>
                      <a:pt x="9901" y="46296"/>
                      <a:pt x="10441" y="45733"/>
                    </a:cubicBezTo>
                    <a:cubicBezTo>
                      <a:pt x="24151" y="31390"/>
                      <a:pt x="50203" y="12610"/>
                      <a:pt x="71051" y="568"/>
                    </a:cubicBezTo>
                    <a:cubicBezTo>
                      <a:pt x="71051" y="401"/>
                      <a:pt x="71051" y="201"/>
                      <a:pt x="71084" y="1"/>
                    </a:cubicBezTo>
                    <a:close/>
                  </a:path>
                </a:pathLst>
              </a:custGeom>
              <a:solidFill>
                <a:srgbClr val="191919">
                  <a:alpha val="284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4" name="Google Shape;1014;p5"/>
              <p:cNvSpPr/>
              <p:nvPr/>
            </p:nvSpPr>
            <p:spPr>
              <a:xfrm>
                <a:off x="-3852275" y="3753125"/>
                <a:ext cx="1529450" cy="1427300"/>
              </a:xfrm>
              <a:custGeom>
                <a:avLst/>
                <a:gdLst/>
                <a:ahLst/>
                <a:cxnLst/>
                <a:rect l="l" t="t" r="r" b="b"/>
                <a:pathLst>
                  <a:path w="61178" h="57092" extrusionOk="0">
                    <a:moveTo>
                      <a:pt x="61111" y="1"/>
                    </a:moveTo>
                    <a:cubicBezTo>
                      <a:pt x="40830" y="11709"/>
                      <a:pt x="15678" y="29789"/>
                      <a:pt x="1668" y="43932"/>
                    </a:cubicBezTo>
                    <a:cubicBezTo>
                      <a:pt x="1" y="45633"/>
                      <a:pt x="1235" y="48435"/>
                      <a:pt x="3603" y="48435"/>
                    </a:cubicBezTo>
                    <a:cubicBezTo>
                      <a:pt x="10441" y="48469"/>
                      <a:pt x="18947" y="51604"/>
                      <a:pt x="23250" y="56208"/>
                    </a:cubicBezTo>
                    <a:cubicBezTo>
                      <a:pt x="23794" y="56806"/>
                      <a:pt x="24517" y="57091"/>
                      <a:pt x="25231" y="57091"/>
                    </a:cubicBezTo>
                    <a:cubicBezTo>
                      <a:pt x="26228" y="57091"/>
                      <a:pt x="27207" y="56537"/>
                      <a:pt x="27654" y="55507"/>
                    </a:cubicBezTo>
                    <a:cubicBezTo>
                      <a:pt x="34525" y="39529"/>
                      <a:pt x="48001" y="18180"/>
                      <a:pt x="61178" y="101"/>
                    </a:cubicBezTo>
                    <a:cubicBezTo>
                      <a:pt x="61144" y="34"/>
                      <a:pt x="61144" y="67"/>
                      <a:pt x="61111" y="1"/>
                    </a:cubicBezTo>
                    <a:close/>
                  </a:path>
                </a:pathLst>
              </a:custGeom>
              <a:solidFill>
                <a:srgbClr val="191919">
                  <a:alpha val="189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5" name="Google Shape;1015;p5"/>
              <p:cNvSpPr/>
              <p:nvPr/>
            </p:nvSpPr>
            <p:spPr>
              <a:xfrm>
                <a:off x="-3165600" y="3758975"/>
                <a:ext cx="858600" cy="1520275"/>
              </a:xfrm>
              <a:custGeom>
                <a:avLst/>
                <a:gdLst/>
                <a:ahLst/>
                <a:cxnLst/>
                <a:rect l="l" t="t" r="r" b="b"/>
                <a:pathLst>
                  <a:path w="34344" h="60811" extrusionOk="0">
                    <a:moveTo>
                      <a:pt x="33610" y="0"/>
                    </a:moveTo>
                    <a:lnTo>
                      <a:pt x="33610" y="0"/>
                    </a:lnTo>
                    <a:cubicBezTo>
                      <a:pt x="20868" y="17479"/>
                      <a:pt x="7859" y="38027"/>
                      <a:pt x="820" y="53805"/>
                    </a:cubicBezTo>
                    <a:cubicBezTo>
                      <a:pt x="1" y="55627"/>
                      <a:pt x="1392" y="57532"/>
                      <a:pt x="3259" y="57532"/>
                    </a:cubicBezTo>
                    <a:cubicBezTo>
                      <a:pt x="3442" y="57532"/>
                      <a:pt x="3631" y="57514"/>
                      <a:pt x="3823" y="57475"/>
                    </a:cubicBezTo>
                    <a:cubicBezTo>
                      <a:pt x="5960" y="57013"/>
                      <a:pt x="8473" y="56796"/>
                      <a:pt x="11131" y="56796"/>
                    </a:cubicBezTo>
                    <a:cubicBezTo>
                      <a:pt x="17887" y="56796"/>
                      <a:pt x="25582" y="58197"/>
                      <a:pt x="30442" y="60543"/>
                    </a:cubicBezTo>
                    <a:cubicBezTo>
                      <a:pt x="30815" y="60727"/>
                      <a:pt x="31200" y="60811"/>
                      <a:pt x="31574" y="60811"/>
                    </a:cubicBezTo>
                    <a:cubicBezTo>
                      <a:pt x="33038" y="60811"/>
                      <a:pt x="34344" y="59529"/>
                      <a:pt x="34211" y="57908"/>
                    </a:cubicBezTo>
                    <a:cubicBezTo>
                      <a:pt x="32443" y="37794"/>
                      <a:pt x="32777" y="16745"/>
                      <a:pt x="33610" y="0"/>
                    </a:cubicBezTo>
                    <a:close/>
                  </a:path>
                </a:pathLst>
              </a:custGeom>
              <a:solidFill>
                <a:srgbClr val="191919">
                  <a:alpha val="150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6" name="Google Shape;1016;p5"/>
              <p:cNvSpPr/>
              <p:nvPr/>
            </p:nvSpPr>
            <p:spPr>
              <a:xfrm>
                <a:off x="-2309500" y="3738125"/>
                <a:ext cx="1833000" cy="1095200"/>
              </a:xfrm>
              <a:custGeom>
                <a:avLst/>
                <a:gdLst/>
                <a:ahLst/>
                <a:cxnLst/>
                <a:rect l="l" t="t" r="r" b="b"/>
                <a:pathLst>
                  <a:path w="73320" h="43808" extrusionOk="0">
                    <a:moveTo>
                      <a:pt x="100" y="0"/>
                    </a:moveTo>
                    <a:lnTo>
                      <a:pt x="0" y="334"/>
                    </a:lnTo>
                    <a:cubicBezTo>
                      <a:pt x="23450" y="12276"/>
                      <a:pt x="51837" y="29588"/>
                      <a:pt x="67248" y="43131"/>
                    </a:cubicBezTo>
                    <a:cubicBezTo>
                      <a:pt x="67767" y="43597"/>
                      <a:pt x="68383" y="43807"/>
                      <a:pt x="68988" y="43807"/>
                    </a:cubicBezTo>
                    <a:cubicBezTo>
                      <a:pt x="70289" y="43807"/>
                      <a:pt x="71538" y="42833"/>
                      <a:pt x="71651" y="41330"/>
                    </a:cubicBezTo>
                    <a:cubicBezTo>
                      <a:pt x="71818" y="38961"/>
                      <a:pt x="72218" y="36326"/>
                      <a:pt x="72986" y="34125"/>
                    </a:cubicBezTo>
                    <a:cubicBezTo>
                      <a:pt x="73319" y="33091"/>
                      <a:pt x="73052" y="31956"/>
                      <a:pt x="72252" y="31256"/>
                    </a:cubicBezTo>
                    <a:cubicBezTo>
                      <a:pt x="56274" y="16712"/>
                      <a:pt x="11275" y="0"/>
                      <a:pt x="100" y="0"/>
                    </a:cubicBezTo>
                    <a:close/>
                  </a:path>
                </a:pathLst>
              </a:custGeom>
              <a:solidFill>
                <a:srgbClr val="191919">
                  <a:alpha val="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7" name="Google Shape;1017;p5"/>
              <p:cNvSpPr/>
              <p:nvPr/>
            </p:nvSpPr>
            <p:spPr>
              <a:xfrm>
                <a:off x="-2313675" y="3744800"/>
                <a:ext cx="1687900" cy="1388950"/>
              </a:xfrm>
              <a:custGeom>
                <a:avLst/>
                <a:gdLst/>
                <a:ahLst/>
                <a:cxnLst/>
                <a:rect l="l" t="t" r="r" b="b"/>
                <a:pathLst>
                  <a:path w="67516" h="55558" extrusionOk="0">
                    <a:moveTo>
                      <a:pt x="67" y="0"/>
                    </a:moveTo>
                    <a:cubicBezTo>
                      <a:pt x="34" y="67"/>
                      <a:pt x="34" y="33"/>
                      <a:pt x="0" y="67"/>
                    </a:cubicBezTo>
                    <a:cubicBezTo>
                      <a:pt x="16979" y="16979"/>
                      <a:pt x="36593" y="38361"/>
                      <a:pt x="44466" y="54072"/>
                    </a:cubicBezTo>
                    <a:cubicBezTo>
                      <a:pt x="44945" y="55049"/>
                      <a:pt x="45883" y="55558"/>
                      <a:pt x="46835" y="55558"/>
                    </a:cubicBezTo>
                    <a:cubicBezTo>
                      <a:pt x="47605" y="55558"/>
                      <a:pt x="48384" y="55225"/>
                      <a:pt x="48935" y="54539"/>
                    </a:cubicBezTo>
                    <a:cubicBezTo>
                      <a:pt x="53238" y="49135"/>
                      <a:pt x="58676" y="46367"/>
                      <a:pt x="64080" y="46033"/>
                    </a:cubicBezTo>
                    <a:cubicBezTo>
                      <a:pt x="66481" y="45900"/>
                      <a:pt x="67515" y="42931"/>
                      <a:pt x="65681" y="41363"/>
                    </a:cubicBezTo>
                    <a:cubicBezTo>
                      <a:pt x="49936" y="28053"/>
                      <a:pt x="22650" y="11508"/>
                      <a:pt x="67" y="0"/>
                    </a:cubicBezTo>
                    <a:close/>
                  </a:path>
                </a:pathLst>
              </a:custGeom>
              <a:solidFill>
                <a:srgbClr val="191919">
                  <a:alpha val="61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8" name="Google Shape;1018;p5"/>
              <p:cNvSpPr/>
              <p:nvPr/>
            </p:nvSpPr>
            <p:spPr>
              <a:xfrm>
                <a:off x="-2354550" y="3746450"/>
                <a:ext cx="1148675" cy="1546025"/>
              </a:xfrm>
              <a:custGeom>
                <a:avLst/>
                <a:gdLst/>
                <a:ahLst/>
                <a:cxnLst/>
                <a:rect l="l" t="t" r="r" b="b"/>
                <a:pathLst>
                  <a:path w="45947" h="61841" extrusionOk="0">
                    <a:moveTo>
                      <a:pt x="1635" y="1"/>
                    </a:moveTo>
                    <a:cubicBezTo>
                      <a:pt x="1602" y="34"/>
                      <a:pt x="1569" y="34"/>
                      <a:pt x="1502" y="34"/>
                    </a:cubicBezTo>
                    <a:cubicBezTo>
                      <a:pt x="1402" y="168"/>
                      <a:pt x="1302" y="334"/>
                      <a:pt x="1168" y="501"/>
                    </a:cubicBezTo>
                    <a:cubicBezTo>
                      <a:pt x="301" y="17547"/>
                      <a:pt x="1" y="38995"/>
                      <a:pt x="1869" y="59443"/>
                    </a:cubicBezTo>
                    <a:cubicBezTo>
                      <a:pt x="1989" y="60884"/>
                      <a:pt x="3215" y="61841"/>
                      <a:pt x="4515" y="61841"/>
                    </a:cubicBezTo>
                    <a:cubicBezTo>
                      <a:pt x="5021" y="61841"/>
                      <a:pt x="5538" y="61696"/>
                      <a:pt x="6005" y="61378"/>
                    </a:cubicBezTo>
                    <a:cubicBezTo>
                      <a:pt x="12280" y="57075"/>
                      <a:pt x="22400" y="54418"/>
                      <a:pt x="31722" y="54418"/>
                    </a:cubicBezTo>
                    <a:cubicBezTo>
                      <a:pt x="35335" y="54418"/>
                      <a:pt x="38828" y="54817"/>
                      <a:pt x="41931" y="55674"/>
                    </a:cubicBezTo>
                    <a:cubicBezTo>
                      <a:pt x="42172" y="55738"/>
                      <a:pt x="42409" y="55768"/>
                      <a:pt x="42637" y="55768"/>
                    </a:cubicBezTo>
                    <a:cubicBezTo>
                      <a:pt x="44562" y="55768"/>
                      <a:pt x="45947" y="53653"/>
                      <a:pt x="44933" y="51805"/>
                    </a:cubicBezTo>
                    <a:cubicBezTo>
                      <a:pt x="36427" y="36360"/>
                      <a:pt x="17847" y="16112"/>
                      <a:pt x="1635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9" name="Google Shape;1019;p5"/>
              <p:cNvSpPr/>
              <p:nvPr/>
            </p:nvSpPr>
            <p:spPr>
              <a:xfrm>
                <a:off x="-4100775" y="3738950"/>
                <a:ext cx="2249125" cy="1553525"/>
              </a:xfrm>
              <a:custGeom>
                <a:avLst/>
                <a:gdLst/>
                <a:ahLst/>
                <a:cxnLst/>
                <a:rect l="l" t="t" r="r" b="b"/>
                <a:pathLst>
                  <a:path w="89965" h="62141" extrusionOk="0">
                    <a:moveTo>
                      <a:pt x="71585" y="58242"/>
                    </a:moveTo>
                    <a:lnTo>
                      <a:pt x="71585" y="58242"/>
                    </a:lnTo>
                    <a:cubicBezTo>
                      <a:pt x="71590" y="58323"/>
                      <a:pt x="71595" y="58404"/>
                      <a:pt x="71601" y="58485"/>
                    </a:cubicBezTo>
                    <a:lnTo>
                      <a:pt x="71601" y="58485"/>
                    </a:lnTo>
                    <a:cubicBezTo>
                      <a:pt x="71593" y="58407"/>
                      <a:pt x="71585" y="58324"/>
                      <a:pt x="71585" y="58242"/>
                    </a:cubicBezTo>
                    <a:close/>
                    <a:moveTo>
                      <a:pt x="71017" y="1"/>
                    </a:moveTo>
                    <a:lnTo>
                      <a:pt x="71017" y="1"/>
                    </a:lnTo>
                    <a:cubicBezTo>
                      <a:pt x="59142" y="634"/>
                      <a:pt x="18180" y="15879"/>
                      <a:pt x="1301" y="29722"/>
                    </a:cubicBezTo>
                    <a:cubicBezTo>
                      <a:pt x="100" y="30723"/>
                      <a:pt x="0" y="32524"/>
                      <a:pt x="1101" y="33625"/>
                    </a:cubicBezTo>
                    <a:cubicBezTo>
                      <a:pt x="3569" y="36060"/>
                      <a:pt x="5371" y="39762"/>
                      <a:pt x="5871" y="44166"/>
                    </a:cubicBezTo>
                    <a:cubicBezTo>
                      <a:pt x="6046" y="45630"/>
                      <a:pt x="7281" y="46551"/>
                      <a:pt x="8544" y="46551"/>
                    </a:cubicBezTo>
                    <a:cubicBezTo>
                      <a:pt x="9208" y="46551"/>
                      <a:pt x="9879" y="46296"/>
                      <a:pt x="10408" y="45733"/>
                    </a:cubicBezTo>
                    <a:cubicBezTo>
                      <a:pt x="10808" y="45333"/>
                      <a:pt x="11208" y="44933"/>
                      <a:pt x="11608" y="44532"/>
                    </a:cubicBezTo>
                    <a:lnTo>
                      <a:pt x="11608" y="44532"/>
                    </a:lnTo>
                    <a:cubicBezTo>
                      <a:pt x="9974" y="46200"/>
                      <a:pt x="11175" y="49002"/>
                      <a:pt x="13543" y="49002"/>
                    </a:cubicBezTo>
                    <a:cubicBezTo>
                      <a:pt x="20381" y="49036"/>
                      <a:pt x="28887" y="52171"/>
                      <a:pt x="33190" y="56775"/>
                    </a:cubicBezTo>
                    <a:cubicBezTo>
                      <a:pt x="33734" y="57373"/>
                      <a:pt x="34457" y="57658"/>
                      <a:pt x="35171" y="57658"/>
                    </a:cubicBezTo>
                    <a:cubicBezTo>
                      <a:pt x="36168" y="57658"/>
                      <a:pt x="37147" y="57104"/>
                      <a:pt x="37594" y="56074"/>
                    </a:cubicBezTo>
                    <a:cubicBezTo>
                      <a:pt x="37794" y="55574"/>
                      <a:pt x="37994" y="55107"/>
                      <a:pt x="38227" y="54606"/>
                    </a:cubicBezTo>
                    <a:lnTo>
                      <a:pt x="38227" y="54606"/>
                    </a:lnTo>
                    <a:cubicBezTo>
                      <a:pt x="37408" y="56428"/>
                      <a:pt x="38799" y="58333"/>
                      <a:pt x="40666" y="58333"/>
                    </a:cubicBezTo>
                    <a:cubicBezTo>
                      <a:pt x="40849" y="58333"/>
                      <a:pt x="41038" y="58315"/>
                      <a:pt x="41230" y="58276"/>
                    </a:cubicBezTo>
                    <a:cubicBezTo>
                      <a:pt x="43367" y="57814"/>
                      <a:pt x="45880" y="57597"/>
                      <a:pt x="48538" y="57597"/>
                    </a:cubicBezTo>
                    <a:cubicBezTo>
                      <a:pt x="55294" y="57597"/>
                      <a:pt x="62989" y="58998"/>
                      <a:pt x="67849" y="61344"/>
                    </a:cubicBezTo>
                    <a:cubicBezTo>
                      <a:pt x="68217" y="61519"/>
                      <a:pt x="68597" y="61599"/>
                      <a:pt x="68967" y="61599"/>
                    </a:cubicBezTo>
                    <a:cubicBezTo>
                      <a:pt x="70405" y="61599"/>
                      <a:pt x="71694" y="60389"/>
                      <a:pt x="71625" y="58814"/>
                    </a:cubicBezTo>
                    <a:lnTo>
                      <a:pt x="71625" y="58814"/>
                    </a:lnTo>
                    <a:cubicBezTo>
                      <a:pt x="71648" y="59124"/>
                      <a:pt x="71677" y="59434"/>
                      <a:pt x="71718" y="59743"/>
                    </a:cubicBezTo>
                    <a:cubicBezTo>
                      <a:pt x="71838" y="61184"/>
                      <a:pt x="73064" y="62141"/>
                      <a:pt x="74364" y="62141"/>
                    </a:cubicBezTo>
                    <a:cubicBezTo>
                      <a:pt x="74870" y="62141"/>
                      <a:pt x="75387" y="61996"/>
                      <a:pt x="75854" y="61678"/>
                    </a:cubicBezTo>
                    <a:cubicBezTo>
                      <a:pt x="79557" y="59143"/>
                      <a:pt x="84560" y="57175"/>
                      <a:pt x="89964" y="56007"/>
                    </a:cubicBezTo>
                    <a:cubicBezTo>
                      <a:pt x="89764" y="55974"/>
                      <a:pt x="89531" y="55874"/>
                      <a:pt x="89331" y="55774"/>
                    </a:cubicBezTo>
                    <a:cubicBezTo>
                      <a:pt x="84466" y="53426"/>
                      <a:pt x="76762" y="52041"/>
                      <a:pt x="70001" y="52041"/>
                    </a:cubicBezTo>
                    <a:cubicBezTo>
                      <a:pt x="67350" y="52041"/>
                      <a:pt x="64844" y="52254"/>
                      <a:pt x="62712" y="52705"/>
                    </a:cubicBezTo>
                    <a:cubicBezTo>
                      <a:pt x="62205" y="52816"/>
                      <a:pt x="61561" y="52870"/>
                      <a:pt x="60853" y="52870"/>
                    </a:cubicBezTo>
                    <a:cubicBezTo>
                      <a:pt x="58578" y="52870"/>
                      <a:pt x="55657" y="52306"/>
                      <a:pt x="54639" y="51237"/>
                    </a:cubicBezTo>
                    <a:cubicBezTo>
                      <a:pt x="50369" y="46601"/>
                      <a:pt x="41830" y="43498"/>
                      <a:pt x="35025" y="43465"/>
                    </a:cubicBezTo>
                    <a:cubicBezTo>
                      <a:pt x="32657" y="43465"/>
                      <a:pt x="27620" y="40863"/>
                      <a:pt x="27353" y="38628"/>
                    </a:cubicBezTo>
                    <a:cubicBezTo>
                      <a:pt x="26853" y="34225"/>
                      <a:pt x="25051" y="30522"/>
                      <a:pt x="22550" y="28054"/>
                    </a:cubicBezTo>
                    <a:cubicBezTo>
                      <a:pt x="21449" y="26987"/>
                      <a:pt x="21582" y="25152"/>
                      <a:pt x="22783" y="24185"/>
                    </a:cubicBezTo>
                    <a:cubicBezTo>
                      <a:pt x="33624" y="15278"/>
                      <a:pt x="54406" y="5805"/>
                      <a:pt x="71017" y="1"/>
                    </a:cubicBezTo>
                    <a:close/>
                  </a:path>
                </a:pathLst>
              </a:custGeom>
              <a:solidFill>
                <a:srgbClr val="191919">
                  <a:alpha val="284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0" name="Google Shape;1020;p5"/>
              <p:cNvSpPr/>
              <p:nvPr/>
            </p:nvSpPr>
            <p:spPr>
              <a:xfrm>
                <a:off x="-2392900" y="3456250"/>
                <a:ext cx="184325" cy="255200"/>
              </a:xfrm>
              <a:custGeom>
                <a:avLst/>
                <a:gdLst/>
                <a:ahLst/>
                <a:cxnLst/>
                <a:rect l="l" t="t" r="r" b="b"/>
                <a:pathLst>
                  <a:path w="7373" h="10208" extrusionOk="0">
                    <a:moveTo>
                      <a:pt x="3670" y="0"/>
                    </a:moveTo>
                    <a:cubicBezTo>
                      <a:pt x="1835" y="0"/>
                      <a:pt x="1" y="10208"/>
                      <a:pt x="1" y="10208"/>
                    </a:cubicBezTo>
                    <a:lnTo>
                      <a:pt x="7372" y="10208"/>
                    </a:lnTo>
                    <a:cubicBezTo>
                      <a:pt x="7372" y="10208"/>
                      <a:pt x="5538" y="0"/>
                      <a:pt x="36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1" name="Google Shape;1021;p5"/>
              <p:cNvSpPr/>
              <p:nvPr/>
            </p:nvSpPr>
            <p:spPr>
              <a:xfrm>
                <a:off x="-2447950" y="3655550"/>
                <a:ext cx="293575" cy="111775"/>
              </a:xfrm>
              <a:custGeom>
                <a:avLst/>
                <a:gdLst/>
                <a:ahLst/>
                <a:cxnLst/>
                <a:rect l="l" t="t" r="r" b="b"/>
                <a:pathLst>
                  <a:path w="11743" h="4471" extrusionOk="0">
                    <a:moveTo>
                      <a:pt x="2002" y="1"/>
                    </a:moveTo>
                    <a:cubicBezTo>
                      <a:pt x="902" y="1"/>
                      <a:pt x="1" y="902"/>
                      <a:pt x="1" y="2002"/>
                    </a:cubicBezTo>
                    <a:lnTo>
                      <a:pt x="1" y="2469"/>
                    </a:lnTo>
                    <a:cubicBezTo>
                      <a:pt x="1" y="3570"/>
                      <a:pt x="902" y="4471"/>
                      <a:pt x="2002" y="4471"/>
                    </a:cubicBezTo>
                    <a:lnTo>
                      <a:pt x="9741" y="4471"/>
                    </a:lnTo>
                    <a:cubicBezTo>
                      <a:pt x="10875" y="4471"/>
                      <a:pt x="11743" y="3570"/>
                      <a:pt x="11743" y="2469"/>
                    </a:cubicBezTo>
                    <a:lnTo>
                      <a:pt x="11743" y="2002"/>
                    </a:lnTo>
                    <a:cubicBezTo>
                      <a:pt x="11743" y="902"/>
                      <a:pt x="10875" y="1"/>
                      <a:pt x="974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022" name="Google Shape;1022;p5"/>
          <p:cNvGrpSpPr/>
          <p:nvPr/>
        </p:nvGrpSpPr>
        <p:grpSpPr>
          <a:xfrm>
            <a:off x="451898" y="4758781"/>
            <a:ext cx="3369488" cy="1707138"/>
            <a:chOff x="-939100" y="529913"/>
            <a:chExt cx="3624275" cy="1836225"/>
          </a:xfrm>
        </p:grpSpPr>
        <p:sp>
          <p:nvSpPr>
            <p:cNvPr id="1023" name="Google Shape;1023;p5"/>
            <p:cNvSpPr/>
            <p:nvPr/>
          </p:nvSpPr>
          <p:spPr>
            <a:xfrm>
              <a:off x="-939100" y="812613"/>
              <a:ext cx="1777125" cy="1163775"/>
            </a:xfrm>
            <a:custGeom>
              <a:avLst/>
              <a:gdLst/>
              <a:ahLst/>
              <a:cxnLst/>
              <a:rect l="l" t="t" r="r" b="b"/>
              <a:pathLst>
                <a:path w="71085" h="46551" extrusionOk="0">
                  <a:moveTo>
                    <a:pt x="71051" y="1"/>
                  </a:moveTo>
                  <a:cubicBezTo>
                    <a:pt x="59209" y="601"/>
                    <a:pt x="18213" y="15879"/>
                    <a:pt x="1301" y="29722"/>
                  </a:cubicBezTo>
                  <a:cubicBezTo>
                    <a:pt x="100" y="30723"/>
                    <a:pt x="0" y="32524"/>
                    <a:pt x="1101" y="33625"/>
                  </a:cubicBezTo>
                  <a:cubicBezTo>
                    <a:pt x="3569" y="36060"/>
                    <a:pt x="5371" y="39762"/>
                    <a:pt x="5904" y="44166"/>
                  </a:cubicBezTo>
                  <a:cubicBezTo>
                    <a:pt x="6057" y="45630"/>
                    <a:pt x="7285" y="46551"/>
                    <a:pt x="8555" y="46551"/>
                  </a:cubicBezTo>
                  <a:cubicBezTo>
                    <a:pt x="9222" y="46551"/>
                    <a:pt x="9901" y="46296"/>
                    <a:pt x="10441" y="45733"/>
                  </a:cubicBezTo>
                  <a:cubicBezTo>
                    <a:pt x="24151" y="31390"/>
                    <a:pt x="50203" y="12610"/>
                    <a:pt x="71051" y="568"/>
                  </a:cubicBezTo>
                  <a:cubicBezTo>
                    <a:pt x="71051" y="401"/>
                    <a:pt x="71051" y="201"/>
                    <a:pt x="7108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Google Shape;1024;p5"/>
            <p:cNvSpPr/>
            <p:nvPr/>
          </p:nvSpPr>
          <p:spPr>
            <a:xfrm>
              <a:off x="-690600" y="826788"/>
              <a:ext cx="1529450" cy="1427300"/>
            </a:xfrm>
            <a:custGeom>
              <a:avLst/>
              <a:gdLst/>
              <a:ahLst/>
              <a:cxnLst/>
              <a:rect l="l" t="t" r="r" b="b"/>
              <a:pathLst>
                <a:path w="61178" h="57092" extrusionOk="0">
                  <a:moveTo>
                    <a:pt x="61111" y="1"/>
                  </a:moveTo>
                  <a:cubicBezTo>
                    <a:pt x="40830" y="11709"/>
                    <a:pt x="15678" y="29789"/>
                    <a:pt x="1668" y="43932"/>
                  </a:cubicBezTo>
                  <a:cubicBezTo>
                    <a:pt x="1" y="45633"/>
                    <a:pt x="1235" y="48435"/>
                    <a:pt x="3603" y="48435"/>
                  </a:cubicBezTo>
                  <a:cubicBezTo>
                    <a:pt x="10441" y="48469"/>
                    <a:pt x="18947" y="51604"/>
                    <a:pt x="23250" y="56208"/>
                  </a:cubicBezTo>
                  <a:cubicBezTo>
                    <a:pt x="23794" y="56806"/>
                    <a:pt x="24517" y="57091"/>
                    <a:pt x="25231" y="57091"/>
                  </a:cubicBezTo>
                  <a:cubicBezTo>
                    <a:pt x="26228" y="57091"/>
                    <a:pt x="27207" y="56537"/>
                    <a:pt x="27654" y="55507"/>
                  </a:cubicBezTo>
                  <a:cubicBezTo>
                    <a:pt x="34525" y="39529"/>
                    <a:pt x="48001" y="18180"/>
                    <a:pt x="61178" y="101"/>
                  </a:cubicBezTo>
                  <a:cubicBezTo>
                    <a:pt x="61144" y="34"/>
                    <a:pt x="61144" y="67"/>
                    <a:pt x="611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Google Shape;1025;p5"/>
            <p:cNvSpPr/>
            <p:nvPr/>
          </p:nvSpPr>
          <p:spPr>
            <a:xfrm>
              <a:off x="-3925" y="832638"/>
              <a:ext cx="858600" cy="1520275"/>
            </a:xfrm>
            <a:custGeom>
              <a:avLst/>
              <a:gdLst/>
              <a:ahLst/>
              <a:cxnLst/>
              <a:rect l="l" t="t" r="r" b="b"/>
              <a:pathLst>
                <a:path w="34344" h="60811" extrusionOk="0">
                  <a:moveTo>
                    <a:pt x="33610" y="0"/>
                  </a:moveTo>
                  <a:lnTo>
                    <a:pt x="33610" y="0"/>
                  </a:lnTo>
                  <a:cubicBezTo>
                    <a:pt x="20868" y="17479"/>
                    <a:pt x="7859" y="38027"/>
                    <a:pt x="820" y="53805"/>
                  </a:cubicBezTo>
                  <a:cubicBezTo>
                    <a:pt x="1" y="55627"/>
                    <a:pt x="1392" y="57532"/>
                    <a:pt x="3259" y="57532"/>
                  </a:cubicBezTo>
                  <a:cubicBezTo>
                    <a:pt x="3442" y="57532"/>
                    <a:pt x="3631" y="57514"/>
                    <a:pt x="3823" y="57475"/>
                  </a:cubicBezTo>
                  <a:cubicBezTo>
                    <a:pt x="5960" y="57013"/>
                    <a:pt x="8473" y="56796"/>
                    <a:pt x="11131" y="56796"/>
                  </a:cubicBezTo>
                  <a:cubicBezTo>
                    <a:pt x="17887" y="56796"/>
                    <a:pt x="25582" y="58197"/>
                    <a:pt x="30442" y="60543"/>
                  </a:cubicBezTo>
                  <a:cubicBezTo>
                    <a:pt x="30815" y="60727"/>
                    <a:pt x="31200" y="60811"/>
                    <a:pt x="31574" y="60811"/>
                  </a:cubicBezTo>
                  <a:cubicBezTo>
                    <a:pt x="33038" y="60811"/>
                    <a:pt x="34344" y="59529"/>
                    <a:pt x="34211" y="57908"/>
                  </a:cubicBezTo>
                  <a:cubicBezTo>
                    <a:pt x="32443" y="37794"/>
                    <a:pt x="32777" y="16745"/>
                    <a:pt x="3361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Google Shape;1026;p5"/>
            <p:cNvSpPr/>
            <p:nvPr/>
          </p:nvSpPr>
          <p:spPr>
            <a:xfrm>
              <a:off x="852175" y="811788"/>
              <a:ext cx="1833000" cy="1095200"/>
            </a:xfrm>
            <a:custGeom>
              <a:avLst/>
              <a:gdLst/>
              <a:ahLst/>
              <a:cxnLst/>
              <a:rect l="l" t="t" r="r" b="b"/>
              <a:pathLst>
                <a:path w="73320" h="43808" extrusionOk="0">
                  <a:moveTo>
                    <a:pt x="100" y="0"/>
                  </a:moveTo>
                  <a:lnTo>
                    <a:pt x="0" y="334"/>
                  </a:lnTo>
                  <a:cubicBezTo>
                    <a:pt x="23450" y="12276"/>
                    <a:pt x="51837" y="29588"/>
                    <a:pt x="67248" y="43131"/>
                  </a:cubicBezTo>
                  <a:cubicBezTo>
                    <a:pt x="67767" y="43597"/>
                    <a:pt x="68383" y="43807"/>
                    <a:pt x="68988" y="43807"/>
                  </a:cubicBezTo>
                  <a:cubicBezTo>
                    <a:pt x="70289" y="43807"/>
                    <a:pt x="71538" y="42833"/>
                    <a:pt x="71651" y="41330"/>
                  </a:cubicBezTo>
                  <a:cubicBezTo>
                    <a:pt x="71818" y="38961"/>
                    <a:pt x="72218" y="36326"/>
                    <a:pt x="72986" y="34125"/>
                  </a:cubicBezTo>
                  <a:cubicBezTo>
                    <a:pt x="73319" y="33091"/>
                    <a:pt x="73052" y="31956"/>
                    <a:pt x="72252" y="31256"/>
                  </a:cubicBezTo>
                  <a:cubicBezTo>
                    <a:pt x="56274" y="16712"/>
                    <a:pt x="11275" y="0"/>
                    <a:pt x="10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Google Shape;1027;p5"/>
            <p:cNvSpPr/>
            <p:nvPr/>
          </p:nvSpPr>
          <p:spPr>
            <a:xfrm>
              <a:off x="848000" y="818463"/>
              <a:ext cx="1687900" cy="1388950"/>
            </a:xfrm>
            <a:custGeom>
              <a:avLst/>
              <a:gdLst/>
              <a:ahLst/>
              <a:cxnLst/>
              <a:rect l="l" t="t" r="r" b="b"/>
              <a:pathLst>
                <a:path w="67516" h="55558" extrusionOk="0">
                  <a:moveTo>
                    <a:pt x="67" y="0"/>
                  </a:moveTo>
                  <a:cubicBezTo>
                    <a:pt x="34" y="67"/>
                    <a:pt x="34" y="33"/>
                    <a:pt x="0" y="67"/>
                  </a:cubicBezTo>
                  <a:cubicBezTo>
                    <a:pt x="16979" y="16979"/>
                    <a:pt x="36593" y="38361"/>
                    <a:pt x="44466" y="54072"/>
                  </a:cubicBezTo>
                  <a:cubicBezTo>
                    <a:pt x="44945" y="55049"/>
                    <a:pt x="45883" y="55558"/>
                    <a:pt x="46835" y="55558"/>
                  </a:cubicBezTo>
                  <a:cubicBezTo>
                    <a:pt x="47605" y="55558"/>
                    <a:pt x="48384" y="55225"/>
                    <a:pt x="48935" y="54539"/>
                  </a:cubicBezTo>
                  <a:cubicBezTo>
                    <a:pt x="53238" y="49135"/>
                    <a:pt x="58676" y="46367"/>
                    <a:pt x="64080" y="46033"/>
                  </a:cubicBezTo>
                  <a:cubicBezTo>
                    <a:pt x="66481" y="45900"/>
                    <a:pt x="67515" y="42931"/>
                    <a:pt x="65681" y="41363"/>
                  </a:cubicBezTo>
                  <a:cubicBezTo>
                    <a:pt x="49936" y="28053"/>
                    <a:pt x="22650" y="11508"/>
                    <a:pt x="6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Google Shape;1028;p5"/>
            <p:cNvSpPr/>
            <p:nvPr/>
          </p:nvSpPr>
          <p:spPr>
            <a:xfrm>
              <a:off x="807125" y="820113"/>
              <a:ext cx="1148675" cy="1546025"/>
            </a:xfrm>
            <a:custGeom>
              <a:avLst/>
              <a:gdLst/>
              <a:ahLst/>
              <a:cxnLst/>
              <a:rect l="l" t="t" r="r" b="b"/>
              <a:pathLst>
                <a:path w="45947" h="61841" extrusionOk="0">
                  <a:moveTo>
                    <a:pt x="1635" y="1"/>
                  </a:moveTo>
                  <a:cubicBezTo>
                    <a:pt x="1602" y="34"/>
                    <a:pt x="1569" y="34"/>
                    <a:pt x="1502" y="34"/>
                  </a:cubicBezTo>
                  <a:cubicBezTo>
                    <a:pt x="1402" y="168"/>
                    <a:pt x="1302" y="334"/>
                    <a:pt x="1168" y="501"/>
                  </a:cubicBezTo>
                  <a:cubicBezTo>
                    <a:pt x="301" y="17547"/>
                    <a:pt x="1" y="38995"/>
                    <a:pt x="1869" y="59443"/>
                  </a:cubicBezTo>
                  <a:cubicBezTo>
                    <a:pt x="1989" y="60884"/>
                    <a:pt x="3215" y="61841"/>
                    <a:pt x="4515" y="61841"/>
                  </a:cubicBezTo>
                  <a:cubicBezTo>
                    <a:pt x="5021" y="61841"/>
                    <a:pt x="5538" y="61696"/>
                    <a:pt x="6005" y="61378"/>
                  </a:cubicBezTo>
                  <a:cubicBezTo>
                    <a:pt x="12280" y="57075"/>
                    <a:pt x="22400" y="54418"/>
                    <a:pt x="31722" y="54418"/>
                  </a:cubicBezTo>
                  <a:cubicBezTo>
                    <a:pt x="35335" y="54418"/>
                    <a:pt x="38828" y="54817"/>
                    <a:pt x="41931" y="55674"/>
                  </a:cubicBezTo>
                  <a:cubicBezTo>
                    <a:pt x="42172" y="55738"/>
                    <a:pt x="42409" y="55768"/>
                    <a:pt x="42637" y="55768"/>
                  </a:cubicBezTo>
                  <a:cubicBezTo>
                    <a:pt x="44562" y="55768"/>
                    <a:pt x="45947" y="53653"/>
                    <a:pt x="44933" y="51805"/>
                  </a:cubicBezTo>
                  <a:cubicBezTo>
                    <a:pt x="36427" y="36360"/>
                    <a:pt x="17847" y="16112"/>
                    <a:pt x="163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029" name="Google Shape;1029;p5"/>
            <p:cNvGrpSpPr/>
            <p:nvPr/>
          </p:nvGrpSpPr>
          <p:grpSpPr>
            <a:xfrm>
              <a:off x="-939100" y="529913"/>
              <a:ext cx="3624275" cy="1836225"/>
              <a:chOff x="112275" y="2665738"/>
              <a:chExt cx="3624275" cy="1836225"/>
            </a:xfrm>
          </p:grpSpPr>
          <p:sp>
            <p:nvSpPr>
              <p:cNvPr id="1030" name="Google Shape;1030;p5"/>
              <p:cNvSpPr/>
              <p:nvPr/>
            </p:nvSpPr>
            <p:spPr>
              <a:xfrm>
                <a:off x="112275" y="2948438"/>
                <a:ext cx="1777125" cy="1163775"/>
              </a:xfrm>
              <a:custGeom>
                <a:avLst/>
                <a:gdLst/>
                <a:ahLst/>
                <a:cxnLst/>
                <a:rect l="l" t="t" r="r" b="b"/>
                <a:pathLst>
                  <a:path w="71085" h="46551" extrusionOk="0">
                    <a:moveTo>
                      <a:pt x="71051" y="1"/>
                    </a:moveTo>
                    <a:cubicBezTo>
                      <a:pt x="59209" y="601"/>
                      <a:pt x="18213" y="15879"/>
                      <a:pt x="1301" y="29722"/>
                    </a:cubicBezTo>
                    <a:cubicBezTo>
                      <a:pt x="100" y="30723"/>
                      <a:pt x="0" y="32524"/>
                      <a:pt x="1101" y="33625"/>
                    </a:cubicBezTo>
                    <a:cubicBezTo>
                      <a:pt x="3569" y="36060"/>
                      <a:pt x="5371" y="39762"/>
                      <a:pt x="5904" y="44166"/>
                    </a:cubicBezTo>
                    <a:cubicBezTo>
                      <a:pt x="6057" y="45630"/>
                      <a:pt x="7285" y="46551"/>
                      <a:pt x="8555" y="46551"/>
                    </a:cubicBezTo>
                    <a:cubicBezTo>
                      <a:pt x="9222" y="46551"/>
                      <a:pt x="9901" y="46296"/>
                      <a:pt x="10441" y="45733"/>
                    </a:cubicBezTo>
                    <a:cubicBezTo>
                      <a:pt x="24151" y="31390"/>
                      <a:pt x="50203" y="12610"/>
                      <a:pt x="71051" y="568"/>
                    </a:cubicBezTo>
                    <a:cubicBezTo>
                      <a:pt x="71051" y="401"/>
                      <a:pt x="71051" y="201"/>
                      <a:pt x="71084" y="1"/>
                    </a:cubicBezTo>
                    <a:close/>
                  </a:path>
                </a:pathLst>
              </a:custGeom>
              <a:solidFill>
                <a:srgbClr val="191919">
                  <a:alpha val="284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1" name="Google Shape;1031;p5"/>
              <p:cNvSpPr/>
              <p:nvPr/>
            </p:nvSpPr>
            <p:spPr>
              <a:xfrm>
                <a:off x="360775" y="2962613"/>
                <a:ext cx="1529450" cy="1427300"/>
              </a:xfrm>
              <a:custGeom>
                <a:avLst/>
                <a:gdLst/>
                <a:ahLst/>
                <a:cxnLst/>
                <a:rect l="l" t="t" r="r" b="b"/>
                <a:pathLst>
                  <a:path w="61178" h="57092" extrusionOk="0">
                    <a:moveTo>
                      <a:pt x="61111" y="1"/>
                    </a:moveTo>
                    <a:cubicBezTo>
                      <a:pt x="40830" y="11709"/>
                      <a:pt x="15678" y="29789"/>
                      <a:pt x="1668" y="43932"/>
                    </a:cubicBezTo>
                    <a:cubicBezTo>
                      <a:pt x="1" y="45633"/>
                      <a:pt x="1235" y="48435"/>
                      <a:pt x="3603" y="48435"/>
                    </a:cubicBezTo>
                    <a:cubicBezTo>
                      <a:pt x="10441" y="48469"/>
                      <a:pt x="18947" y="51604"/>
                      <a:pt x="23250" y="56208"/>
                    </a:cubicBezTo>
                    <a:cubicBezTo>
                      <a:pt x="23794" y="56806"/>
                      <a:pt x="24517" y="57091"/>
                      <a:pt x="25231" y="57091"/>
                    </a:cubicBezTo>
                    <a:cubicBezTo>
                      <a:pt x="26228" y="57091"/>
                      <a:pt x="27207" y="56537"/>
                      <a:pt x="27654" y="55507"/>
                    </a:cubicBezTo>
                    <a:cubicBezTo>
                      <a:pt x="34525" y="39529"/>
                      <a:pt x="48001" y="18180"/>
                      <a:pt x="61178" y="101"/>
                    </a:cubicBezTo>
                    <a:cubicBezTo>
                      <a:pt x="61144" y="34"/>
                      <a:pt x="61144" y="67"/>
                      <a:pt x="61111" y="1"/>
                    </a:cubicBezTo>
                    <a:close/>
                  </a:path>
                </a:pathLst>
              </a:custGeom>
              <a:solidFill>
                <a:srgbClr val="191919">
                  <a:alpha val="189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2" name="Google Shape;1032;p5"/>
              <p:cNvSpPr/>
              <p:nvPr/>
            </p:nvSpPr>
            <p:spPr>
              <a:xfrm>
                <a:off x="1047450" y="2968463"/>
                <a:ext cx="858600" cy="1520275"/>
              </a:xfrm>
              <a:custGeom>
                <a:avLst/>
                <a:gdLst/>
                <a:ahLst/>
                <a:cxnLst/>
                <a:rect l="l" t="t" r="r" b="b"/>
                <a:pathLst>
                  <a:path w="34344" h="60811" extrusionOk="0">
                    <a:moveTo>
                      <a:pt x="33610" y="0"/>
                    </a:moveTo>
                    <a:lnTo>
                      <a:pt x="33610" y="0"/>
                    </a:lnTo>
                    <a:cubicBezTo>
                      <a:pt x="20868" y="17479"/>
                      <a:pt x="7859" y="38027"/>
                      <a:pt x="820" y="53805"/>
                    </a:cubicBezTo>
                    <a:cubicBezTo>
                      <a:pt x="1" y="55627"/>
                      <a:pt x="1392" y="57532"/>
                      <a:pt x="3259" y="57532"/>
                    </a:cubicBezTo>
                    <a:cubicBezTo>
                      <a:pt x="3442" y="57532"/>
                      <a:pt x="3631" y="57514"/>
                      <a:pt x="3823" y="57475"/>
                    </a:cubicBezTo>
                    <a:cubicBezTo>
                      <a:pt x="5960" y="57013"/>
                      <a:pt x="8473" y="56796"/>
                      <a:pt x="11131" y="56796"/>
                    </a:cubicBezTo>
                    <a:cubicBezTo>
                      <a:pt x="17887" y="56796"/>
                      <a:pt x="25582" y="58197"/>
                      <a:pt x="30442" y="60543"/>
                    </a:cubicBezTo>
                    <a:cubicBezTo>
                      <a:pt x="30815" y="60727"/>
                      <a:pt x="31200" y="60811"/>
                      <a:pt x="31574" y="60811"/>
                    </a:cubicBezTo>
                    <a:cubicBezTo>
                      <a:pt x="33038" y="60811"/>
                      <a:pt x="34344" y="59529"/>
                      <a:pt x="34211" y="57908"/>
                    </a:cubicBezTo>
                    <a:cubicBezTo>
                      <a:pt x="32443" y="37794"/>
                      <a:pt x="32777" y="16745"/>
                      <a:pt x="33610" y="0"/>
                    </a:cubicBezTo>
                    <a:close/>
                  </a:path>
                </a:pathLst>
              </a:custGeom>
              <a:solidFill>
                <a:srgbClr val="191919">
                  <a:alpha val="150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3" name="Google Shape;1033;p5"/>
              <p:cNvSpPr/>
              <p:nvPr/>
            </p:nvSpPr>
            <p:spPr>
              <a:xfrm>
                <a:off x="1903550" y="2947613"/>
                <a:ext cx="1833000" cy="1095200"/>
              </a:xfrm>
              <a:custGeom>
                <a:avLst/>
                <a:gdLst/>
                <a:ahLst/>
                <a:cxnLst/>
                <a:rect l="l" t="t" r="r" b="b"/>
                <a:pathLst>
                  <a:path w="73320" h="43808" extrusionOk="0">
                    <a:moveTo>
                      <a:pt x="100" y="0"/>
                    </a:moveTo>
                    <a:lnTo>
                      <a:pt x="0" y="334"/>
                    </a:lnTo>
                    <a:cubicBezTo>
                      <a:pt x="23450" y="12276"/>
                      <a:pt x="51837" y="29588"/>
                      <a:pt x="67248" y="43131"/>
                    </a:cubicBezTo>
                    <a:cubicBezTo>
                      <a:pt x="67767" y="43597"/>
                      <a:pt x="68383" y="43807"/>
                      <a:pt x="68988" y="43807"/>
                    </a:cubicBezTo>
                    <a:cubicBezTo>
                      <a:pt x="70289" y="43807"/>
                      <a:pt x="71538" y="42833"/>
                      <a:pt x="71651" y="41330"/>
                    </a:cubicBezTo>
                    <a:cubicBezTo>
                      <a:pt x="71818" y="38961"/>
                      <a:pt x="72218" y="36326"/>
                      <a:pt x="72986" y="34125"/>
                    </a:cubicBezTo>
                    <a:cubicBezTo>
                      <a:pt x="73319" y="33091"/>
                      <a:pt x="73052" y="31956"/>
                      <a:pt x="72252" y="31256"/>
                    </a:cubicBezTo>
                    <a:cubicBezTo>
                      <a:pt x="56274" y="16712"/>
                      <a:pt x="11275" y="0"/>
                      <a:pt x="100" y="0"/>
                    </a:cubicBezTo>
                    <a:close/>
                  </a:path>
                </a:pathLst>
              </a:custGeom>
              <a:solidFill>
                <a:srgbClr val="191919">
                  <a:alpha val="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4" name="Google Shape;1034;p5"/>
              <p:cNvSpPr/>
              <p:nvPr/>
            </p:nvSpPr>
            <p:spPr>
              <a:xfrm>
                <a:off x="1899375" y="2954288"/>
                <a:ext cx="1687900" cy="1388950"/>
              </a:xfrm>
              <a:custGeom>
                <a:avLst/>
                <a:gdLst/>
                <a:ahLst/>
                <a:cxnLst/>
                <a:rect l="l" t="t" r="r" b="b"/>
                <a:pathLst>
                  <a:path w="67516" h="55558" extrusionOk="0">
                    <a:moveTo>
                      <a:pt x="67" y="0"/>
                    </a:moveTo>
                    <a:cubicBezTo>
                      <a:pt x="34" y="67"/>
                      <a:pt x="34" y="33"/>
                      <a:pt x="0" y="67"/>
                    </a:cubicBezTo>
                    <a:cubicBezTo>
                      <a:pt x="16979" y="16979"/>
                      <a:pt x="36593" y="38361"/>
                      <a:pt x="44466" y="54072"/>
                    </a:cubicBezTo>
                    <a:cubicBezTo>
                      <a:pt x="44945" y="55049"/>
                      <a:pt x="45883" y="55558"/>
                      <a:pt x="46835" y="55558"/>
                    </a:cubicBezTo>
                    <a:cubicBezTo>
                      <a:pt x="47605" y="55558"/>
                      <a:pt x="48384" y="55225"/>
                      <a:pt x="48935" y="54539"/>
                    </a:cubicBezTo>
                    <a:cubicBezTo>
                      <a:pt x="53238" y="49135"/>
                      <a:pt x="58676" y="46367"/>
                      <a:pt x="64080" y="46033"/>
                    </a:cubicBezTo>
                    <a:cubicBezTo>
                      <a:pt x="66481" y="45900"/>
                      <a:pt x="67515" y="42931"/>
                      <a:pt x="65681" y="41363"/>
                    </a:cubicBezTo>
                    <a:cubicBezTo>
                      <a:pt x="49936" y="28053"/>
                      <a:pt x="22650" y="11508"/>
                      <a:pt x="67" y="0"/>
                    </a:cubicBezTo>
                    <a:close/>
                  </a:path>
                </a:pathLst>
              </a:custGeom>
              <a:solidFill>
                <a:srgbClr val="191919">
                  <a:alpha val="61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5" name="Google Shape;1035;p5"/>
              <p:cNvSpPr/>
              <p:nvPr/>
            </p:nvSpPr>
            <p:spPr>
              <a:xfrm>
                <a:off x="1858500" y="2955938"/>
                <a:ext cx="1148675" cy="1546025"/>
              </a:xfrm>
              <a:custGeom>
                <a:avLst/>
                <a:gdLst/>
                <a:ahLst/>
                <a:cxnLst/>
                <a:rect l="l" t="t" r="r" b="b"/>
                <a:pathLst>
                  <a:path w="45947" h="61841" extrusionOk="0">
                    <a:moveTo>
                      <a:pt x="1635" y="1"/>
                    </a:moveTo>
                    <a:cubicBezTo>
                      <a:pt x="1602" y="34"/>
                      <a:pt x="1569" y="34"/>
                      <a:pt x="1502" y="34"/>
                    </a:cubicBezTo>
                    <a:cubicBezTo>
                      <a:pt x="1402" y="168"/>
                      <a:pt x="1302" y="334"/>
                      <a:pt x="1168" y="501"/>
                    </a:cubicBezTo>
                    <a:cubicBezTo>
                      <a:pt x="301" y="17547"/>
                      <a:pt x="1" y="38995"/>
                      <a:pt x="1869" y="59443"/>
                    </a:cubicBezTo>
                    <a:cubicBezTo>
                      <a:pt x="1989" y="60884"/>
                      <a:pt x="3215" y="61841"/>
                      <a:pt x="4515" y="61841"/>
                    </a:cubicBezTo>
                    <a:cubicBezTo>
                      <a:pt x="5021" y="61841"/>
                      <a:pt x="5538" y="61696"/>
                      <a:pt x="6005" y="61378"/>
                    </a:cubicBezTo>
                    <a:cubicBezTo>
                      <a:pt x="12280" y="57075"/>
                      <a:pt x="22400" y="54418"/>
                      <a:pt x="31722" y="54418"/>
                    </a:cubicBezTo>
                    <a:cubicBezTo>
                      <a:pt x="35335" y="54418"/>
                      <a:pt x="38828" y="54817"/>
                      <a:pt x="41931" y="55674"/>
                    </a:cubicBezTo>
                    <a:cubicBezTo>
                      <a:pt x="42172" y="55738"/>
                      <a:pt x="42409" y="55768"/>
                      <a:pt x="42637" y="55768"/>
                    </a:cubicBezTo>
                    <a:cubicBezTo>
                      <a:pt x="44562" y="55768"/>
                      <a:pt x="45947" y="53653"/>
                      <a:pt x="44933" y="51805"/>
                    </a:cubicBezTo>
                    <a:cubicBezTo>
                      <a:pt x="36427" y="36360"/>
                      <a:pt x="17847" y="16112"/>
                      <a:pt x="1635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6" name="Google Shape;1036;p5"/>
              <p:cNvSpPr/>
              <p:nvPr/>
            </p:nvSpPr>
            <p:spPr>
              <a:xfrm>
                <a:off x="112275" y="2948438"/>
                <a:ext cx="2249125" cy="1553525"/>
              </a:xfrm>
              <a:custGeom>
                <a:avLst/>
                <a:gdLst/>
                <a:ahLst/>
                <a:cxnLst/>
                <a:rect l="l" t="t" r="r" b="b"/>
                <a:pathLst>
                  <a:path w="89965" h="62141" extrusionOk="0">
                    <a:moveTo>
                      <a:pt x="71585" y="58242"/>
                    </a:moveTo>
                    <a:lnTo>
                      <a:pt x="71585" y="58242"/>
                    </a:lnTo>
                    <a:cubicBezTo>
                      <a:pt x="71590" y="58323"/>
                      <a:pt x="71595" y="58404"/>
                      <a:pt x="71601" y="58485"/>
                    </a:cubicBezTo>
                    <a:lnTo>
                      <a:pt x="71601" y="58485"/>
                    </a:lnTo>
                    <a:cubicBezTo>
                      <a:pt x="71593" y="58407"/>
                      <a:pt x="71585" y="58324"/>
                      <a:pt x="71585" y="58242"/>
                    </a:cubicBezTo>
                    <a:close/>
                    <a:moveTo>
                      <a:pt x="71017" y="1"/>
                    </a:moveTo>
                    <a:lnTo>
                      <a:pt x="71017" y="1"/>
                    </a:lnTo>
                    <a:cubicBezTo>
                      <a:pt x="59142" y="634"/>
                      <a:pt x="18180" y="15879"/>
                      <a:pt x="1301" y="29722"/>
                    </a:cubicBezTo>
                    <a:cubicBezTo>
                      <a:pt x="100" y="30723"/>
                      <a:pt x="0" y="32524"/>
                      <a:pt x="1101" y="33625"/>
                    </a:cubicBezTo>
                    <a:cubicBezTo>
                      <a:pt x="3569" y="36060"/>
                      <a:pt x="5371" y="39762"/>
                      <a:pt x="5871" y="44166"/>
                    </a:cubicBezTo>
                    <a:cubicBezTo>
                      <a:pt x="6046" y="45630"/>
                      <a:pt x="7281" y="46551"/>
                      <a:pt x="8544" y="46551"/>
                    </a:cubicBezTo>
                    <a:cubicBezTo>
                      <a:pt x="9208" y="46551"/>
                      <a:pt x="9879" y="46296"/>
                      <a:pt x="10408" y="45733"/>
                    </a:cubicBezTo>
                    <a:cubicBezTo>
                      <a:pt x="10808" y="45333"/>
                      <a:pt x="11208" y="44933"/>
                      <a:pt x="11608" y="44532"/>
                    </a:cubicBezTo>
                    <a:lnTo>
                      <a:pt x="11608" y="44532"/>
                    </a:lnTo>
                    <a:cubicBezTo>
                      <a:pt x="9974" y="46200"/>
                      <a:pt x="11175" y="49002"/>
                      <a:pt x="13543" y="49002"/>
                    </a:cubicBezTo>
                    <a:cubicBezTo>
                      <a:pt x="20381" y="49036"/>
                      <a:pt x="28887" y="52171"/>
                      <a:pt x="33190" y="56775"/>
                    </a:cubicBezTo>
                    <a:cubicBezTo>
                      <a:pt x="33734" y="57373"/>
                      <a:pt x="34457" y="57658"/>
                      <a:pt x="35171" y="57658"/>
                    </a:cubicBezTo>
                    <a:cubicBezTo>
                      <a:pt x="36168" y="57658"/>
                      <a:pt x="37147" y="57104"/>
                      <a:pt x="37594" y="56074"/>
                    </a:cubicBezTo>
                    <a:cubicBezTo>
                      <a:pt x="37794" y="55574"/>
                      <a:pt x="37994" y="55107"/>
                      <a:pt x="38227" y="54606"/>
                    </a:cubicBezTo>
                    <a:lnTo>
                      <a:pt x="38227" y="54606"/>
                    </a:lnTo>
                    <a:cubicBezTo>
                      <a:pt x="37408" y="56428"/>
                      <a:pt x="38799" y="58333"/>
                      <a:pt x="40666" y="58333"/>
                    </a:cubicBezTo>
                    <a:cubicBezTo>
                      <a:pt x="40849" y="58333"/>
                      <a:pt x="41038" y="58315"/>
                      <a:pt x="41230" y="58276"/>
                    </a:cubicBezTo>
                    <a:cubicBezTo>
                      <a:pt x="43367" y="57814"/>
                      <a:pt x="45880" y="57597"/>
                      <a:pt x="48538" y="57597"/>
                    </a:cubicBezTo>
                    <a:cubicBezTo>
                      <a:pt x="55294" y="57597"/>
                      <a:pt x="62989" y="58998"/>
                      <a:pt x="67849" y="61344"/>
                    </a:cubicBezTo>
                    <a:cubicBezTo>
                      <a:pt x="68217" y="61519"/>
                      <a:pt x="68597" y="61599"/>
                      <a:pt x="68967" y="61599"/>
                    </a:cubicBezTo>
                    <a:cubicBezTo>
                      <a:pt x="70405" y="61599"/>
                      <a:pt x="71694" y="60389"/>
                      <a:pt x="71625" y="58814"/>
                    </a:cubicBezTo>
                    <a:lnTo>
                      <a:pt x="71625" y="58814"/>
                    </a:lnTo>
                    <a:cubicBezTo>
                      <a:pt x="71648" y="59124"/>
                      <a:pt x="71677" y="59434"/>
                      <a:pt x="71718" y="59743"/>
                    </a:cubicBezTo>
                    <a:cubicBezTo>
                      <a:pt x="71838" y="61184"/>
                      <a:pt x="73064" y="62141"/>
                      <a:pt x="74364" y="62141"/>
                    </a:cubicBezTo>
                    <a:cubicBezTo>
                      <a:pt x="74870" y="62141"/>
                      <a:pt x="75387" y="61996"/>
                      <a:pt x="75854" y="61678"/>
                    </a:cubicBezTo>
                    <a:cubicBezTo>
                      <a:pt x="79557" y="59143"/>
                      <a:pt x="84560" y="57175"/>
                      <a:pt x="89964" y="56007"/>
                    </a:cubicBezTo>
                    <a:cubicBezTo>
                      <a:pt x="89764" y="55974"/>
                      <a:pt x="89531" y="55874"/>
                      <a:pt x="89331" y="55774"/>
                    </a:cubicBezTo>
                    <a:cubicBezTo>
                      <a:pt x="84466" y="53426"/>
                      <a:pt x="76762" y="52041"/>
                      <a:pt x="70001" y="52041"/>
                    </a:cubicBezTo>
                    <a:cubicBezTo>
                      <a:pt x="67350" y="52041"/>
                      <a:pt x="64844" y="52254"/>
                      <a:pt x="62712" y="52705"/>
                    </a:cubicBezTo>
                    <a:cubicBezTo>
                      <a:pt x="62205" y="52816"/>
                      <a:pt x="61561" y="52870"/>
                      <a:pt x="60853" y="52870"/>
                    </a:cubicBezTo>
                    <a:cubicBezTo>
                      <a:pt x="58578" y="52870"/>
                      <a:pt x="55657" y="52306"/>
                      <a:pt x="54639" y="51237"/>
                    </a:cubicBezTo>
                    <a:cubicBezTo>
                      <a:pt x="50369" y="46601"/>
                      <a:pt x="41830" y="43498"/>
                      <a:pt x="35025" y="43465"/>
                    </a:cubicBezTo>
                    <a:cubicBezTo>
                      <a:pt x="32657" y="43465"/>
                      <a:pt x="27620" y="40863"/>
                      <a:pt x="27353" y="38628"/>
                    </a:cubicBezTo>
                    <a:cubicBezTo>
                      <a:pt x="26853" y="34225"/>
                      <a:pt x="25051" y="30522"/>
                      <a:pt x="22550" y="28054"/>
                    </a:cubicBezTo>
                    <a:cubicBezTo>
                      <a:pt x="21449" y="26987"/>
                      <a:pt x="21582" y="25152"/>
                      <a:pt x="22783" y="24185"/>
                    </a:cubicBezTo>
                    <a:cubicBezTo>
                      <a:pt x="33624" y="15278"/>
                      <a:pt x="54406" y="5805"/>
                      <a:pt x="71017" y="1"/>
                    </a:cubicBezTo>
                    <a:close/>
                  </a:path>
                </a:pathLst>
              </a:custGeom>
              <a:solidFill>
                <a:srgbClr val="191919">
                  <a:alpha val="284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7" name="Google Shape;1037;p5"/>
              <p:cNvSpPr/>
              <p:nvPr/>
            </p:nvSpPr>
            <p:spPr>
              <a:xfrm>
                <a:off x="1820150" y="2665738"/>
                <a:ext cx="184325" cy="255200"/>
              </a:xfrm>
              <a:custGeom>
                <a:avLst/>
                <a:gdLst/>
                <a:ahLst/>
                <a:cxnLst/>
                <a:rect l="l" t="t" r="r" b="b"/>
                <a:pathLst>
                  <a:path w="7373" h="10208" extrusionOk="0">
                    <a:moveTo>
                      <a:pt x="3670" y="0"/>
                    </a:moveTo>
                    <a:cubicBezTo>
                      <a:pt x="1835" y="0"/>
                      <a:pt x="1" y="10208"/>
                      <a:pt x="1" y="10208"/>
                    </a:cubicBezTo>
                    <a:lnTo>
                      <a:pt x="7372" y="10208"/>
                    </a:lnTo>
                    <a:cubicBezTo>
                      <a:pt x="7372" y="10208"/>
                      <a:pt x="5538" y="0"/>
                      <a:pt x="36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8" name="Google Shape;1038;p5"/>
              <p:cNvSpPr/>
              <p:nvPr/>
            </p:nvSpPr>
            <p:spPr>
              <a:xfrm>
                <a:off x="1765100" y="2865038"/>
                <a:ext cx="293575" cy="111775"/>
              </a:xfrm>
              <a:custGeom>
                <a:avLst/>
                <a:gdLst/>
                <a:ahLst/>
                <a:cxnLst/>
                <a:rect l="l" t="t" r="r" b="b"/>
                <a:pathLst>
                  <a:path w="11743" h="4471" extrusionOk="0">
                    <a:moveTo>
                      <a:pt x="2002" y="1"/>
                    </a:moveTo>
                    <a:cubicBezTo>
                      <a:pt x="902" y="1"/>
                      <a:pt x="1" y="902"/>
                      <a:pt x="1" y="2002"/>
                    </a:cubicBezTo>
                    <a:lnTo>
                      <a:pt x="1" y="2469"/>
                    </a:lnTo>
                    <a:cubicBezTo>
                      <a:pt x="1" y="3570"/>
                      <a:pt x="902" y="4471"/>
                      <a:pt x="2002" y="4471"/>
                    </a:cubicBezTo>
                    <a:lnTo>
                      <a:pt x="9741" y="4471"/>
                    </a:lnTo>
                    <a:cubicBezTo>
                      <a:pt x="10875" y="4471"/>
                      <a:pt x="11743" y="3570"/>
                      <a:pt x="11743" y="2469"/>
                    </a:cubicBezTo>
                    <a:lnTo>
                      <a:pt x="11743" y="2002"/>
                    </a:lnTo>
                    <a:cubicBezTo>
                      <a:pt x="11743" y="902"/>
                      <a:pt x="10875" y="1"/>
                      <a:pt x="974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039" name="Google Shape;1039;p5"/>
          <p:cNvGrpSpPr/>
          <p:nvPr/>
        </p:nvGrpSpPr>
        <p:grpSpPr>
          <a:xfrm>
            <a:off x="6832683" y="4409614"/>
            <a:ext cx="3369488" cy="1707138"/>
            <a:chOff x="2087475" y="2783813"/>
            <a:chExt cx="3624275" cy="1836225"/>
          </a:xfrm>
        </p:grpSpPr>
        <p:sp>
          <p:nvSpPr>
            <p:cNvPr id="1040" name="Google Shape;1040;p5"/>
            <p:cNvSpPr/>
            <p:nvPr/>
          </p:nvSpPr>
          <p:spPr>
            <a:xfrm>
              <a:off x="2087475" y="3066513"/>
              <a:ext cx="1777125" cy="1163775"/>
            </a:xfrm>
            <a:custGeom>
              <a:avLst/>
              <a:gdLst/>
              <a:ahLst/>
              <a:cxnLst/>
              <a:rect l="l" t="t" r="r" b="b"/>
              <a:pathLst>
                <a:path w="71085" h="46551" extrusionOk="0">
                  <a:moveTo>
                    <a:pt x="71051" y="1"/>
                  </a:moveTo>
                  <a:cubicBezTo>
                    <a:pt x="59209" y="601"/>
                    <a:pt x="18213" y="15879"/>
                    <a:pt x="1301" y="29722"/>
                  </a:cubicBezTo>
                  <a:cubicBezTo>
                    <a:pt x="100" y="30723"/>
                    <a:pt x="0" y="32524"/>
                    <a:pt x="1101" y="33625"/>
                  </a:cubicBezTo>
                  <a:cubicBezTo>
                    <a:pt x="3569" y="36060"/>
                    <a:pt x="5371" y="39762"/>
                    <a:pt x="5904" y="44166"/>
                  </a:cubicBezTo>
                  <a:cubicBezTo>
                    <a:pt x="6057" y="45630"/>
                    <a:pt x="7285" y="46551"/>
                    <a:pt x="8555" y="46551"/>
                  </a:cubicBezTo>
                  <a:cubicBezTo>
                    <a:pt x="9222" y="46551"/>
                    <a:pt x="9901" y="46296"/>
                    <a:pt x="10441" y="45733"/>
                  </a:cubicBezTo>
                  <a:cubicBezTo>
                    <a:pt x="24151" y="31390"/>
                    <a:pt x="50203" y="12610"/>
                    <a:pt x="71051" y="568"/>
                  </a:cubicBezTo>
                  <a:cubicBezTo>
                    <a:pt x="71051" y="401"/>
                    <a:pt x="71051" y="201"/>
                    <a:pt x="7108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" name="Google Shape;1041;p5"/>
            <p:cNvSpPr/>
            <p:nvPr/>
          </p:nvSpPr>
          <p:spPr>
            <a:xfrm>
              <a:off x="2335975" y="3080688"/>
              <a:ext cx="1529450" cy="1427300"/>
            </a:xfrm>
            <a:custGeom>
              <a:avLst/>
              <a:gdLst/>
              <a:ahLst/>
              <a:cxnLst/>
              <a:rect l="l" t="t" r="r" b="b"/>
              <a:pathLst>
                <a:path w="61178" h="57092" extrusionOk="0">
                  <a:moveTo>
                    <a:pt x="61111" y="1"/>
                  </a:moveTo>
                  <a:cubicBezTo>
                    <a:pt x="40830" y="11709"/>
                    <a:pt x="15678" y="29789"/>
                    <a:pt x="1668" y="43932"/>
                  </a:cubicBezTo>
                  <a:cubicBezTo>
                    <a:pt x="1" y="45633"/>
                    <a:pt x="1235" y="48435"/>
                    <a:pt x="3603" y="48435"/>
                  </a:cubicBezTo>
                  <a:cubicBezTo>
                    <a:pt x="10441" y="48469"/>
                    <a:pt x="18947" y="51604"/>
                    <a:pt x="23250" y="56208"/>
                  </a:cubicBezTo>
                  <a:cubicBezTo>
                    <a:pt x="23794" y="56806"/>
                    <a:pt x="24517" y="57091"/>
                    <a:pt x="25231" y="57091"/>
                  </a:cubicBezTo>
                  <a:cubicBezTo>
                    <a:pt x="26228" y="57091"/>
                    <a:pt x="27207" y="56537"/>
                    <a:pt x="27654" y="55507"/>
                  </a:cubicBezTo>
                  <a:cubicBezTo>
                    <a:pt x="34525" y="39529"/>
                    <a:pt x="48001" y="18180"/>
                    <a:pt x="61178" y="101"/>
                  </a:cubicBezTo>
                  <a:cubicBezTo>
                    <a:pt x="61144" y="34"/>
                    <a:pt x="61144" y="67"/>
                    <a:pt x="6111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Google Shape;1042;p5"/>
            <p:cNvSpPr/>
            <p:nvPr/>
          </p:nvSpPr>
          <p:spPr>
            <a:xfrm>
              <a:off x="3022650" y="3086538"/>
              <a:ext cx="858600" cy="1520275"/>
            </a:xfrm>
            <a:custGeom>
              <a:avLst/>
              <a:gdLst/>
              <a:ahLst/>
              <a:cxnLst/>
              <a:rect l="l" t="t" r="r" b="b"/>
              <a:pathLst>
                <a:path w="34344" h="60811" extrusionOk="0">
                  <a:moveTo>
                    <a:pt x="33610" y="0"/>
                  </a:moveTo>
                  <a:lnTo>
                    <a:pt x="33610" y="0"/>
                  </a:lnTo>
                  <a:cubicBezTo>
                    <a:pt x="20868" y="17479"/>
                    <a:pt x="7859" y="38027"/>
                    <a:pt x="820" y="53805"/>
                  </a:cubicBezTo>
                  <a:cubicBezTo>
                    <a:pt x="1" y="55627"/>
                    <a:pt x="1392" y="57532"/>
                    <a:pt x="3259" y="57532"/>
                  </a:cubicBezTo>
                  <a:cubicBezTo>
                    <a:pt x="3442" y="57532"/>
                    <a:pt x="3631" y="57514"/>
                    <a:pt x="3823" y="57475"/>
                  </a:cubicBezTo>
                  <a:cubicBezTo>
                    <a:pt x="5960" y="57013"/>
                    <a:pt x="8473" y="56796"/>
                    <a:pt x="11131" y="56796"/>
                  </a:cubicBezTo>
                  <a:cubicBezTo>
                    <a:pt x="17887" y="56796"/>
                    <a:pt x="25582" y="58197"/>
                    <a:pt x="30442" y="60543"/>
                  </a:cubicBezTo>
                  <a:cubicBezTo>
                    <a:pt x="30815" y="60727"/>
                    <a:pt x="31200" y="60811"/>
                    <a:pt x="31574" y="60811"/>
                  </a:cubicBezTo>
                  <a:cubicBezTo>
                    <a:pt x="33038" y="60811"/>
                    <a:pt x="34344" y="59529"/>
                    <a:pt x="34211" y="57908"/>
                  </a:cubicBezTo>
                  <a:cubicBezTo>
                    <a:pt x="32443" y="37794"/>
                    <a:pt x="32777" y="16745"/>
                    <a:pt x="3361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Google Shape;1043;p5"/>
            <p:cNvSpPr/>
            <p:nvPr/>
          </p:nvSpPr>
          <p:spPr>
            <a:xfrm>
              <a:off x="3878750" y="3065688"/>
              <a:ext cx="1833000" cy="1095200"/>
            </a:xfrm>
            <a:custGeom>
              <a:avLst/>
              <a:gdLst/>
              <a:ahLst/>
              <a:cxnLst/>
              <a:rect l="l" t="t" r="r" b="b"/>
              <a:pathLst>
                <a:path w="73320" h="43808" extrusionOk="0">
                  <a:moveTo>
                    <a:pt x="100" y="0"/>
                  </a:moveTo>
                  <a:lnTo>
                    <a:pt x="0" y="334"/>
                  </a:lnTo>
                  <a:cubicBezTo>
                    <a:pt x="23450" y="12276"/>
                    <a:pt x="51837" y="29588"/>
                    <a:pt x="67248" y="43131"/>
                  </a:cubicBezTo>
                  <a:cubicBezTo>
                    <a:pt x="67767" y="43597"/>
                    <a:pt x="68383" y="43807"/>
                    <a:pt x="68988" y="43807"/>
                  </a:cubicBezTo>
                  <a:cubicBezTo>
                    <a:pt x="70289" y="43807"/>
                    <a:pt x="71538" y="42833"/>
                    <a:pt x="71651" y="41330"/>
                  </a:cubicBezTo>
                  <a:cubicBezTo>
                    <a:pt x="71818" y="38961"/>
                    <a:pt x="72218" y="36326"/>
                    <a:pt x="72986" y="34125"/>
                  </a:cubicBezTo>
                  <a:cubicBezTo>
                    <a:pt x="73319" y="33091"/>
                    <a:pt x="73052" y="31956"/>
                    <a:pt x="72252" y="31256"/>
                  </a:cubicBezTo>
                  <a:cubicBezTo>
                    <a:pt x="56274" y="16712"/>
                    <a:pt x="11275" y="0"/>
                    <a:pt x="10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" name="Google Shape;1044;p5"/>
            <p:cNvSpPr/>
            <p:nvPr/>
          </p:nvSpPr>
          <p:spPr>
            <a:xfrm>
              <a:off x="3874575" y="3072363"/>
              <a:ext cx="1687900" cy="1388950"/>
            </a:xfrm>
            <a:custGeom>
              <a:avLst/>
              <a:gdLst/>
              <a:ahLst/>
              <a:cxnLst/>
              <a:rect l="l" t="t" r="r" b="b"/>
              <a:pathLst>
                <a:path w="67516" h="55558" extrusionOk="0">
                  <a:moveTo>
                    <a:pt x="67" y="0"/>
                  </a:moveTo>
                  <a:cubicBezTo>
                    <a:pt x="34" y="67"/>
                    <a:pt x="34" y="33"/>
                    <a:pt x="0" y="67"/>
                  </a:cubicBezTo>
                  <a:cubicBezTo>
                    <a:pt x="16979" y="16979"/>
                    <a:pt x="36593" y="38361"/>
                    <a:pt x="44466" y="54072"/>
                  </a:cubicBezTo>
                  <a:cubicBezTo>
                    <a:pt x="44945" y="55049"/>
                    <a:pt x="45883" y="55558"/>
                    <a:pt x="46835" y="55558"/>
                  </a:cubicBezTo>
                  <a:cubicBezTo>
                    <a:pt x="47605" y="55558"/>
                    <a:pt x="48384" y="55225"/>
                    <a:pt x="48935" y="54539"/>
                  </a:cubicBezTo>
                  <a:cubicBezTo>
                    <a:pt x="53238" y="49135"/>
                    <a:pt x="58676" y="46367"/>
                    <a:pt x="64080" y="46033"/>
                  </a:cubicBezTo>
                  <a:cubicBezTo>
                    <a:pt x="66481" y="45900"/>
                    <a:pt x="67515" y="42931"/>
                    <a:pt x="65681" y="41363"/>
                  </a:cubicBezTo>
                  <a:cubicBezTo>
                    <a:pt x="49936" y="28053"/>
                    <a:pt x="22650" y="11508"/>
                    <a:pt x="6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5" name="Google Shape;1045;p5"/>
            <p:cNvSpPr/>
            <p:nvPr/>
          </p:nvSpPr>
          <p:spPr>
            <a:xfrm>
              <a:off x="3833700" y="3074013"/>
              <a:ext cx="1148675" cy="1546025"/>
            </a:xfrm>
            <a:custGeom>
              <a:avLst/>
              <a:gdLst/>
              <a:ahLst/>
              <a:cxnLst/>
              <a:rect l="l" t="t" r="r" b="b"/>
              <a:pathLst>
                <a:path w="45947" h="61841" extrusionOk="0">
                  <a:moveTo>
                    <a:pt x="1635" y="1"/>
                  </a:moveTo>
                  <a:cubicBezTo>
                    <a:pt x="1602" y="34"/>
                    <a:pt x="1569" y="34"/>
                    <a:pt x="1502" y="34"/>
                  </a:cubicBezTo>
                  <a:cubicBezTo>
                    <a:pt x="1402" y="168"/>
                    <a:pt x="1302" y="334"/>
                    <a:pt x="1168" y="501"/>
                  </a:cubicBezTo>
                  <a:cubicBezTo>
                    <a:pt x="301" y="17547"/>
                    <a:pt x="1" y="38995"/>
                    <a:pt x="1869" y="59443"/>
                  </a:cubicBezTo>
                  <a:cubicBezTo>
                    <a:pt x="1989" y="60884"/>
                    <a:pt x="3215" y="61841"/>
                    <a:pt x="4515" y="61841"/>
                  </a:cubicBezTo>
                  <a:cubicBezTo>
                    <a:pt x="5021" y="61841"/>
                    <a:pt x="5538" y="61696"/>
                    <a:pt x="6005" y="61378"/>
                  </a:cubicBezTo>
                  <a:cubicBezTo>
                    <a:pt x="12280" y="57075"/>
                    <a:pt x="22400" y="54418"/>
                    <a:pt x="31722" y="54418"/>
                  </a:cubicBezTo>
                  <a:cubicBezTo>
                    <a:pt x="35335" y="54418"/>
                    <a:pt x="38828" y="54817"/>
                    <a:pt x="41931" y="55674"/>
                  </a:cubicBezTo>
                  <a:cubicBezTo>
                    <a:pt x="42172" y="55738"/>
                    <a:pt x="42409" y="55768"/>
                    <a:pt x="42637" y="55768"/>
                  </a:cubicBezTo>
                  <a:cubicBezTo>
                    <a:pt x="44562" y="55768"/>
                    <a:pt x="45947" y="53653"/>
                    <a:pt x="44933" y="51805"/>
                  </a:cubicBezTo>
                  <a:cubicBezTo>
                    <a:pt x="36427" y="36360"/>
                    <a:pt x="17847" y="16112"/>
                    <a:pt x="163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046" name="Google Shape;1046;p5"/>
            <p:cNvGrpSpPr/>
            <p:nvPr/>
          </p:nvGrpSpPr>
          <p:grpSpPr>
            <a:xfrm>
              <a:off x="2087475" y="2783813"/>
              <a:ext cx="3624275" cy="1836225"/>
              <a:chOff x="112275" y="2665738"/>
              <a:chExt cx="3624275" cy="1836225"/>
            </a:xfrm>
          </p:grpSpPr>
          <p:sp>
            <p:nvSpPr>
              <p:cNvPr id="1047" name="Google Shape;1047;p5"/>
              <p:cNvSpPr/>
              <p:nvPr/>
            </p:nvSpPr>
            <p:spPr>
              <a:xfrm>
                <a:off x="112275" y="2948438"/>
                <a:ext cx="1777125" cy="1163775"/>
              </a:xfrm>
              <a:custGeom>
                <a:avLst/>
                <a:gdLst/>
                <a:ahLst/>
                <a:cxnLst/>
                <a:rect l="l" t="t" r="r" b="b"/>
                <a:pathLst>
                  <a:path w="71085" h="46551" extrusionOk="0">
                    <a:moveTo>
                      <a:pt x="71051" y="1"/>
                    </a:moveTo>
                    <a:cubicBezTo>
                      <a:pt x="59209" y="601"/>
                      <a:pt x="18213" y="15879"/>
                      <a:pt x="1301" y="29722"/>
                    </a:cubicBezTo>
                    <a:cubicBezTo>
                      <a:pt x="100" y="30723"/>
                      <a:pt x="0" y="32524"/>
                      <a:pt x="1101" y="33625"/>
                    </a:cubicBezTo>
                    <a:cubicBezTo>
                      <a:pt x="3569" y="36060"/>
                      <a:pt x="5371" y="39762"/>
                      <a:pt x="5904" y="44166"/>
                    </a:cubicBezTo>
                    <a:cubicBezTo>
                      <a:pt x="6057" y="45630"/>
                      <a:pt x="7285" y="46551"/>
                      <a:pt x="8555" y="46551"/>
                    </a:cubicBezTo>
                    <a:cubicBezTo>
                      <a:pt x="9222" y="46551"/>
                      <a:pt x="9901" y="46296"/>
                      <a:pt x="10441" y="45733"/>
                    </a:cubicBezTo>
                    <a:cubicBezTo>
                      <a:pt x="24151" y="31390"/>
                      <a:pt x="50203" y="12610"/>
                      <a:pt x="71051" y="568"/>
                    </a:cubicBezTo>
                    <a:cubicBezTo>
                      <a:pt x="71051" y="401"/>
                      <a:pt x="71051" y="201"/>
                      <a:pt x="71084" y="1"/>
                    </a:cubicBezTo>
                    <a:close/>
                  </a:path>
                </a:pathLst>
              </a:custGeom>
              <a:solidFill>
                <a:srgbClr val="191919">
                  <a:alpha val="284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8" name="Google Shape;1048;p5"/>
              <p:cNvSpPr/>
              <p:nvPr/>
            </p:nvSpPr>
            <p:spPr>
              <a:xfrm>
                <a:off x="360775" y="2962613"/>
                <a:ext cx="1529450" cy="1427300"/>
              </a:xfrm>
              <a:custGeom>
                <a:avLst/>
                <a:gdLst/>
                <a:ahLst/>
                <a:cxnLst/>
                <a:rect l="l" t="t" r="r" b="b"/>
                <a:pathLst>
                  <a:path w="61178" h="57092" extrusionOk="0">
                    <a:moveTo>
                      <a:pt x="61111" y="1"/>
                    </a:moveTo>
                    <a:cubicBezTo>
                      <a:pt x="40830" y="11709"/>
                      <a:pt x="15678" y="29789"/>
                      <a:pt x="1668" y="43932"/>
                    </a:cubicBezTo>
                    <a:cubicBezTo>
                      <a:pt x="1" y="45633"/>
                      <a:pt x="1235" y="48435"/>
                      <a:pt x="3603" y="48435"/>
                    </a:cubicBezTo>
                    <a:cubicBezTo>
                      <a:pt x="10441" y="48469"/>
                      <a:pt x="18947" y="51604"/>
                      <a:pt x="23250" y="56208"/>
                    </a:cubicBezTo>
                    <a:cubicBezTo>
                      <a:pt x="23794" y="56806"/>
                      <a:pt x="24517" y="57091"/>
                      <a:pt x="25231" y="57091"/>
                    </a:cubicBezTo>
                    <a:cubicBezTo>
                      <a:pt x="26228" y="57091"/>
                      <a:pt x="27207" y="56537"/>
                      <a:pt x="27654" y="55507"/>
                    </a:cubicBezTo>
                    <a:cubicBezTo>
                      <a:pt x="34525" y="39529"/>
                      <a:pt x="48001" y="18180"/>
                      <a:pt x="61178" y="101"/>
                    </a:cubicBezTo>
                    <a:cubicBezTo>
                      <a:pt x="61144" y="34"/>
                      <a:pt x="61144" y="67"/>
                      <a:pt x="61111" y="1"/>
                    </a:cubicBezTo>
                    <a:close/>
                  </a:path>
                </a:pathLst>
              </a:custGeom>
              <a:solidFill>
                <a:srgbClr val="191919">
                  <a:alpha val="189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9" name="Google Shape;1049;p5"/>
              <p:cNvSpPr/>
              <p:nvPr/>
            </p:nvSpPr>
            <p:spPr>
              <a:xfrm>
                <a:off x="1047450" y="2968463"/>
                <a:ext cx="858600" cy="1520275"/>
              </a:xfrm>
              <a:custGeom>
                <a:avLst/>
                <a:gdLst/>
                <a:ahLst/>
                <a:cxnLst/>
                <a:rect l="l" t="t" r="r" b="b"/>
                <a:pathLst>
                  <a:path w="34344" h="60811" extrusionOk="0">
                    <a:moveTo>
                      <a:pt x="33610" y="0"/>
                    </a:moveTo>
                    <a:lnTo>
                      <a:pt x="33610" y="0"/>
                    </a:lnTo>
                    <a:cubicBezTo>
                      <a:pt x="20868" y="17479"/>
                      <a:pt x="7859" y="38027"/>
                      <a:pt x="820" y="53805"/>
                    </a:cubicBezTo>
                    <a:cubicBezTo>
                      <a:pt x="1" y="55627"/>
                      <a:pt x="1392" y="57532"/>
                      <a:pt x="3259" y="57532"/>
                    </a:cubicBezTo>
                    <a:cubicBezTo>
                      <a:pt x="3442" y="57532"/>
                      <a:pt x="3631" y="57514"/>
                      <a:pt x="3823" y="57475"/>
                    </a:cubicBezTo>
                    <a:cubicBezTo>
                      <a:pt x="5960" y="57013"/>
                      <a:pt x="8473" y="56796"/>
                      <a:pt x="11131" y="56796"/>
                    </a:cubicBezTo>
                    <a:cubicBezTo>
                      <a:pt x="17887" y="56796"/>
                      <a:pt x="25582" y="58197"/>
                      <a:pt x="30442" y="60543"/>
                    </a:cubicBezTo>
                    <a:cubicBezTo>
                      <a:pt x="30815" y="60727"/>
                      <a:pt x="31200" y="60811"/>
                      <a:pt x="31574" y="60811"/>
                    </a:cubicBezTo>
                    <a:cubicBezTo>
                      <a:pt x="33038" y="60811"/>
                      <a:pt x="34344" y="59529"/>
                      <a:pt x="34211" y="57908"/>
                    </a:cubicBezTo>
                    <a:cubicBezTo>
                      <a:pt x="32443" y="37794"/>
                      <a:pt x="32777" y="16745"/>
                      <a:pt x="33610" y="0"/>
                    </a:cubicBezTo>
                    <a:close/>
                  </a:path>
                </a:pathLst>
              </a:custGeom>
              <a:solidFill>
                <a:srgbClr val="191919">
                  <a:alpha val="150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0" name="Google Shape;1050;p5"/>
              <p:cNvSpPr/>
              <p:nvPr/>
            </p:nvSpPr>
            <p:spPr>
              <a:xfrm>
                <a:off x="1903550" y="2947613"/>
                <a:ext cx="1833000" cy="1095200"/>
              </a:xfrm>
              <a:custGeom>
                <a:avLst/>
                <a:gdLst/>
                <a:ahLst/>
                <a:cxnLst/>
                <a:rect l="l" t="t" r="r" b="b"/>
                <a:pathLst>
                  <a:path w="73320" h="43808" extrusionOk="0">
                    <a:moveTo>
                      <a:pt x="100" y="0"/>
                    </a:moveTo>
                    <a:lnTo>
                      <a:pt x="0" y="334"/>
                    </a:lnTo>
                    <a:cubicBezTo>
                      <a:pt x="23450" y="12276"/>
                      <a:pt x="51837" y="29588"/>
                      <a:pt x="67248" y="43131"/>
                    </a:cubicBezTo>
                    <a:cubicBezTo>
                      <a:pt x="67767" y="43597"/>
                      <a:pt x="68383" y="43807"/>
                      <a:pt x="68988" y="43807"/>
                    </a:cubicBezTo>
                    <a:cubicBezTo>
                      <a:pt x="70289" y="43807"/>
                      <a:pt x="71538" y="42833"/>
                      <a:pt x="71651" y="41330"/>
                    </a:cubicBezTo>
                    <a:cubicBezTo>
                      <a:pt x="71818" y="38961"/>
                      <a:pt x="72218" y="36326"/>
                      <a:pt x="72986" y="34125"/>
                    </a:cubicBezTo>
                    <a:cubicBezTo>
                      <a:pt x="73319" y="33091"/>
                      <a:pt x="73052" y="31956"/>
                      <a:pt x="72252" y="31256"/>
                    </a:cubicBezTo>
                    <a:cubicBezTo>
                      <a:pt x="56274" y="16712"/>
                      <a:pt x="11275" y="0"/>
                      <a:pt x="100" y="0"/>
                    </a:cubicBezTo>
                    <a:close/>
                  </a:path>
                </a:pathLst>
              </a:custGeom>
              <a:solidFill>
                <a:srgbClr val="191919">
                  <a:alpha val="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1" name="Google Shape;1051;p5"/>
              <p:cNvSpPr/>
              <p:nvPr/>
            </p:nvSpPr>
            <p:spPr>
              <a:xfrm>
                <a:off x="1899375" y="2954288"/>
                <a:ext cx="1687900" cy="1388950"/>
              </a:xfrm>
              <a:custGeom>
                <a:avLst/>
                <a:gdLst/>
                <a:ahLst/>
                <a:cxnLst/>
                <a:rect l="l" t="t" r="r" b="b"/>
                <a:pathLst>
                  <a:path w="67516" h="55558" extrusionOk="0">
                    <a:moveTo>
                      <a:pt x="67" y="0"/>
                    </a:moveTo>
                    <a:cubicBezTo>
                      <a:pt x="34" y="67"/>
                      <a:pt x="34" y="33"/>
                      <a:pt x="0" y="67"/>
                    </a:cubicBezTo>
                    <a:cubicBezTo>
                      <a:pt x="16979" y="16979"/>
                      <a:pt x="36593" y="38361"/>
                      <a:pt x="44466" y="54072"/>
                    </a:cubicBezTo>
                    <a:cubicBezTo>
                      <a:pt x="44945" y="55049"/>
                      <a:pt x="45883" y="55558"/>
                      <a:pt x="46835" y="55558"/>
                    </a:cubicBezTo>
                    <a:cubicBezTo>
                      <a:pt x="47605" y="55558"/>
                      <a:pt x="48384" y="55225"/>
                      <a:pt x="48935" y="54539"/>
                    </a:cubicBezTo>
                    <a:cubicBezTo>
                      <a:pt x="53238" y="49135"/>
                      <a:pt x="58676" y="46367"/>
                      <a:pt x="64080" y="46033"/>
                    </a:cubicBezTo>
                    <a:cubicBezTo>
                      <a:pt x="66481" y="45900"/>
                      <a:pt x="67515" y="42931"/>
                      <a:pt x="65681" y="41363"/>
                    </a:cubicBezTo>
                    <a:cubicBezTo>
                      <a:pt x="49936" y="28053"/>
                      <a:pt x="22650" y="11508"/>
                      <a:pt x="67" y="0"/>
                    </a:cubicBezTo>
                    <a:close/>
                  </a:path>
                </a:pathLst>
              </a:custGeom>
              <a:solidFill>
                <a:srgbClr val="191919">
                  <a:alpha val="61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2" name="Google Shape;1052;p5"/>
              <p:cNvSpPr/>
              <p:nvPr/>
            </p:nvSpPr>
            <p:spPr>
              <a:xfrm>
                <a:off x="1858500" y="2955938"/>
                <a:ext cx="1148675" cy="1546025"/>
              </a:xfrm>
              <a:custGeom>
                <a:avLst/>
                <a:gdLst/>
                <a:ahLst/>
                <a:cxnLst/>
                <a:rect l="l" t="t" r="r" b="b"/>
                <a:pathLst>
                  <a:path w="45947" h="61841" extrusionOk="0">
                    <a:moveTo>
                      <a:pt x="1635" y="1"/>
                    </a:moveTo>
                    <a:cubicBezTo>
                      <a:pt x="1602" y="34"/>
                      <a:pt x="1569" y="34"/>
                      <a:pt x="1502" y="34"/>
                    </a:cubicBezTo>
                    <a:cubicBezTo>
                      <a:pt x="1402" y="168"/>
                      <a:pt x="1302" y="334"/>
                      <a:pt x="1168" y="501"/>
                    </a:cubicBezTo>
                    <a:cubicBezTo>
                      <a:pt x="301" y="17547"/>
                      <a:pt x="1" y="38995"/>
                      <a:pt x="1869" y="59443"/>
                    </a:cubicBezTo>
                    <a:cubicBezTo>
                      <a:pt x="1989" y="60884"/>
                      <a:pt x="3215" y="61841"/>
                      <a:pt x="4515" y="61841"/>
                    </a:cubicBezTo>
                    <a:cubicBezTo>
                      <a:pt x="5021" y="61841"/>
                      <a:pt x="5538" y="61696"/>
                      <a:pt x="6005" y="61378"/>
                    </a:cubicBezTo>
                    <a:cubicBezTo>
                      <a:pt x="12280" y="57075"/>
                      <a:pt x="22400" y="54418"/>
                      <a:pt x="31722" y="54418"/>
                    </a:cubicBezTo>
                    <a:cubicBezTo>
                      <a:pt x="35335" y="54418"/>
                      <a:pt x="38828" y="54817"/>
                      <a:pt x="41931" y="55674"/>
                    </a:cubicBezTo>
                    <a:cubicBezTo>
                      <a:pt x="42172" y="55738"/>
                      <a:pt x="42409" y="55768"/>
                      <a:pt x="42637" y="55768"/>
                    </a:cubicBezTo>
                    <a:cubicBezTo>
                      <a:pt x="44562" y="55768"/>
                      <a:pt x="45947" y="53653"/>
                      <a:pt x="44933" y="51805"/>
                    </a:cubicBezTo>
                    <a:cubicBezTo>
                      <a:pt x="36427" y="36360"/>
                      <a:pt x="17847" y="16112"/>
                      <a:pt x="1635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3" name="Google Shape;1053;p5"/>
              <p:cNvSpPr/>
              <p:nvPr/>
            </p:nvSpPr>
            <p:spPr>
              <a:xfrm>
                <a:off x="112275" y="2948438"/>
                <a:ext cx="2249125" cy="1553525"/>
              </a:xfrm>
              <a:custGeom>
                <a:avLst/>
                <a:gdLst/>
                <a:ahLst/>
                <a:cxnLst/>
                <a:rect l="l" t="t" r="r" b="b"/>
                <a:pathLst>
                  <a:path w="89965" h="62141" extrusionOk="0">
                    <a:moveTo>
                      <a:pt x="71585" y="58242"/>
                    </a:moveTo>
                    <a:lnTo>
                      <a:pt x="71585" y="58242"/>
                    </a:lnTo>
                    <a:cubicBezTo>
                      <a:pt x="71590" y="58323"/>
                      <a:pt x="71595" y="58404"/>
                      <a:pt x="71601" y="58485"/>
                    </a:cubicBezTo>
                    <a:lnTo>
                      <a:pt x="71601" y="58485"/>
                    </a:lnTo>
                    <a:cubicBezTo>
                      <a:pt x="71593" y="58407"/>
                      <a:pt x="71585" y="58324"/>
                      <a:pt x="71585" y="58242"/>
                    </a:cubicBezTo>
                    <a:close/>
                    <a:moveTo>
                      <a:pt x="71017" y="1"/>
                    </a:moveTo>
                    <a:lnTo>
                      <a:pt x="71017" y="1"/>
                    </a:lnTo>
                    <a:cubicBezTo>
                      <a:pt x="59142" y="634"/>
                      <a:pt x="18180" y="15879"/>
                      <a:pt x="1301" y="29722"/>
                    </a:cubicBezTo>
                    <a:cubicBezTo>
                      <a:pt x="100" y="30723"/>
                      <a:pt x="0" y="32524"/>
                      <a:pt x="1101" y="33625"/>
                    </a:cubicBezTo>
                    <a:cubicBezTo>
                      <a:pt x="3569" y="36060"/>
                      <a:pt x="5371" y="39762"/>
                      <a:pt x="5871" y="44166"/>
                    </a:cubicBezTo>
                    <a:cubicBezTo>
                      <a:pt x="6046" y="45630"/>
                      <a:pt x="7281" y="46551"/>
                      <a:pt x="8544" y="46551"/>
                    </a:cubicBezTo>
                    <a:cubicBezTo>
                      <a:pt x="9208" y="46551"/>
                      <a:pt x="9879" y="46296"/>
                      <a:pt x="10408" y="45733"/>
                    </a:cubicBezTo>
                    <a:cubicBezTo>
                      <a:pt x="10808" y="45333"/>
                      <a:pt x="11208" y="44933"/>
                      <a:pt x="11608" y="44532"/>
                    </a:cubicBezTo>
                    <a:lnTo>
                      <a:pt x="11608" y="44532"/>
                    </a:lnTo>
                    <a:cubicBezTo>
                      <a:pt x="9974" y="46200"/>
                      <a:pt x="11175" y="49002"/>
                      <a:pt x="13543" y="49002"/>
                    </a:cubicBezTo>
                    <a:cubicBezTo>
                      <a:pt x="20381" y="49036"/>
                      <a:pt x="28887" y="52171"/>
                      <a:pt x="33190" y="56775"/>
                    </a:cubicBezTo>
                    <a:cubicBezTo>
                      <a:pt x="33734" y="57373"/>
                      <a:pt x="34457" y="57658"/>
                      <a:pt x="35171" y="57658"/>
                    </a:cubicBezTo>
                    <a:cubicBezTo>
                      <a:pt x="36168" y="57658"/>
                      <a:pt x="37147" y="57104"/>
                      <a:pt x="37594" y="56074"/>
                    </a:cubicBezTo>
                    <a:cubicBezTo>
                      <a:pt x="37794" y="55574"/>
                      <a:pt x="37994" y="55107"/>
                      <a:pt x="38227" y="54606"/>
                    </a:cubicBezTo>
                    <a:lnTo>
                      <a:pt x="38227" y="54606"/>
                    </a:lnTo>
                    <a:cubicBezTo>
                      <a:pt x="37408" y="56428"/>
                      <a:pt x="38799" y="58333"/>
                      <a:pt x="40666" y="58333"/>
                    </a:cubicBezTo>
                    <a:cubicBezTo>
                      <a:pt x="40849" y="58333"/>
                      <a:pt x="41038" y="58315"/>
                      <a:pt x="41230" y="58276"/>
                    </a:cubicBezTo>
                    <a:cubicBezTo>
                      <a:pt x="43367" y="57814"/>
                      <a:pt x="45880" y="57597"/>
                      <a:pt x="48538" y="57597"/>
                    </a:cubicBezTo>
                    <a:cubicBezTo>
                      <a:pt x="55294" y="57597"/>
                      <a:pt x="62989" y="58998"/>
                      <a:pt x="67849" y="61344"/>
                    </a:cubicBezTo>
                    <a:cubicBezTo>
                      <a:pt x="68217" y="61519"/>
                      <a:pt x="68597" y="61599"/>
                      <a:pt x="68967" y="61599"/>
                    </a:cubicBezTo>
                    <a:cubicBezTo>
                      <a:pt x="70405" y="61599"/>
                      <a:pt x="71694" y="60389"/>
                      <a:pt x="71625" y="58814"/>
                    </a:cubicBezTo>
                    <a:lnTo>
                      <a:pt x="71625" y="58814"/>
                    </a:lnTo>
                    <a:cubicBezTo>
                      <a:pt x="71648" y="59124"/>
                      <a:pt x="71677" y="59434"/>
                      <a:pt x="71718" y="59743"/>
                    </a:cubicBezTo>
                    <a:cubicBezTo>
                      <a:pt x="71838" y="61184"/>
                      <a:pt x="73064" y="62141"/>
                      <a:pt x="74364" y="62141"/>
                    </a:cubicBezTo>
                    <a:cubicBezTo>
                      <a:pt x="74870" y="62141"/>
                      <a:pt x="75387" y="61996"/>
                      <a:pt x="75854" y="61678"/>
                    </a:cubicBezTo>
                    <a:cubicBezTo>
                      <a:pt x="79557" y="59143"/>
                      <a:pt x="84560" y="57175"/>
                      <a:pt x="89964" y="56007"/>
                    </a:cubicBezTo>
                    <a:cubicBezTo>
                      <a:pt x="89764" y="55974"/>
                      <a:pt x="89531" y="55874"/>
                      <a:pt x="89331" y="55774"/>
                    </a:cubicBezTo>
                    <a:cubicBezTo>
                      <a:pt x="84466" y="53426"/>
                      <a:pt x="76762" y="52041"/>
                      <a:pt x="70001" y="52041"/>
                    </a:cubicBezTo>
                    <a:cubicBezTo>
                      <a:pt x="67350" y="52041"/>
                      <a:pt x="64844" y="52254"/>
                      <a:pt x="62712" y="52705"/>
                    </a:cubicBezTo>
                    <a:cubicBezTo>
                      <a:pt x="62205" y="52816"/>
                      <a:pt x="61561" y="52870"/>
                      <a:pt x="60853" y="52870"/>
                    </a:cubicBezTo>
                    <a:cubicBezTo>
                      <a:pt x="58578" y="52870"/>
                      <a:pt x="55657" y="52306"/>
                      <a:pt x="54639" y="51237"/>
                    </a:cubicBezTo>
                    <a:cubicBezTo>
                      <a:pt x="50369" y="46601"/>
                      <a:pt x="41830" y="43498"/>
                      <a:pt x="35025" y="43465"/>
                    </a:cubicBezTo>
                    <a:cubicBezTo>
                      <a:pt x="32657" y="43465"/>
                      <a:pt x="27620" y="40863"/>
                      <a:pt x="27353" y="38628"/>
                    </a:cubicBezTo>
                    <a:cubicBezTo>
                      <a:pt x="26853" y="34225"/>
                      <a:pt x="25051" y="30522"/>
                      <a:pt x="22550" y="28054"/>
                    </a:cubicBezTo>
                    <a:cubicBezTo>
                      <a:pt x="21449" y="26987"/>
                      <a:pt x="21582" y="25152"/>
                      <a:pt x="22783" y="24185"/>
                    </a:cubicBezTo>
                    <a:cubicBezTo>
                      <a:pt x="33624" y="15278"/>
                      <a:pt x="54406" y="5805"/>
                      <a:pt x="71017" y="1"/>
                    </a:cubicBezTo>
                    <a:close/>
                  </a:path>
                </a:pathLst>
              </a:custGeom>
              <a:solidFill>
                <a:srgbClr val="191919">
                  <a:alpha val="284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4" name="Google Shape;1054;p5"/>
              <p:cNvSpPr/>
              <p:nvPr/>
            </p:nvSpPr>
            <p:spPr>
              <a:xfrm>
                <a:off x="1820150" y="2665738"/>
                <a:ext cx="184325" cy="255200"/>
              </a:xfrm>
              <a:custGeom>
                <a:avLst/>
                <a:gdLst/>
                <a:ahLst/>
                <a:cxnLst/>
                <a:rect l="l" t="t" r="r" b="b"/>
                <a:pathLst>
                  <a:path w="7373" h="10208" extrusionOk="0">
                    <a:moveTo>
                      <a:pt x="3670" y="0"/>
                    </a:moveTo>
                    <a:cubicBezTo>
                      <a:pt x="1835" y="0"/>
                      <a:pt x="1" y="10208"/>
                      <a:pt x="1" y="10208"/>
                    </a:cubicBezTo>
                    <a:lnTo>
                      <a:pt x="7372" y="10208"/>
                    </a:lnTo>
                    <a:cubicBezTo>
                      <a:pt x="7372" y="10208"/>
                      <a:pt x="5538" y="0"/>
                      <a:pt x="36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5" name="Google Shape;1055;p5"/>
              <p:cNvSpPr/>
              <p:nvPr/>
            </p:nvSpPr>
            <p:spPr>
              <a:xfrm>
                <a:off x="1765100" y="2865038"/>
                <a:ext cx="293575" cy="111775"/>
              </a:xfrm>
              <a:custGeom>
                <a:avLst/>
                <a:gdLst/>
                <a:ahLst/>
                <a:cxnLst/>
                <a:rect l="l" t="t" r="r" b="b"/>
                <a:pathLst>
                  <a:path w="11743" h="4471" extrusionOk="0">
                    <a:moveTo>
                      <a:pt x="2002" y="1"/>
                    </a:moveTo>
                    <a:cubicBezTo>
                      <a:pt x="902" y="1"/>
                      <a:pt x="1" y="902"/>
                      <a:pt x="1" y="2002"/>
                    </a:cubicBezTo>
                    <a:lnTo>
                      <a:pt x="1" y="2469"/>
                    </a:lnTo>
                    <a:cubicBezTo>
                      <a:pt x="1" y="3570"/>
                      <a:pt x="902" y="4471"/>
                      <a:pt x="2002" y="4471"/>
                    </a:cubicBezTo>
                    <a:lnTo>
                      <a:pt x="9741" y="4471"/>
                    </a:lnTo>
                    <a:cubicBezTo>
                      <a:pt x="10875" y="4471"/>
                      <a:pt x="11743" y="3570"/>
                      <a:pt x="11743" y="2469"/>
                    </a:cubicBezTo>
                    <a:lnTo>
                      <a:pt x="11743" y="2002"/>
                    </a:lnTo>
                    <a:cubicBezTo>
                      <a:pt x="11743" y="902"/>
                      <a:pt x="10875" y="1"/>
                      <a:pt x="974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056" name="Google Shape;1056;p5"/>
          <p:cNvSpPr txBox="1">
            <a:spLocks noGrp="1"/>
          </p:cNvSpPr>
          <p:nvPr>
            <p:ph type="title"/>
          </p:nvPr>
        </p:nvSpPr>
        <p:spPr>
          <a:xfrm>
            <a:off x="1376400" y="2623353"/>
            <a:ext cx="2742600" cy="530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057" name="Google Shape;1057;p5"/>
          <p:cNvSpPr txBox="1">
            <a:spLocks noGrp="1"/>
          </p:cNvSpPr>
          <p:nvPr>
            <p:ph type="title" idx="2"/>
          </p:nvPr>
        </p:nvSpPr>
        <p:spPr>
          <a:xfrm>
            <a:off x="5024990" y="2623353"/>
            <a:ext cx="2742600" cy="530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058" name="Google Shape;1058;p5"/>
          <p:cNvSpPr txBox="1">
            <a:spLocks noGrp="1"/>
          </p:cNvSpPr>
          <p:nvPr>
            <p:ph type="subTitle" idx="1"/>
          </p:nvPr>
        </p:nvSpPr>
        <p:spPr>
          <a:xfrm>
            <a:off x="4737737" y="3133225"/>
            <a:ext cx="3317100" cy="101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059" name="Google Shape;1059;p5"/>
          <p:cNvSpPr txBox="1">
            <a:spLocks noGrp="1"/>
          </p:cNvSpPr>
          <p:nvPr>
            <p:ph type="subTitle" idx="3"/>
          </p:nvPr>
        </p:nvSpPr>
        <p:spPr>
          <a:xfrm>
            <a:off x="1089175" y="3133225"/>
            <a:ext cx="3317100" cy="101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060" name="Google Shape;1060;p5"/>
          <p:cNvSpPr txBox="1">
            <a:spLocks noGrp="1"/>
          </p:cNvSpPr>
          <p:nvPr>
            <p:ph type="title" idx="4"/>
          </p:nvPr>
        </p:nvSpPr>
        <p:spPr>
          <a:xfrm>
            <a:off x="720000" y="532925"/>
            <a:ext cx="7704000" cy="484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0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2" name="Google Shape;1062;p6"/>
          <p:cNvGrpSpPr/>
          <p:nvPr/>
        </p:nvGrpSpPr>
        <p:grpSpPr>
          <a:xfrm>
            <a:off x="50125" y="0"/>
            <a:ext cx="8858300" cy="5317875"/>
            <a:chOff x="50125" y="0"/>
            <a:chExt cx="8858300" cy="5317875"/>
          </a:xfrm>
        </p:grpSpPr>
        <p:sp>
          <p:nvSpPr>
            <p:cNvPr id="1063" name="Google Shape;1063;p6"/>
            <p:cNvSpPr/>
            <p:nvPr/>
          </p:nvSpPr>
          <p:spPr>
            <a:xfrm>
              <a:off x="1626250" y="15512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0"/>
                  </a:moveTo>
                  <a:cubicBezTo>
                    <a:pt x="2001" y="1702"/>
                    <a:pt x="0" y="6505"/>
                    <a:pt x="2569" y="6505"/>
                  </a:cubicBezTo>
                  <a:cubicBezTo>
                    <a:pt x="5137" y="6505"/>
                    <a:pt x="3236" y="1802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4" name="Google Shape;1064;p6"/>
            <p:cNvSpPr/>
            <p:nvPr/>
          </p:nvSpPr>
          <p:spPr>
            <a:xfrm>
              <a:off x="3958725" y="519550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0"/>
                  </a:moveTo>
                  <a:cubicBezTo>
                    <a:pt x="1969" y="1668"/>
                    <a:pt x="1" y="6505"/>
                    <a:pt x="2569" y="6505"/>
                  </a:cubicBezTo>
                  <a:cubicBezTo>
                    <a:pt x="5138" y="6505"/>
                    <a:pt x="3237" y="1802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5" name="Google Shape;1065;p6"/>
            <p:cNvSpPr/>
            <p:nvPr/>
          </p:nvSpPr>
          <p:spPr>
            <a:xfrm>
              <a:off x="1291000" y="1710400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36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6" name="Google Shape;1066;p6"/>
            <p:cNvSpPr/>
            <p:nvPr/>
          </p:nvSpPr>
          <p:spPr>
            <a:xfrm>
              <a:off x="447900" y="0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" name="Google Shape;1067;p6"/>
            <p:cNvSpPr/>
            <p:nvPr/>
          </p:nvSpPr>
          <p:spPr>
            <a:xfrm>
              <a:off x="50125" y="1522775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2001" y="1701"/>
                    <a:pt x="0" y="6505"/>
                    <a:pt x="2569" y="6505"/>
                  </a:cubicBezTo>
                  <a:cubicBezTo>
                    <a:pt x="5137" y="6505"/>
                    <a:pt x="3269" y="1801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8" name="Google Shape;1068;p6"/>
            <p:cNvSpPr/>
            <p:nvPr/>
          </p:nvSpPr>
          <p:spPr>
            <a:xfrm>
              <a:off x="2361775" y="311075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1968" y="1668"/>
                    <a:pt x="0" y="6505"/>
                    <a:pt x="2569" y="6505"/>
                  </a:cubicBezTo>
                  <a:cubicBezTo>
                    <a:pt x="5137" y="6505"/>
                    <a:pt x="3236" y="1801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9" name="Google Shape;1069;p6"/>
            <p:cNvSpPr/>
            <p:nvPr/>
          </p:nvSpPr>
          <p:spPr>
            <a:xfrm>
              <a:off x="1150075" y="229350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0"/>
                  </a:moveTo>
                  <a:cubicBezTo>
                    <a:pt x="2002" y="1701"/>
                    <a:pt x="0" y="6538"/>
                    <a:pt x="2569" y="6538"/>
                  </a:cubicBezTo>
                  <a:cubicBezTo>
                    <a:pt x="5137" y="6538"/>
                    <a:pt x="3269" y="1801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0" name="Google Shape;1070;p6"/>
            <p:cNvSpPr/>
            <p:nvPr/>
          </p:nvSpPr>
          <p:spPr>
            <a:xfrm>
              <a:off x="3177350" y="203500"/>
              <a:ext cx="131775" cy="167625"/>
            </a:xfrm>
            <a:custGeom>
              <a:avLst/>
              <a:gdLst/>
              <a:ahLst/>
              <a:cxnLst/>
              <a:rect l="l" t="t" r="r" b="b"/>
              <a:pathLst>
                <a:path w="5271" h="6705" extrusionOk="0">
                  <a:moveTo>
                    <a:pt x="2636" y="0"/>
                  </a:moveTo>
                  <a:cubicBezTo>
                    <a:pt x="2035" y="1735"/>
                    <a:pt x="0" y="6705"/>
                    <a:pt x="2636" y="6705"/>
                  </a:cubicBezTo>
                  <a:cubicBezTo>
                    <a:pt x="5271" y="6705"/>
                    <a:pt x="3336" y="1868"/>
                    <a:pt x="2636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1" name="Google Shape;1071;p6"/>
            <p:cNvSpPr/>
            <p:nvPr/>
          </p:nvSpPr>
          <p:spPr>
            <a:xfrm>
              <a:off x="4516625" y="287725"/>
              <a:ext cx="132625" cy="167625"/>
            </a:xfrm>
            <a:custGeom>
              <a:avLst/>
              <a:gdLst/>
              <a:ahLst/>
              <a:cxnLst/>
              <a:rect l="l" t="t" r="r" b="b"/>
              <a:pathLst>
                <a:path w="5305" h="6705" extrusionOk="0">
                  <a:moveTo>
                    <a:pt x="2670" y="0"/>
                  </a:moveTo>
                  <a:cubicBezTo>
                    <a:pt x="2069" y="1735"/>
                    <a:pt x="1" y="6705"/>
                    <a:pt x="2670" y="6705"/>
                  </a:cubicBezTo>
                  <a:cubicBezTo>
                    <a:pt x="5305" y="6705"/>
                    <a:pt x="3370" y="1835"/>
                    <a:pt x="2670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2" name="Google Shape;1072;p6"/>
            <p:cNvSpPr/>
            <p:nvPr/>
          </p:nvSpPr>
          <p:spPr>
            <a:xfrm>
              <a:off x="2141600" y="97487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702"/>
                    <a:pt x="1" y="6505"/>
                    <a:pt x="2569" y="6505"/>
                  </a:cubicBezTo>
                  <a:cubicBezTo>
                    <a:pt x="5138" y="6505"/>
                    <a:pt x="3270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3" name="Google Shape;1073;p6"/>
            <p:cNvSpPr/>
            <p:nvPr/>
          </p:nvSpPr>
          <p:spPr>
            <a:xfrm>
              <a:off x="1764675" y="1737100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2002" y="1668"/>
                    <a:pt x="0" y="6505"/>
                    <a:pt x="2569" y="6505"/>
                  </a:cubicBezTo>
                  <a:cubicBezTo>
                    <a:pt x="5137" y="6505"/>
                    <a:pt x="3269" y="1768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4" name="Google Shape;1074;p6"/>
            <p:cNvSpPr/>
            <p:nvPr/>
          </p:nvSpPr>
          <p:spPr>
            <a:xfrm>
              <a:off x="3074775" y="111997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702"/>
                    <a:pt x="0" y="6505"/>
                    <a:pt x="2569" y="6505"/>
                  </a:cubicBezTo>
                  <a:cubicBezTo>
                    <a:pt x="5137" y="6505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5" name="Google Shape;1075;p6"/>
            <p:cNvSpPr/>
            <p:nvPr/>
          </p:nvSpPr>
          <p:spPr>
            <a:xfrm>
              <a:off x="415375" y="124172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702"/>
                    <a:pt x="0" y="6505"/>
                    <a:pt x="2569" y="6505"/>
                  </a:cubicBezTo>
                  <a:cubicBezTo>
                    <a:pt x="5137" y="6505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6" name="Google Shape;1076;p6"/>
            <p:cNvSpPr/>
            <p:nvPr/>
          </p:nvSpPr>
          <p:spPr>
            <a:xfrm>
              <a:off x="380350" y="2140700"/>
              <a:ext cx="132625" cy="167650"/>
            </a:xfrm>
            <a:custGeom>
              <a:avLst/>
              <a:gdLst/>
              <a:ahLst/>
              <a:cxnLst/>
              <a:rect l="l" t="t" r="r" b="b"/>
              <a:pathLst>
                <a:path w="5305" h="6706" extrusionOk="0">
                  <a:moveTo>
                    <a:pt x="2636" y="1"/>
                  </a:moveTo>
                  <a:cubicBezTo>
                    <a:pt x="2069" y="1735"/>
                    <a:pt x="0" y="6706"/>
                    <a:pt x="2636" y="6706"/>
                  </a:cubicBezTo>
                  <a:cubicBezTo>
                    <a:pt x="5304" y="6706"/>
                    <a:pt x="3370" y="1836"/>
                    <a:pt x="2636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7" name="Google Shape;1077;p6"/>
            <p:cNvSpPr/>
            <p:nvPr/>
          </p:nvSpPr>
          <p:spPr>
            <a:xfrm>
              <a:off x="3653525" y="2276650"/>
              <a:ext cx="132625" cy="167625"/>
            </a:xfrm>
            <a:custGeom>
              <a:avLst/>
              <a:gdLst/>
              <a:ahLst/>
              <a:cxnLst/>
              <a:rect l="l" t="t" r="r" b="b"/>
              <a:pathLst>
                <a:path w="5305" h="6705" extrusionOk="0">
                  <a:moveTo>
                    <a:pt x="2669" y="0"/>
                  </a:moveTo>
                  <a:cubicBezTo>
                    <a:pt x="2068" y="1735"/>
                    <a:pt x="0" y="6705"/>
                    <a:pt x="2669" y="6705"/>
                  </a:cubicBezTo>
                  <a:cubicBezTo>
                    <a:pt x="5304" y="6705"/>
                    <a:pt x="3369" y="1868"/>
                    <a:pt x="26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8" name="Google Shape;1078;p6"/>
            <p:cNvSpPr/>
            <p:nvPr/>
          </p:nvSpPr>
          <p:spPr>
            <a:xfrm>
              <a:off x="2307550" y="155862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668"/>
                    <a:pt x="1" y="6505"/>
                    <a:pt x="2569" y="6505"/>
                  </a:cubicBezTo>
                  <a:cubicBezTo>
                    <a:pt x="5138" y="6505"/>
                    <a:pt x="3270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9" name="Google Shape;1079;p6"/>
            <p:cNvSpPr/>
            <p:nvPr/>
          </p:nvSpPr>
          <p:spPr>
            <a:xfrm>
              <a:off x="3263250" y="1710400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0" name="Google Shape;1080;p6"/>
            <p:cNvSpPr/>
            <p:nvPr/>
          </p:nvSpPr>
          <p:spPr>
            <a:xfrm>
              <a:off x="82625" y="503700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1" y="6539"/>
                    <a:pt x="2569" y="6539"/>
                  </a:cubicBezTo>
                  <a:cubicBezTo>
                    <a:pt x="5138" y="6539"/>
                    <a:pt x="3270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1" name="Google Shape;1081;p6"/>
            <p:cNvSpPr/>
            <p:nvPr/>
          </p:nvSpPr>
          <p:spPr>
            <a:xfrm>
              <a:off x="3912025" y="1474400"/>
              <a:ext cx="131800" cy="167650"/>
            </a:xfrm>
            <a:custGeom>
              <a:avLst/>
              <a:gdLst/>
              <a:ahLst/>
              <a:cxnLst/>
              <a:rect l="l" t="t" r="r" b="b"/>
              <a:pathLst>
                <a:path w="5272" h="6706" extrusionOk="0">
                  <a:moveTo>
                    <a:pt x="2636" y="0"/>
                  </a:moveTo>
                  <a:cubicBezTo>
                    <a:pt x="2036" y="1735"/>
                    <a:pt x="1" y="6705"/>
                    <a:pt x="2636" y="6705"/>
                  </a:cubicBezTo>
                  <a:cubicBezTo>
                    <a:pt x="5271" y="6705"/>
                    <a:pt x="3337" y="1868"/>
                    <a:pt x="2636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2" name="Google Shape;1082;p6"/>
            <p:cNvSpPr/>
            <p:nvPr/>
          </p:nvSpPr>
          <p:spPr>
            <a:xfrm>
              <a:off x="4092800" y="1049300"/>
              <a:ext cx="132600" cy="167650"/>
            </a:xfrm>
            <a:custGeom>
              <a:avLst/>
              <a:gdLst/>
              <a:ahLst/>
              <a:cxnLst/>
              <a:rect l="l" t="t" r="r" b="b"/>
              <a:pathLst>
                <a:path w="5304" h="6706" extrusionOk="0">
                  <a:moveTo>
                    <a:pt x="2669" y="1"/>
                  </a:moveTo>
                  <a:cubicBezTo>
                    <a:pt x="2068" y="1735"/>
                    <a:pt x="0" y="6705"/>
                    <a:pt x="2669" y="6705"/>
                  </a:cubicBezTo>
                  <a:cubicBezTo>
                    <a:pt x="5304" y="6705"/>
                    <a:pt x="3369" y="1835"/>
                    <a:pt x="26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3" name="Google Shape;1083;p6"/>
            <p:cNvSpPr/>
            <p:nvPr/>
          </p:nvSpPr>
          <p:spPr>
            <a:xfrm>
              <a:off x="2616950" y="174042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0"/>
                  </a:moveTo>
                  <a:cubicBezTo>
                    <a:pt x="2002" y="1702"/>
                    <a:pt x="0" y="6505"/>
                    <a:pt x="2569" y="6505"/>
                  </a:cubicBezTo>
                  <a:cubicBezTo>
                    <a:pt x="5137" y="6505"/>
                    <a:pt x="3269" y="1802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189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4" name="Google Shape;1084;p6"/>
            <p:cNvSpPr/>
            <p:nvPr/>
          </p:nvSpPr>
          <p:spPr>
            <a:xfrm>
              <a:off x="3572625" y="189302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669"/>
                    <a:pt x="1" y="6505"/>
                    <a:pt x="2569" y="6505"/>
                  </a:cubicBezTo>
                  <a:cubicBezTo>
                    <a:pt x="5138" y="6505"/>
                    <a:pt x="3270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189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5" name="Google Shape;1085;p6"/>
            <p:cNvSpPr/>
            <p:nvPr/>
          </p:nvSpPr>
          <p:spPr>
            <a:xfrm>
              <a:off x="392025" y="68632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669"/>
                    <a:pt x="0" y="6506"/>
                    <a:pt x="2569" y="6506"/>
                  </a:cubicBezTo>
                  <a:cubicBezTo>
                    <a:pt x="5137" y="6506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6" name="Google Shape;1086;p6"/>
            <p:cNvSpPr/>
            <p:nvPr/>
          </p:nvSpPr>
          <p:spPr>
            <a:xfrm>
              <a:off x="6047850" y="15512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0"/>
                  </a:moveTo>
                  <a:cubicBezTo>
                    <a:pt x="2001" y="1702"/>
                    <a:pt x="0" y="6505"/>
                    <a:pt x="2569" y="6505"/>
                  </a:cubicBezTo>
                  <a:cubicBezTo>
                    <a:pt x="5137" y="6505"/>
                    <a:pt x="3236" y="1802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7" name="Google Shape;1087;p6"/>
            <p:cNvSpPr/>
            <p:nvPr/>
          </p:nvSpPr>
          <p:spPr>
            <a:xfrm>
              <a:off x="8380325" y="519550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0"/>
                  </a:moveTo>
                  <a:cubicBezTo>
                    <a:pt x="1969" y="1668"/>
                    <a:pt x="1" y="6505"/>
                    <a:pt x="2569" y="6505"/>
                  </a:cubicBezTo>
                  <a:cubicBezTo>
                    <a:pt x="5138" y="6505"/>
                    <a:pt x="3237" y="1802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8" name="Google Shape;1088;p6"/>
            <p:cNvSpPr/>
            <p:nvPr/>
          </p:nvSpPr>
          <p:spPr>
            <a:xfrm>
              <a:off x="5712600" y="1710400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36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Google Shape;1089;p6"/>
            <p:cNvSpPr/>
            <p:nvPr/>
          </p:nvSpPr>
          <p:spPr>
            <a:xfrm>
              <a:off x="4869500" y="0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Google Shape;1090;p6"/>
            <p:cNvSpPr/>
            <p:nvPr/>
          </p:nvSpPr>
          <p:spPr>
            <a:xfrm>
              <a:off x="4471725" y="1522775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2001" y="1701"/>
                    <a:pt x="0" y="6505"/>
                    <a:pt x="2569" y="6505"/>
                  </a:cubicBezTo>
                  <a:cubicBezTo>
                    <a:pt x="5137" y="6505"/>
                    <a:pt x="3269" y="1801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" name="Google Shape;1091;p6"/>
            <p:cNvSpPr/>
            <p:nvPr/>
          </p:nvSpPr>
          <p:spPr>
            <a:xfrm>
              <a:off x="6783375" y="311075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1968" y="1668"/>
                    <a:pt x="0" y="6505"/>
                    <a:pt x="2569" y="6505"/>
                  </a:cubicBezTo>
                  <a:cubicBezTo>
                    <a:pt x="5137" y="6505"/>
                    <a:pt x="3236" y="1801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2" name="Google Shape;1092;p6"/>
            <p:cNvSpPr/>
            <p:nvPr/>
          </p:nvSpPr>
          <p:spPr>
            <a:xfrm>
              <a:off x="5571675" y="229350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0"/>
                  </a:moveTo>
                  <a:cubicBezTo>
                    <a:pt x="2002" y="1701"/>
                    <a:pt x="0" y="6538"/>
                    <a:pt x="2569" y="6538"/>
                  </a:cubicBezTo>
                  <a:cubicBezTo>
                    <a:pt x="5137" y="6538"/>
                    <a:pt x="3269" y="1801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3" name="Google Shape;1093;p6"/>
            <p:cNvSpPr/>
            <p:nvPr/>
          </p:nvSpPr>
          <p:spPr>
            <a:xfrm>
              <a:off x="7598950" y="203500"/>
              <a:ext cx="131775" cy="167625"/>
            </a:xfrm>
            <a:custGeom>
              <a:avLst/>
              <a:gdLst/>
              <a:ahLst/>
              <a:cxnLst/>
              <a:rect l="l" t="t" r="r" b="b"/>
              <a:pathLst>
                <a:path w="5271" h="6705" extrusionOk="0">
                  <a:moveTo>
                    <a:pt x="2636" y="0"/>
                  </a:moveTo>
                  <a:cubicBezTo>
                    <a:pt x="2035" y="1735"/>
                    <a:pt x="0" y="6705"/>
                    <a:pt x="2636" y="6705"/>
                  </a:cubicBezTo>
                  <a:cubicBezTo>
                    <a:pt x="5271" y="6705"/>
                    <a:pt x="3336" y="1868"/>
                    <a:pt x="2636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4" name="Google Shape;1094;p6"/>
            <p:cNvSpPr/>
            <p:nvPr/>
          </p:nvSpPr>
          <p:spPr>
            <a:xfrm>
              <a:off x="6563200" y="97487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702"/>
                    <a:pt x="1" y="6505"/>
                    <a:pt x="2569" y="6505"/>
                  </a:cubicBezTo>
                  <a:cubicBezTo>
                    <a:pt x="5138" y="6505"/>
                    <a:pt x="3270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5" name="Google Shape;1095;p6"/>
            <p:cNvSpPr/>
            <p:nvPr/>
          </p:nvSpPr>
          <p:spPr>
            <a:xfrm>
              <a:off x="6186275" y="1737100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2002" y="1668"/>
                    <a:pt x="0" y="6505"/>
                    <a:pt x="2569" y="6505"/>
                  </a:cubicBezTo>
                  <a:cubicBezTo>
                    <a:pt x="5137" y="6505"/>
                    <a:pt x="3269" y="1768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6" name="Google Shape;1096;p6"/>
            <p:cNvSpPr/>
            <p:nvPr/>
          </p:nvSpPr>
          <p:spPr>
            <a:xfrm>
              <a:off x="7496375" y="111997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702"/>
                    <a:pt x="0" y="6505"/>
                    <a:pt x="2569" y="6505"/>
                  </a:cubicBezTo>
                  <a:cubicBezTo>
                    <a:pt x="5137" y="6505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7" name="Google Shape;1097;p6"/>
            <p:cNvSpPr/>
            <p:nvPr/>
          </p:nvSpPr>
          <p:spPr>
            <a:xfrm>
              <a:off x="4760775" y="108932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702"/>
                    <a:pt x="0" y="6505"/>
                    <a:pt x="2569" y="6505"/>
                  </a:cubicBezTo>
                  <a:cubicBezTo>
                    <a:pt x="5137" y="6505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8" name="Google Shape;1098;p6"/>
            <p:cNvSpPr/>
            <p:nvPr/>
          </p:nvSpPr>
          <p:spPr>
            <a:xfrm>
              <a:off x="4801950" y="2140700"/>
              <a:ext cx="132625" cy="167650"/>
            </a:xfrm>
            <a:custGeom>
              <a:avLst/>
              <a:gdLst/>
              <a:ahLst/>
              <a:cxnLst/>
              <a:rect l="l" t="t" r="r" b="b"/>
              <a:pathLst>
                <a:path w="5305" h="6706" extrusionOk="0">
                  <a:moveTo>
                    <a:pt x="2636" y="1"/>
                  </a:moveTo>
                  <a:cubicBezTo>
                    <a:pt x="2069" y="1735"/>
                    <a:pt x="0" y="6706"/>
                    <a:pt x="2636" y="6706"/>
                  </a:cubicBezTo>
                  <a:cubicBezTo>
                    <a:pt x="5304" y="6706"/>
                    <a:pt x="3370" y="1836"/>
                    <a:pt x="2636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9" name="Google Shape;1099;p6"/>
            <p:cNvSpPr/>
            <p:nvPr/>
          </p:nvSpPr>
          <p:spPr>
            <a:xfrm>
              <a:off x="8075125" y="2276650"/>
              <a:ext cx="132625" cy="167625"/>
            </a:xfrm>
            <a:custGeom>
              <a:avLst/>
              <a:gdLst/>
              <a:ahLst/>
              <a:cxnLst/>
              <a:rect l="l" t="t" r="r" b="b"/>
              <a:pathLst>
                <a:path w="5305" h="6705" extrusionOk="0">
                  <a:moveTo>
                    <a:pt x="2669" y="0"/>
                  </a:moveTo>
                  <a:cubicBezTo>
                    <a:pt x="2068" y="1735"/>
                    <a:pt x="0" y="6705"/>
                    <a:pt x="2669" y="6705"/>
                  </a:cubicBezTo>
                  <a:cubicBezTo>
                    <a:pt x="5304" y="6705"/>
                    <a:pt x="3369" y="1868"/>
                    <a:pt x="26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" name="Google Shape;1100;p6"/>
            <p:cNvSpPr/>
            <p:nvPr/>
          </p:nvSpPr>
          <p:spPr>
            <a:xfrm>
              <a:off x="6729150" y="155862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668"/>
                    <a:pt x="1" y="6505"/>
                    <a:pt x="2569" y="6505"/>
                  </a:cubicBezTo>
                  <a:cubicBezTo>
                    <a:pt x="5138" y="6505"/>
                    <a:pt x="3270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" name="Google Shape;1101;p6"/>
            <p:cNvSpPr/>
            <p:nvPr/>
          </p:nvSpPr>
          <p:spPr>
            <a:xfrm>
              <a:off x="7684850" y="1710400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" name="Google Shape;1102;p6"/>
            <p:cNvSpPr/>
            <p:nvPr/>
          </p:nvSpPr>
          <p:spPr>
            <a:xfrm>
              <a:off x="4504225" y="503700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1" y="6539"/>
                    <a:pt x="2569" y="6539"/>
                  </a:cubicBezTo>
                  <a:cubicBezTo>
                    <a:pt x="5138" y="6539"/>
                    <a:pt x="3270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3" name="Google Shape;1103;p6"/>
            <p:cNvSpPr/>
            <p:nvPr/>
          </p:nvSpPr>
          <p:spPr>
            <a:xfrm>
              <a:off x="8333625" y="1474400"/>
              <a:ext cx="131800" cy="167650"/>
            </a:xfrm>
            <a:custGeom>
              <a:avLst/>
              <a:gdLst/>
              <a:ahLst/>
              <a:cxnLst/>
              <a:rect l="l" t="t" r="r" b="b"/>
              <a:pathLst>
                <a:path w="5272" h="6706" extrusionOk="0">
                  <a:moveTo>
                    <a:pt x="2636" y="0"/>
                  </a:moveTo>
                  <a:cubicBezTo>
                    <a:pt x="2036" y="1735"/>
                    <a:pt x="1" y="6705"/>
                    <a:pt x="2636" y="6705"/>
                  </a:cubicBezTo>
                  <a:cubicBezTo>
                    <a:pt x="5271" y="6705"/>
                    <a:pt x="3337" y="1868"/>
                    <a:pt x="2636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4" name="Google Shape;1104;p6"/>
            <p:cNvSpPr/>
            <p:nvPr/>
          </p:nvSpPr>
          <p:spPr>
            <a:xfrm>
              <a:off x="4813625" y="68632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669"/>
                    <a:pt x="0" y="6506"/>
                    <a:pt x="2569" y="6506"/>
                  </a:cubicBezTo>
                  <a:cubicBezTo>
                    <a:pt x="5137" y="6506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5" name="Google Shape;1105;p6"/>
            <p:cNvSpPr/>
            <p:nvPr/>
          </p:nvSpPr>
          <p:spPr>
            <a:xfrm>
              <a:off x="6169800" y="1177000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36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6" name="Google Shape;1106;p6"/>
            <p:cNvSpPr/>
            <p:nvPr/>
          </p:nvSpPr>
          <p:spPr>
            <a:xfrm flipH="1">
              <a:off x="1517850" y="765563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702"/>
                    <a:pt x="0" y="6505"/>
                    <a:pt x="2569" y="6505"/>
                  </a:cubicBezTo>
                  <a:cubicBezTo>
                    <a:pt x="5137" y="6505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" name="Google Shape;1107;p6"/>
            <p:cNvSpPr/>
            <p:nvPr/>
          </p:nvSpPr>
          <p:spPr>
            <a:xfrm flipH="1">
              <a:off x="1329375" y="1355988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" name="Google Shape;1108;p6"/>
            <p:cNvSpPr/>
            <p:nvPr/>
          </p:nvSpPr>
          <p:spPr>
            <a:xfrm>
              <a:off x="7751450" y="755550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36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" name="Google Shape;1109;p6"/>
            <p:cNvSpPr/>
            <p:nvPr/>
          </p:nvSpPr>
          <p:spPr>
            <a:xfrm>
              <a:off x="8225125" y="782250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2002" y="1668"/>
                    <a:pt x="0" y="6505"/>
                    <a:pt x="2569" y="6505"/>
                  </a:cubicBezTo>
                  <a:cubicBezTo>
                    <a:pt x="5137" y="6505"/>
                    <a:pt x="3269" y="1768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" name="Google Shape;1110;p6"/>
            <p:cNvSpPr/>
            <p:nvPr/>
          </p:nvSpPr>
          <p:spPr>
            <a:xfrm>
              <a:off x="3335788" y="712175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36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" name="Google Shape;1111;p6"/>
            <p:cNvSpPr/>
            <p:nvPr/>
          </p:nvSpPr>
          <p:spPr>
            <a:xfrm>
              <a:off x="3809463" y="738875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2002" y="1668"/>
                    <a:pt x="0" y="6505"/>
                    <a:pt x="2569" y="6505"/>
                  </a:cubicBezTo>
                  <a:cubicBezTo>
                    <a:pt x="5137" y="6505"/>
                    <a:pt x="3269" y="1768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" name="Google Shape;1112;p6"/>
            <p:cNvSpPr/>
            <p:nvPr/>
          </p:nvSpPr>
          <p:spPr>
            <a:xfrm>
              <a:off x="1716500" y="2260650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0"/>
                  </a:moveTo>
                  <a:cubicBezTo>
                    <a:pt x="2001" y="1702"/>
                    <a:pt x="0" y="6505"/>
                    <a:pt x="2569" y="6505"/>
                  </a:cubicBezTo>
                  <a:cubicBezTo>
                    <a:pt x="5137" y="6505"/>
                    <a:pt x="3236" y="1802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" name="Google Shape;1113;p6"/>
            <p:cNvSpPr/>
            <p:nvPr/>
          </p:nvSpPr>
          <p:spPr>
            <a:xfrm>
              <a:off x="4048975" y="262507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0"/>
                  </a:moveTo>
                  <a:cubicBezTo>
                    <a:pt x="1969" y="1668"/>
                    <a:pt x="1" y="6505"/>
                    <a:pt x="2569" y="6505"/>
                  </a:cubicBezTo>
                  <a:cubicBezTo>
                    <a:pt x="5138" y="6505"/>
                    <a:pt x="3237" y="1802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" name="Google Shape;1114;p6"/>
            <p:cNvSpPr/>
            <p:nvPr/>
          </p:nvSpPr>
          <p:spPr>
            <a:xfrm>
              <a:off x="1381250" y="3815925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36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" name="Google Shape;1115;p6"/>
            <p:cNvSpPr/>
            <p:nvPr/>
          </p:nvSpPr>
          <p:spPr>
            <a:xfrm>
              <a:off x="538150" y="2105525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" name="Google Shape;1116;p6"/>
            <p:cNvSpPr/>
            <p:nvPr/>
          </p:nvSpPr>
          <p:spPr>
            <a:xfrm>
              <a:off x="140375" y="3628300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2001" y="1701"/>
                    <a:pt x="0" y="6505"/>
                    <a:pt x="2569" y="6505"/>
                  </a:cubicBezTo>
                  <a:cubicBezTo>
                    <a:pt x="5137" y="6505"/>
                    <a:pt x="3269" y="1801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7" name="Google Shape;1117;p6"/>
            <p:cNvSpPr/>
            <p:nvPr/>
          </p:nvSpPr>
          <p:spPr>
            <a:xfrm>
              <a:off x="2452025" y="2416600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1968" y="1668"/>
                    <a:pt x="0" y="6505"/>
                    <a:pt x="2569" y="6505"/>
                  </a:cubicBezTo>
                  <a:cubicBezTo>
                    <a:pt x="5137" y="6505"/>
                    <a:pt x="3236" y="1801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" name="Google Shape;1118;p6"/>
            <p:cNvSpPr/>
            <p:nvPr/>
          </p:nvSpPr>
          <p:spPr>
            <a:xfrm>
              <a:off x="1240325" y="2334875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0"/>
                  </a:moveTo>
                  <a:cubicBezTo>
                    <a:pt x="2002" y="1701"/>
                    <a:pt x="0" y="6538"/>
                    <a:pt x="2569" y="6538"/>
                  </a:cubicBezTo>
                  <a:cubicBezTo>
                    <a:pt x="5137" y="6538"/>
                    <a:pt x="3269" y="1801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9" name="Google Shape;1119;p6"/>
            <p:cNvSpPr/>
            <p:nvPr/>
          </p:nvSpPr>
          <p:spPr>
            <a:xfrm>
              <a:off x="3267600" y="2309025"/>
              <a:ext cx="131775" cy="167625"/>
            </a:xfrm>
            <a:custGeom>
              <a:avLst/>
              <a:gdLst/>
              <a:ahLst/>
              <a:cxnLst/>
              <a:rect l="l" t="t" r="r" b="b"/>
              <a:pathLst>
                <a:path w="5271" h="6705" extrusionOk="0">
                  <a:moveTo>
                    <a:pt x="2636" y="0"/>
                  </a:moveTo>
                  <a:cubicBezTo>
                    <a:pt x="2035" y="1735"/>
                    <a:pt x="0" y="6705"/>
                    <a:pt x="2636" y="6705"/>
                  </a:cubicBezTo>
                  <a:cubicBezTo>
                    <a:pt x="5271" y="6705"/>
                    <a:pt x="3336" y="1868"/>
                    <a:pt x="2636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0" name="Google Shape;1120;p6"/>
            <p:cNvSpPr/>
            <p:nvPr/>
          </p:nvSpPr>
          <p:spPr>
            <a:xfrm>
              <a:off x="4606875" y="2393250"/>
              <a:ext cx="132625" cy="167625"/>
            </a:xfrm>
            <a:custGeom>
              <a:avLst/>
              <a:gdLst/>
              <a:ahLst/>
              <a:cxnLst/>
              <a:rect l="l" t="t" r="r" b="b"/>
              <a:pathLst>
                <a:path w="5305" h="6705" extrusionOk="0">
                  <a:moveTo>
                    <a:pt x="2670" y="0"/>
                  </a:moveTo>
                  <a:cubicBezTo>
                    <a:pt x="2069" y="1735"/>
                    <a:pt x="1" y="6705"/>
                    <a:pt x="2670" y="6705"/>
                  </a:cubicBezTo>
                  <a:cubicBezTo>
                    <a:pt x="5305" y="6705"/>
                    <a:pt x="3370" y="1835"/>
                    <a:pt x="2670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" name="Google Shape;1121;p6"/>
            <p:cNvSpPr/>
            <p:nvPr/>
          </p:nvSpPr>
          <p:spPr>
            <a:xfrm>
              <a:off x="2231850" y="3080400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702"/>
                    <a:pt x="1" y="6505"/>
                    <a:pt x="2569" y="6505"/>
                  </a:cubicBezTo>
                  <a:cubicBezTo>
                    <a:pt x="5138" y="6505"/>
                    <a:pt x="3270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Google Shape;1122;p6"/>
            <p:cNvSpPr/>
            <p:nvPr/>
          </p:nvSpPr>
          <p:spPr>
            <a:xfrm>
              <a:off x="1854925" y="3842625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2002" y="1668"/>
                    <a:pt x="0" y="6505"/>
                    <a:pt x="2569" y="6505"/>
                  </a:cubicBezTo>
                  <a:cubicBezTo>
                    <a:pt x="5137" y="6505"/>
                    <a:pt x="3269" y="1768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Google Shape;1123;p6"/>
            <p:cNvSpPr/>
            <p:nvPr/>
          </p:nvSpPr>
          <p:spPr>
            <a:xfrm>
              <a:off x="3165025" y="3225500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702"/>
                    <a:pt x="0" y="6505"/>
                    <a:pt x="2569" y="6505"/>
                  </a:cubicBezTo>
                  <a:cubicBezTo>
                    <a:pt x="5137" y="6505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Google Shape;1124;p6"/>
            <p:cNvSpPr/>
            <p:nvPr/>
          </p:nvSpPr>
          <p:spPr>
            <a:xfrm>
              <a:off x="505625" y="3347250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702"/>
                    <a:pt x="0" y="6505"/>
                    <a:pt x="2569" y="6505"/>
                  </a:cubicBezTo>
                  <a:cubicBezTo>
                    <a:pt x="5137" y="6505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5" name="Google Shape;1125;p6"/>
            <p:cNvSpPr/>
            <p:nvPr/>
          </p:nvSpPr>
          <p:spPr>
            <a:xfrm>
              <a:off x="470600" y="4246225"/>
              <a:ext cx="132625" cy="167650"/>
            </a:xfrm>
            <a:custGeom>
              <a:avLst/>
              <a:gdLst/>
              <a:ahLst/>
              <a:cxnLst/>
              <a:rect l="l" t="t" r="r" b="b"/>
              <a:pathLst>
                <a:path w="5305" h="6706" extrusionOk="0">
                  <a:moveTo>
                    <a:pt x="2636" y="1"/>
                  </a:moveTo>
                  <a:cubicBezTo>
                    <a:pt x="2069" y="1735"/>
                    <a:pt x="0" y="6706"/>
                    <a:pt x="2636" y="6706"/>
                  </a:cubicBezTo>
                  <a:cubicBezTo>
                    <a:pt x="5304" y="6706"/>
                    <a:pt x="3370" y="1836"/>
                    <a:pt x="2636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6" name="Google Shape;1126;p6"/>
            <p:cNvSpPr/>
            <p:nvPr/>
          </p:nvSpPr>
          <p:spPr>
            <a:xfrm>
              <a:off x="3743775" y="4382175"/>
              <a:ext cx="132625" cy="167625"/>
            </a:xfrm>
            <a:custGeom>
              <a:avLst/>
              <a:gdLst/>
              <a:ahLst/>
              <a:cxnLst/>
              <a:rect l="l" t="t" r="r" b="b"/>
              <a:pathLst>
                <a:path w="5305" h="6705" extrusionOk="0">
                  <a:moveTo>
                    <a:pt x="2669" y="0"/>
                  </a:moveTo>
                  <a:cubicBezTo>
                    <a:pt x="2068" y="1735"/>
                    <a:pt x="0" y="6705"/>
                    <a:pt x="2669" y="6705"/>
                  </a:cubicBezTo>
                  <a:cubicBezTo>
                    <a:pt x="5304" y="6705"/>
                    <a:pt x="3369" y="1868"/>
                    <a:pt x="26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" name="Google Shape;1127;p6"/>
            <p:cNvSpPr/>
            <p:nvPr/>
          </p:nvSpPr>
          <p:spPr>
            <a:xfrm>
              <a:off x="2397800" y="3664150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668"/>
                    <a:pt x="1" y="6505"/>
                    <a:pt x="2569" y="6505"/>
                  </a:cubicBezTo>
                  <a:cubicBezTo>
                    <a:pt x="5138" y="6505"/>
                    <a:pt x="3270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Google Shape;1128;p6"/>
            <p:cNvSpPr/>
            <p:nvPr/>
          </p:nvSpPr>
          <p:spPr>
            <a:xfrm>
              <a:off x="3353500" y="3815925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Google Shape;1129;p6"/>
            <p:cNvSpPr/>
            <p:nvPr/>
          </p:nvSpPr>
          <p:spPr>
            <a:xfrm>
              <a:off x="172875" y="2609225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1" y="6539"/>
                    <a:pt x="2569" y="6539"/>
                  </a:cubicBezTo>
                  <a:cubicBezTo>
                    <a:pt x="5138" y="6539"/>
                    <a:pt x="3270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" name="Google Shape;1130;p6"/>
            <p:cNvSpPr/>
            <p:nvPr/>
          </p:nvSpPr>
          <p:spPr>
            <a:xfrm>
              <a:off x="4002275" y="3579925"/>
              <a:ext cx="131800" cy="167650"/>
            </a:xfrm>
            <a:custGeom>
              <a:avLst/>
              <a:gdLst/>
              <a:ahLst/>
              <a:cxnLst/>
              <a:rect l="l" t="t" r="r" b="b"/>
              <a:pathLst>
                <a:path w="5272" h="6706" extrusionOk="0">
                  <a:moveTo>
                    <a:pt x="2636" y="0"/>
                  </a:moveTo>
                  <a:cubicBezTo>
                    <a:pt x="2036" y="1735"/>
                    <a:pt x="1" y="6705"/>
                    <a:pt x="2636" y="6705"/>
                  </a:cubicBezTo>
                  <a:cubicBezTo>
                    <a:pt x="5271" y="6705"/>
                    <a:pt x="3337" y="1868"/>
                    <a:pt x="2636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Google Shape;1131;p6"/>
            <p:cNvSpPr/>
            <p:nvPr/>
          </p:nvSpPr>
          <p:spPr>
            <a:xfrm>
              <a:off x="4183050" y="3154825"/>
              <a:ext cx="132600" cy="167650"/>
            </a:xfrm>
            <a:custGeom>
              <a:avLst/>
              <a:gdLst/>
              <a:ahLst/>
              <a:cxnLst/>
              <a:rect l="l" t="t" r="r" b="b"/>
              <a:pathLst>
                <a:path w="5304" h="6706" extrusionOk="0">
                  <a:moveTo>
                    <a:pt x="2669" y="1"/>
                  </a:moveTo>
                  <a:cubicBezTo>
                    <a:pt x="2068" y="1735"/>
                    <a:pt x="0" y="6705"/>
                    <a:pt x="2669" y="6705"/>
                  </a:cubicBezTo>
                  <a:cubicBezTo>
                    <a:pt x="5304" y="6705"/>
                    <a:pt x="3369" y="1835"/>
                    <a:pt x="26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" name="Google Shape;1132;p6"/>
            <p:cNvSpPr/>
            <p:nvPr/>
          </p:nvSpPr>
          <p:spPr>
            <a:xfrm>
              <a:off x="2025875" y="244327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1969" y="1668"/>
                    <a:pt x="1" y="6505"/>
                    <a:pt x="2569" y="6505"/>
                  </a:cubicBezTo>
                  <a:cubicBezTo>
                    <a:pt x="5138" y="6505"/>
                    <a:pt x="3236" y="1769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189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3" name="Google Shape;1133;p6"/>
            <p:cNvSpPr/>
            <p:nvPr/>
          </p:nvSpPr>
          <p:spPr>
            <a:xfrm>
              <a:off x="3576975" y="2491650"/>
              <a:ext cx="131800" cy="167650"/>
            </a:xfrm>
            <a:custGeom>
              <a:avLst/>
              <a:gdLst/>
              <a:ahLst/>
              <a:cxnLst/>
              <a:rect l="l" t="t" r="r" b="b"/>
              <a:pathLst>
                <a:path w="5272" h="6706" extrusionOk="0">
                  <a:moveTo>
                    <a:pt x="2636" y="0"/>
                  </a:moveTo>
                  <a:cubicBezTo>
                    <a:pt x="2036" y="1735"/>
                    <a:pt x="1" y="6705"/>
                    <a:pt x="2636" y="6705"/>
                  </a:cubicBezTo>
                  <a:cubicBezTo>
                    <a:pt x="5271" y="6705"/>
                    <a:pt x="3337" y="1835"/>
                    <a:pt x="2636" y="0"/>
                  </a:cubicBezTo>
                  <a:close/>
                </a:path>
              </a:pathLst>
            </a:custGeom>
            <a:solidFill>
              <a:srgbClr val="191919">
                <a:alpha val="189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4" name="Google Shape;1134;p6"/>
            <p:cNvSpPr/>
            <p:nvPr/>
          </p:nvSpPr>
          <p:spPr>
            <a:xfrm>
              <a:off x="2707200" y="3845950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0"/>
                  </a:moveTo>
                  <a:cubicBezTo>
                    <a:pt x="2002" y="1702"/>
                    <a:pt x="0" y="6505"/>
                    <a:pt x="2569" y="6505"/>
                  </a:cubicBezTo>
                  <a:cubicBezTo>
                    <a:pt x="5137" y="6505"/>
                    <a:pt x="3269" y="1802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189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5" name="Google Shape;1135;p6"/>
            <p:cNvSpPr/>
            <p:nvPr/>
          </p:nvSpPr>
          <p:spPr>
            <a:xfrm>
              <a:off x="482275" y="2791850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669"/>
                    <a:pt x="0" y="6506"/>
                    <a:pt x="2569" y="6506"/>
                  </a:cubicBezTo>
                  <a:cubicBezTo>
                    <a:pt x="5137" y="6506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" name="Google Shape;1136;p6"/>
            <p:cNvSpPr/>
            <p:nvPr/>
          </p:nvSpPr>
          <p:spPr>
            <a:xfrm>
              <a:off x="6138100" y="2260650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0"/>
                  </a:moveTo>
                  <a:cubicBezTo>
                    <a:pt x="2001" y="1702"/>
                    <a:pt x="0" y="6505"/>
                    <a:pt x="2569" y="6505"/>
                  </a:cubicBezTo>
                  <a:cubicBezTo>
                    <a:pt x="5137" y="6505"/>
                    <a:pt x="3236" y="1802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7" name="Google Shape;1137;p6"/>
            <p:cNvSpPr/>
            <p:nvPr/>
          </p:nvSpPr>
          <p:spPr>
            <a:xfrm>
              <a:off x="8470575" y="262507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0"/>
                  </a:moveTo>
                  <a:cubicBezTo>
                    <a:pt x="1969" y="1668"/>
                    <a:pt x="1" y="6505"/>
                    <a:pt x="2569" y="6505"/>
                  </a:cubicBezTo>
                  <a:cubicBezTo>
                    <a:pt x="5138" y="6505"/>
                    <a:pt x="3237" y="1802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8" name="Google Shape;1138;p6"/>
            <p:cNvSpPr/>
            <p:nvPr/>
          </p:nvSpPr>
          <p:spPr>
            <a:xfrm>
              <a:off x="5802850" y="3815925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36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9" name="Google Shape;1139;p6"/>
            <p:cNvSpPr/>
            <p:nvPr/>
          </p:nvSpPr>
          <p:spPr>
            <a:xfrm>
              <a:off x="4959750" y="2105525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Google Shape;1140;p6"/>
            <p:cNvSpPr/>
            <p:nvPr/>
          </p:nvSpPr>
          <p:spPr>
            <a:xfrm>
              <a:off x="4561975" y="3628300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2001" y="1701"/>
                    <a:pt x="0" y="6505"/>
                    <a:pt x="2569" y="6505"/>
                  </a:cubicBezTo>
                  <a:cubicBezTo>
                    <a:pt x="5137" y="6505"/>
                    <a:pt x="3269" y="1801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1" name="Google Shape;1141;p6"/>
            <p:cNvSpPr/>
            <p:nvPr/>
          </p:nvSpPr>
          <p:spPr>
            <a:xfrm>
              <a:off x="6873625" y="2416600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1968" y="1668"/>
                    <a:pt x="0" y="6505"/>
                    <a:pt x="2569" y="6505"/>
                  </a:cubicBezTo>
                  <a:cubicBezTo>
                    <a:pt x="5137" y="6505"/>
                    <a:pt x="3236" y="1801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2" name="Google Shape;1142;p6"/>
            <p:cNvSpPr/>
            <p:nvPr/>
          </p:nvSpPr>
          <p:spPr>
            <a:xfrm>
              <a:off x="5661925" y="2334875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0"/>
                  </a:moveTo>
                  <a:cubicBezTo>
                    <a:pt x="2002" y="1701"/>
                    <a:pt x="0" y="6538"/>
                    <a:pt x="2569" y="6538"/>
                  </a:cubicBezTo>
                  <a:cubicBezTo>
                    <a:pt x="5137" y="6538"/>
                    <a:pt x="3269" y="1801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Google Shape;1143;p6"/>
            <p:cNvSpPr/>
            <p:nvPr/>
          </p:nvSpPr>
          <p:spPr>
            <a:xfrm>
              <a:off x="7689200" y="2309025"/>
              <a:ext cx="131775" cy="167625"/>
            </a:xfrm>
            <a:custGeom>
              <a:avLst/>
              <a:gdLst/>
              <a:ahLst/>
              <a:cxnLst/>
              <a:rect l="l" t="t" r="r" b="b"/>
              <a:pathLst>
                <a:path w="5271" h="6705" extrusionOk="0">
                  <a:moveTo>
                    <a:pt x="2636" y="0"/>
                  </a:moveTo>
                  <a:cubicBezTo>
                    <a:pt x="2035" y="1735"/>
                    <a:pt x="0" y="6705"/>
                    <a:pt x="2636" y="6705"/>
                  </a:cubicBezTo>
                  <a:cubicBezTo>
                    <a:pt x="5271" y="6705"/>
                    <a:pt x="3336" y="1868"/>
                    <a:pt x="2636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" name="Google Shape;1144;p6"/>
            <p:cNvSpPr/>
            <p:nvPr/>
          </p:nvSpPr>
          <p:spPr>
            <a:xfrm>
              <a:off x="6653450" y="3080400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702"/>
                    <a:pt x="1" y="6505"/>
                    <a:pt x="2569" y="6505"/>
                  </a:cubicBezTo>
                  <a:cubicBezTo>
                    <a:pt x="5138" y="6505"/>
                    <a:pt x="3270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5" name="Google Shape;1145;p6"/>
            <p:cNvSpPr/>
            <p:nvPr/>
          </p:nvSpPr>
          <p:spPr>
            <a:xfrm>
              <a:off x="6276525" y="3842625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2002" y="1668"/>
                    <a:pt x="0" y="6505"/>
                    <a:pt x="2569" y="6505"/>
                  </a:cubicBezTo>
                  <a:cubicBezTo>
                    <a:pt x="5137" y="6505"/>
                    <a:pt x="3269" y="1768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Google Shape;1146;p6"/>
            <p:cNvSpPr/>
            <p:nvPr/>
          </p:nvSpPr>
          <p:spPr>
            <a:xfrm>
              <a:off x="7586625" y="3225500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702"/>
                    <a:pt x="0" y="6505"/>
                    <a:pt x="2569" y="6505"/>
                  </a:cubicBezTo>
                  <a:cubicBezTo>
                    <a:pt x="5137" y="6505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Google Shape;1147;p6"/>
            <p:cNvSpPr/>
            <p:nvPr/>
          </p:nvSpPr>
          <p:spPr>
            <a:xfrm>
              <a:off x="4851025" y="3194850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702"/>
                    <a:pt x="0" y="6505"/>
                    <a:pt x="2569" y="6505"/>
                  </a:cubicBezTo>
                  <a:cubicBezTo>
                    <a:pt x="5137" y="6505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8" name="Google Shape;1148;p6"/>
            <p:cNvSpPr/>
            <p:nvPr/>
          </p:nvSpPr>
          <p:spPr>
            <a:xfrm>
              <a:off x="4892200" y="4246225"/>
              <a:ext cx="132625" cy="167650"/>
            </a:xfrm>
            <a:custGeom>
              <a:avLst/>
              <a:gdLst/>
              <a:ahLst/>
              <a:cxnLst/>
              <a:rect l="l" t="t" r="r" b="b"/>
              <a:pathLst>
                <a:path w="5305" h="6706" extrusionOk="0">
                  <a:moveTo>
                    <a:pt x="2636" y="1"/>
                  </a:moveTo>
                  <a:cubicBezTo>
                    <a:pt x="2069" y="1735"/>
                    <a:pt x="0" y="6706"/>
                    <a:pt x="2636" y="6706"/>
                  </a:cubicBezTo>
                  <a:cubicBezTo>
                    <a:pt x="5304" y="6706"/>
                    <a:pt x="3370" y="1836"/>
                    <a:pt x="2636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9" name="Google Shape;1149;p6"/>
            <p:cNvSpPr/>
            <p:nvPr/>
          </p:nvSpPr>
          <p:spPr>
            <a:xfrm>
              <a:off x="8165375" y="4382175"/>
              <a:ext cx="132625" cy="167625"/>
            </a:xfrm>
            <a:custGeom>
              <a:avLst/>
              <a:gdLst/>
              <a:ahLst/>
              <a:cxnLst/>
              <a:rect l="l" t="t" r="r" b="b"/>
              <a:pathLst>
                <a:path w="5305" h="6705" extrusionOk="0">
                  <a:moveTo>
                    <a:pt x="2669" y="0"/>
                  </a:moveTo>
                  <a:cubicBezTo>
                    <a:pt x="2068" y="1735"/>
                    <a:pt x="0" y="6705"/>
                    <a:pt x="2669" y="6705"/>
                  </a:cubicBezTo>
                  <a:cubicBezTo>
                    <a:pt x="5304" y="6705"/>
                    <a:pt x="3369" y="1868"/>
                    <a:pt x="26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0" name="Google Shape;1150;p6"/>
            <p:cNvSpPr/>
            <p:nvPr/>
          </p:nvSpPr>
          <p:spPr>
            <a:xfrm>
              <a:off x="6819400" y="3664150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668"/>
                    <a:pt x="1" y="6505"/>
                    <a:pt x="2569" y="6505"/>
                  </a:cubicBezTo>
                  <a:cubicBezTo>
                    <a:pt x="5138" y="6505"/>
                    <a:pt x="3270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Google Shape;1151;p6"/>
            <p:cNvSpPr/>
            <p:nvPr/>
          </p:nvSpPr>
          <p:spPr>
            <a:xfrm>
              <a:off x="7775100" y="3815925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Google Shape;1152;p6"/>
            <p:cNvSpPr/>
            <p:nvPr/>
          </p:nvSpPr>
          <p:spPr>
            <a:xfrm>
              <a:off x="4594475" y="2609225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1" y="6539"/>
                    <a:pt x="2569" y="6539"/>
                  </a:cubicBezTo>
                  <a:cubicBezTo>
                    <a:pt x="5138" y="6539"/>
                    <a:pt x="3270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Google Shape;1153;p6"/>
            <p:cNvSpPr/>
            <p:nvPr/>
          </p:nvSpPr>
          <p:spPr>
            <a:xfrm>
              <a:off x="8423875" y="3579925"/>
              <a:ext cx="131800" cy="167650"/>
            </a:xfrm>
            <a:custGeom>
              <a:avLst/>
              <a:gdLst/>
              <a:ahLst/>
              <a:cxnLst/>
              <a:rect l="l" t="t" r="r" b="b"/>
              <a:pathLst>
                <a:path w="5272" h="6706" extrusionOk="0">
                  <a:moveTo>
                    <a:pt x="2636" y="0"/>
                  </a:moveTo>
                  <a:cubicBezTo>
                    <a:pt x="2036" y="1735"/>
                    <a:pt x="1" y="6705"/>
                    <a:pt x="2636" y="6705"/>
                  </a:cubicBezTo>
                  <a:cubicBezTo>
                    <a:pt x="5271" y="6705"/>
                    <a:pt x="3337" y="1868"/>
                    <a:pt x="2636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4" name="Google Shape;1154;p6"/>
            <p:cNvSpPr/>
            <p:nvPr/>
          </p:nvSpPr>
          <p:spPr>
            <a:xfrm>
              <a:off x="4903875" y="2791850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669"/>
                    <a:pt x="0" y="6506"/>
                    <a:pt x="2569" y="6506"/>
                  </a:cubicBezTo>
                  <a:cubicBezTo>
                    <a:pt x="5137" y="6506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5" name="Google Shape;1155;p6"/>
            <p:cNvSpPr/>
            <p:nvPr/>
          </p:nvSpPr>
          <p:spPr>
            <a:xfrm>
              <a:off x="6260050" y="3282525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36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6" name="Google Shape;1156;p6"/>
            <p:cNvSpPr/>
            <p:nvPr/>
          </p:nvSpPr>
          <p:spPr>
            <a:xfrm flipH="1">
              <a:off x="1608100" y="2871088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702"/>
                    <a:pt x="0" y="6505"/>
                    <a:pt x="2569" y="6505"/>
                  </a:cubicBezTo>
                  <a:cubicBezTo>
                    <a:pt x="5137" y="6505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7" name="Google Shape;1157;p6"/>
            <p:cNvSpPr/>
            <p:nvPr/>
          </p:nvSpPr>
          <p:spPr>
            <a:xfrm flipH="1">
              <a:off x="1419625" y="3461513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8" name="Google Shape;1158;p6"/>
            <p:cNvSpPr/>
            <p:nvPr/>
          </p:nvSpPr>
          <p:spPr>
            <a:xfrm>
              <a:off x="7841700" y="2861075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36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9" name="Google Shape;1159;p6"/>
            <p:cNvSpPr/>
            <p:nvPr/>
          </p:nvSpPr>
          <p:spPr>
            <a:xfrm>
              <a:off x="8315375" y="2887775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2002" y="1668"/>
                    <a:pt x="0" y="6505"/>
                    <a:pt x="2569" y="6505"/>
                  </a:cubicBezTo>
                  <a:cubicBezTo>
                    <a:pt x="5137" y="6505"/>
                    <a:pt x="3269" y="1768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0" name="Google Shape;1160;p6"/>
            <p:cNvSpPr/>
            <p:nvPr/>
          </p:nvSpPr>
          <p:spPr>
            <a:xfrm>
              <a:off x="3426038" y="2817700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36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1" name="Google Shape;1161;p6"/>
            <p:cNvSpPr/>
            <p:nvPr/>
          </p:nvSpPr>
          <p:spPr>
            <a:xfrm>
              <a:off x="3899713" y="2844400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2002" y="1668"/>
                    <a:pt x="0" y="6505"/>
                    <a:pt x="2569" y="6505"/>
                  </a:cubicBezTo>
                  <a:cubicBezTo>
                    <a:pt x="5137" y="6505"/>
                    <a:pt x="3269" y="1768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162" name="Google Shape;1162;p6"/>
            <p:cNvGrpSpPr/>
            <p:nvPr/>
          </p:nvGrpSpPr>
          <p:grpSpPr>
            <a:xfrm>
              <a:off x="359500" y="182650"/>
              <a:ext cx="8548925" cy="3978550"/>
              <a:chOff x="359500" y="182650"/>
              <a:chExt cx="8548925" cy="3978550"/>
            </a:xfrm>
          </p:grpSpPr>
          <p:sp>
            <p:nvSpPr>
              <p:cNvPr id="1163" name="Google Shape;1163;p6"/>
              <p:cNvSpPr/>
              <p:nvPr/>
            </p:nvSpPr>
            <p:spPr>
              <a:xfrm>
                <a:off x="1935625" y="337750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1969" y="1668"/>
                      <a:pt x="1" y="6505"/>
                      <a:pt x="2569" y="6505"/>
                    </a:cubicBezTo>
                    <a:cubicBezTo>
                      <a:pt x="5138" y="6505"/>
                      <a:pt x="3236" y="1769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4" name="Google Shape;1164;p6"/>
              <p:cNvSpPr/>
              <p:nvPr/>
            </p:nvSpPr>
            <p:spPr>
              <a:xfrm>
                <a:off x="4268125" y="701350"/>
                <a:ext cx="128450" cy="16262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5" extrusionOk="0">
                    <a:moveTo>
                      <a:pt x="2569" y="0"/>
                    </a:moveTo>
                    <a:cubicBezTo>
                      <a:pt x="1969" y="1702"/>
                      <a:pt x="0" y="6505"/>
                      <a:pt x="2569" y="6505"/>
                    </a:cubicBezTo>
                    <a:cubicBezTo>
                      <a:pt x="5137" y="6505"/>
                      <a:pt x="3236" y="1802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6"/>
              <p:cNvSpPr/>
              <p:nvPr/>
            </p:nvSpPr>
            <p:spPr>
              <a:xfrm>
                <a:off x="1600375" y="1893025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1969" y="1669"/>
                      <a:pt x="1" y="6505"/>
                      <a:pt x="2569" y="6505"/>
                    </a:cubicBezTo>
                    <a:cubicBezTo>
                      <a:pt x="5138" y="6505"/>
                      <a:pt x="3237" y="1802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6"/>
              <p:cNvSpPr/>
              <p:nvPr/>
            </p:nvSpPr>
            <p:spPr>
              <a:xfrm>
                <a:off x="757275" y="182650"/>
                <a:ext cx="128450" cy="16262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5" extrusionOk="0">
                    <a:moveTo>
                      <a:pt x="2569" y="0"/>
                    </a:moveTo>
                    <a:cubicBezTo>
                      <a:pt x="2002" y="1668"/>
                      <a:pt x="1" y="6505"/>
                      <a:pt x="2569" y="6505"/>
                    </a:cubicBezTo>
                    <a:cubicBezTo>
                      <a:pt x="5138" y="6505"/>
                      <a:pt x="3270" y="1801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6"/>
              <p:cNvSpPr/>
              <p:nvPr/>
            </p:nvSpPr>
            <p:spPr>
              <a:xfrm>
                <a:off x="359500" y="1704575"/>
                <a:ext cx="128450" cy="16347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39" extrusionOk="0">
                    <a:moveTo>
                      <a:pt x="2569" y="0"/>
                    </a:moveTo>
                    <a:cubicBezTo>
                      <a:pt x="2002" y="1701"/>
                      <a:pt x="1" y="6538"/>
                      <a:pt x="2569" y="6538"/>
                    </a:cubicBezTo>
                    <a:cubicBezTo>
                      <a:pt x="5138" y="6538"/>
                      <a:pt x="3270" y="1801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6"/>
              <p:cNvSpPr/>
              <p:nvPr/>
            </p:nvSpPr>
            <p:spPr>
              <a:xfrm>
                <a:off x="2670325" y="492875"/>
                <a:ext cx="128450" cy="16262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5" extrusionOk="0">
                    <a:moveTo>
                      <a:pt x="2569" y="0"/>
                    </a:moveTo>
                    <a:cubicBezTo>
                      <a:pt x="2002" y="1701"/>
                      <a:pt x="0" y="6505"/>
                      <a:pt x="2569" y="6505"/>
                    </a:cubicBezTo>
                    <a:cubicBezTo>
                      <a:pt x="5137" y="6505"/>
                      <a:pt x="3269" y="1801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9" name="Google Shape;1169;p6"/>
              <p:cNvSpPr/>
              <p:nvPr/>
            </p:nvSpPr>
            <p:spPr>
              <a:xfrm>
                <a:off x="1459450" y="411975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0"/>
                    </a:moveTo>
                    <a:cubicBezTo>
                      <a:pt x="2002" y="1668"/>
                      <a:pt x="1" y="6505"/>
                      <a:pt x="2569" y="6505"/>
                    </a:cubicBezTo>
                    <a:cubicBezTo>
                      <a:pt x="5138" y="6505"/>
                      <a:pt x="3270" y="1802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0" name="Google Shape;1170;p6"/>
              <p:cNvSpPr/>
              <p:nvPr/>
            </p:nvSpPr>
            <p:spPr>
              <a:xfrm>
                <a:off x="3486725" y="386125"/>
                <a:ext cx="131800" cy="167650"/>
              </a:xfrm>
              <a:custGeom>
                <a:avLst/>
                <a:gdLst/>
                <a:ahLst/>
                <a:cxnLst/>
                <a:rect l="l" t="t" r="r" b="b"/>
                <a:pathLst>
                  <a:path w="5272" h="6706" extrusionOk="0">
                    <a:moveTo>
                      <a:pt x="2636" y="0"/>
                    </a:moveTo>
                    <a:cubicBezTo>
                      <a:pt x="2036" y="1735"/>
                      <a:pt x="1" y="6705"/>
                      <a:pt x="2636" y="6705"/>
                    </a:cubicBezTo>
                    <a:cubicBezTo>
                      <a:pt x="5271" y="6705"/>
                      <a:pt x="3337" y="1835"/>
                      <a:pt x="2636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6"/>
              <p:cNvSpPr/>
              <p:nvPr/>
            </p:nvSpPr>
            <p:spPr>
              <a:xfrm>
                <a:off x="4826025" y="469525"/>
                <a:ext cx="132625" cy="167625"/>
              </a:xfrm>
              <a:custGeom>
                <a:avLst/>
                <a:gdLst/>
                <a:ahLst/>
                <a:cxnLst/>
                <a:rect l="l" t="t" r="r" b="b"/>
                <a:pathLst>
                  <a:path w="5305" h="6705" extrusionOk="0">
                    <a:moveTo>
                      <a:pt x="2669" y="0"/>
                    </a:moveTo>
                    <a:cubicBezTo>
                      <a:pt x="2069" y="1735"/>
                      <a:pt x="0" y="6705"/>
                      <a:pt x="2669" y="6705"/>
                    </a:cubicBezTo>
                    <a:cubicBezTo>
                      <a:pt x="5304" y="6705"/>
                      <a:pt x="3370" y="1868"/>
                      <a:pt x="26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6"/>
              <p:cNvSpPr/>
              <p:nvPr/>
            </p:nvSpPr>
            <p:spPr>
              <a:xfrm>
                <a:off x="2451000" y="1156675"/>
                <a:ext cx="128450" cy="16347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39" extrusionOk="0">
                    <a:moveTo>
                      <a:pt x="2569" y="0"/>
                    </a:moveTo>
                    <a:cubicBezTo>
                      <a:pt x="2002" y="1702"/>
                      <a:pt x="0" y="6538"/>
                      <a:pt x="2569" y="6538"/>
                    </a:cubicBezTo>
                    <a:cubicBezTo>
                      <a:pt x="5137" y="6538"/>
                      <a:pt x="3269" y="1802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6"/>
              <p:cNvSpPr/>
              <p:nvPr/>
            </p:nvSpPr>
            <p:spPr>
              <a:xfrm>
                <a:off x="3384150" y="1302600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2002" y="1669"/>
                      <a:pt x="1" y="6506"/>
                      <a:pt x="2569" y="6506"/>
                    </a:cubicBezTo>
                    <a:cubicBezTo>
                      <a:pt x="5138" y="6506"/>
                      <a:pt x="3270" y="1769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6"/>
              <p:cNvSpPr/>
              <p:nvPr/>
            </p:nvSpPr>
            <p:spPr>
              <a:xfrm>
                <a:off x="724750" y="1423525"/>
                <a:ext cx="128450" cy="16347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39" extrusionOk="0">
                    <a:moveTo>
                      <a:pt x="2569" y="1"/>
                    </a:moveTo>
                    <a:cubicBezTo>
                      <a:pt x="2002" y="1702"/>
                      <a:pt x="1" y="6539"/>
                      <a:pt x="2569" y="6539"/>
                    </a:cubicBezTo>
                    <a:cubicBezTo>
                      <a:pt x="5138" y="6539"/>
                      <a:pt x="3270" y="1802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5" name="Google Shape;1175;p6"/>
              <p:cNvSpPr/>
              <p:nvPr/>
            </p:nvSpPr>
            <p:spPr>
              <a:xfrm>
                <a:off x="4220600" y="1657025"/>
                <a:ext cx="132600" cy="167650"/>
              </a:xfrm>
              <a:custGeom>
                <a:avLst/>
                <a:gdLst/>
                <a:ahLst/>
                <a:cxnLst/>
                <a:rect l="l" t="t" r="r" b="b"/>
                <a:pathLst>
                  <a:path w="5304" h="6706" extrusionOk="0">
                    <a:moveTo>
                      <a:pt x="2669" y="1"/>
                    </a:moveTo>
                    <a:cubicBezTo>
                      <a:pt x="2068" y="1735"/>
                      <a:pt x="0" y="6706"/>
                      <a:pt x="2669" y="6706"/>
                    </a:cubicBezTo>
                    <a:cubicBezTo>
                      <a:pt x="5304" y="6706"/>
                      <a:pt x="3369" y="1835"/>
                      <a:pt x="26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6" name="Google Shape;1176;p6"/>
              <p:cNvSpPr/>
              <p:nvPr/>
            </p:nvSpPr>
            <p:spPr>
              <a:xfrm>
                <a:off x="4859375" y="1383500"/>
                <a:ext cx="132625" cy="167650"/>
              </a:xfrm>
              <a:custGeom>
                <a:avLst/>
                <a:gdLst/>
                <a:ahLst/>
                <a:cxnLst/>
                <a:rect l="l" t="t" r="r" b="b"/>
                <a:pathLst>
                  <a:path w="5305" h="6706" extrusionOk="0">
                    <a:moveTo>
                      <a:pt x="2669" y="1"/>
                    </a:moveTo>
                    <a:cubicBezTo>
                      <a:pt x="2069" y="1735"/>
                      <a:pt x="1" y="6705"/>
                      <a:pt x="2669" y="6705"/>
                    </a:cubicBezTo>
                    <a:cubicBezTo>
                      <a:pt x="5305" y="6705"/>
                      <a:pt x="3370" y="1869"/>
                      <a:pt x="26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7" name="Google Shape;1177;p6"/>
              <p:cNvSpPr/>
              <p:nvPr/>
            </p:nvSpPr>
            <p:spPr>
              <a:xfrm>
                <a:off x="6357225" y="337750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1969" y="1668"/>
                      <a:pt x="1" y="6505"/>
                      <a:pt x="2569" y="6505"/>
                    </a:cubicBezTo>
                    <a:cubicBezTo>
                      <a:pt x="5138" y="6505"/>
                      <a:pt x="3236" y="1769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8" name="Google Shape;1178;p6"/>
              <p:cNvSpPr/>
              <p:nvPr/>
            </p:nvSpPr>
            <p:spPr>
              <a:xfrm>
                <a:off x="8689725" y="701350"/>
                <a:ext cx="128450" cy="16262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5" extrusionOk="0">
                    <a:moveTo>
                      <a:pt x="2569" y="0"/>
                    </a:moveTo>
                    <a:cubicBezTo>
                      <a:pt x="1969" y="1702"/>
                      <a:pt x="0" y="6505"/>
                      <a:pt x="2569" y="6505"/>
                    </a:cubicBezTo>
                    <a:cubicBezTo>
                      <a:pt x="5137" y="6505"/>
                      <a:pt x="3236" y="1802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9" name="Google Shape;1179;p6"/>
              <p:cNvSpPr/>
              <p:nvPr/>
            </p:nvSpPr>
            <p:spPr>
              <a:xfrm>
                <a:off x="6021975" y="1893025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1969" y="1669"/>
                      <a:pt x="1" y="6505"/>
                      <a:pt x="2569" y="6505"/>
                    </a:cubicBezTo>
                    <a:cubicBezTo>
                      <a:pt x="5138" y="6505"/>
                      <a:pt x="3237" y="1802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0" name="Google Shape;1180;p6"/>
              <p:cNvSpPr/>
              <p:nvPr/>
            </p:nvSpPr>
            <p:spPr>
              <a:xfrm>
                <a:off x="5178875" y="182650"/>
                <a:ext cx="128450" cy="16262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5" extrusionOk="0">
                    <a:moveTo>
                      <a:pt x="2569" y="0"/>
                    </a:moveTo>
                    <a:cubicBezTo>
                      <a:pt x="2002" y="1668"/>
                      <a:pt x="1" y="6505"/>
                      <a:pt x="2569" y="6505"/>
                    </a:cubicBezTo>
                    <a:cubicBezTo>
                      <a:pt x="5138" y="6505"/>
                      <a:pt x="3270" y="1801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1" name="Google Shape;1181;p6"/>
              <p:cNvSpPr/>
              <p:nvPr/>
            </p:nvSpPr>
            <p:spPr>
              <a:xfrm>
                <a:off x="4781100" y="1704575"/>
                <a:ext cx="128450" cy="16347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39" extrusionOk="0">
                    <a:moveTo>
                      <a:pt x="2569" y="0"/>
                    </a:moveTo>
                    <a:cubicBezTo>
                      <a:pt x="2002" y="1701"/>
                      <a:pt x="1" y="6538"/>
                      <a:pt x="2569" y="6538"/>
                    </a:cubicBezTo>
                    <a:cubicBezTo>
                      <a:pt x="5138" y="6538"/>
                      <a:pt x="3270" y="1801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2" name="Google Shape;1182;p6"/>
              <p:cNvSpPr/>
              <p:nvPr/>
            </p:nvSpPr>
            <p:spPr>
              <a:xfrm>
                <a:off x="7091925" y="492875"/>
                <a:ext cx="128450" cy="16262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5" extrusionOk="0">
                    <a:moveTo>
                      <a:pt x="2569" y="0"/>
                    </a:moveTo>
                    <a:cubicBezTo>
                      <a:pt x="2002" y="1701"/>
                      <a:pt x="0" y="6505"/>
                      <a:pt x="2569" y="6505"/>
                    </a:cubicBezTo>
                    <a:cubicBezTo>
                      <a:pt x="5137" y="6505"/>
                      <a:pt x="3269" y="1801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3" name="Google Shape;1183;p6"/>
              <p:cNvSpPr/>
              <p:nvPr/>
            </p:nvSpPr>
            <p:spPr>
              <a:xfrm>
                <a:off x="5881050" y="411975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0"/>
                    </a:moveTo>
                    <a:cubicBezTo>
                      <a:pt x="2002" y="1668"/>
                      <a:pt x="1" y="6505"/>
                      <a:pt x="2569" y="6505"/>
                    </a:cubicBezTo>
                    <a:cubicBezTo>
                      <a:pt x="5138" y="6505"/>
                      <a:pt x="3270" y="1802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4" name="Google Shape;1184;p6"/>
              <p:cNvSpPr/>
              <p:nvPr/>
            </p:nvSpPr>
            <p:spPr>
              <a:xfrm>
                <a:off x="7908325" y="386125"/>
                <a:ext cx="131800" cy="167650"/>
              </a:xfrm>
              <a:custGeom>
                <a:avLst/>
                <a:gdLst/>
                <a:ahLst/>
                <a:cxnLst/>
                <a:rect l="l" t="t" r="r" b="b"/>
                <a:pathLst>
                  <a:path w="5272" h="6706" extrusionOk="0">
                    <a:moveTo>
                      <a:pt x="2636" y="0"/>
                    </a:moveTo>
                    <a:cubicBezTo>
                      <a:pt x="2036" y="1735"/>
                      <a:pt x="1" y="6705"/>
                      <a:pt x="2636" y="6705"/>
                    </a:cubicBezTo>
                    <a:cubicBezTo>
                      <a:pt x="5271" y="6705"/>
                      <a:pt x="3337" y="1835"/>
                      <a:pt x="2636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5" name="Google Shape;1185;p6"/>
              <p:cNvSpPr/>
              <p:nvPr/>
            </p:nvSpPr>
            <p:spPr>
              <a:xfrm>
                <a:off x="6872600" y="1156675"/>
                <a:ext cx="128450" cy="16347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39" extrusionOk="0">
                    <a:moveTo>
                      <a:pt x="2569" y="0"/>
                    </a:moveTo>
                    <a:cubicBezTo>
                      <a:pt x="2002" y="1702"/>
                      <a:pt x="0" y="6538"/>
                      <a:pt x="2569" y="6538"/>
                    </a:cubicBezTo>
                    <a:cubicBezTo>
                      <a:pt x="5137" y="6538"/>
                      <a:pt x="3269" y="1802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6" name="Google Shape;1186;p6"/>
              <p:cNvSpPr/>
              <p:nvPr/>
            </p:nvSpPr>
            <p:spPr>
              <a:xfrm>
                <a:off x="7805750" y="1302600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2002" y="1669"/>
                      <a:pt x="1" y="6506"/>
                      <a:pt x="2569" y="6506"/>
                    </a:cubicBezTo>
                    <a:cubicBezTo>
                      <a:pt x="5138" y="6506"/>
                      <a:pt x="3270" y="1769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7" name="Google Shape;1187;p6"/>
              <p:cNvSpPr/>
              <p:nvPr/>
            </p:nvSpPr>
            <p:spPr>
              <a:xfrm>
                <a:off x="5146350" y="1423525"/>
                <a:ext cx="128450" cy="16347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39" extrusionOk="0">
                    <a:moveTo>
                      <a:pt x="2569" y="1"/>
                    </a:moveTo>
                    <a:cubicBezTo>
                      <a:pt x="2002" y="1702"/>
                      <a:pt x="1" y="6539"/>
                      <a:pt x="2569" y="6539"/>
                    </a:cubicBezTo>
                    <a:cubicBezTo>
                      <a:pt x="5138" y="6539"/>
                      <a:pt x="3270" y="1802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8" name="Google Shape;1188;p6"/>
              <p:cNvSpPr/>
              <p:nvPr/>
            </p:nvSpPr>
            <p:spPr>
              <a:xfrm>
                <a:off x="7038550" y="1740425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0"/>
                    </a:moveTo>
                    <a:cubicBezTo>
                      <a:pt x="2002" y="1702"/>
                      <a:pt x="0" y="6505"/>
                      <a:pt x="2569" y="6505"/>
                    </a:cubicBezTo>
                    <a:cubicBezTo>
                      <a:pt x="5137" y="6505"/>
                      <a:pt x="3269" y="1802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9" name="Google Shape;1189;p6"/>
              <p:cNvSpPr/>
              <p:nvPr/>
            </p:nvSpPr>
            <p:spPr>
              <a:xfrm>
                <a:off x="7994225" y="1893025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2002" y="1669"/>
                      <a:pt x="1" y="6505"/>
                      <a:pt x="2569" y="6505"/>
                    </a:cubicBezTo>
                    <a:cubicBezTo>
                      <a:pt x="5138" y="6505"/>
                      <a:pt x="3270" y="1802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0" name="Google Shape;1190;p6"/>
              <p:cNvSpPr/>
              <p:nvPr/>
            </p:nvSpPr>
            <p:spPr>
              <a:xfrm>
                <a:off x="8642200" y="1657025"/>
                <a:ext cx="132600" cy="167650"/>
              </a:xfrm>
              <a:custGeom>
                <a:avLst/>
                <a:gdLst/>
                <a:ahLst/>
                <a:cxnLst/>
                <a:rect l="l" t="t" r="r" b="b"/>
                <a:pathLst>
                  <a:path w="5304" h="6706" extrusionOk="0">
                    <a:moveTo>
                      <a:pt x="2669" y="1"/>
                    </a:moveTo>
                    <a:cubicBezTo>
                      <a:pt x="2068" y="1735"/>
                      <a:pt x="0" y="6706"/>
                      <a:pt x="2669" y="6706"/>
                    </a:cubicBezTo>
                    <a:cubicBezTo>
                      <a:pt x="5304" y="6706"/>
                      <a:pt x="3369" y="1835"/>
                      <a:pt x="26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1" name="Google Shape;1191;p6"/>
              <p:cNvSpPr/>
              <p:nvPr/>
            </p:nvSpPr>
            <p:spPr>
              <a:xfrm>
                <a:off x="5374950" y="966325"/>
                <a:ext cx="128450" cy="16347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39" extrusionOk="0">
                    <a:moveTo>
                      <a:pt x="2569" y="1"/>
                    </a:moveTo>
                    <a:cubicBezTo>
                      <a:pt x="2002" y="1702"/>
                      <a:pt x="1" y="6539"/>
                      <a:pt x="2569" y="6539"/>
                    </a:cubicBezTo>
                    <a:cubicBezTo>
                      <a:pt x="5138" y="6539"/>
                      <a:pt x="3270" y="1802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2" name="Google Shape;1192;p6"/>
              <p:cNvSpPr/>
              <p:nvPr/>
            </p:nvSpPr>
            <p:spPr>
              <a:xfrm>
                <a:off x="5679750" y="1271125"/>
                <a:ext cx="128450" cy="16347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39" extrusionOk="0">
                    <a:moveTo>
                      <a:pt x="2569" y="1"/>
                    </a:moveTo>
                    <a:cubicBezTo>
                      <a:pt x="2002" y="1702"/>
                      <a:pt x="1" y="6539"/>
                      <a:pt x="2569" y="6539"/>
                    </a:cubicBezTo>
                    <a:cubicBezTo>
                      <a:pt x="5138" y="6539"/>
                      <a:pt x="3270" y="1802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3" name="Google Shape;1193;p6"/>
              <p:cNvSpPr/>
              <p:nvPr/>
            </p:nvSpPr>
            <p:spPr>
              <a:xfrm flipH="1">
                <a:off x="1208475" y="948188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2002" y="1669"/>
                      <a:pt x="1" y="6506"/>
                      <a:pt x="2569" y="6506"/>
                    </a:cubicBezTo>
                    <a:cubicBezTo>
                      <a:pt x="5138" y="6506"/>
                      <a:pt x="3270" y="1769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4" name="Google Shape;1194;p6"/>
              <p:cNvSpPr/>
              <p:nvPr/>
            </p:nvSpPr>
            <p:spPr>
              <a:xfrm>
                <a:off x="8060825" y="938175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1969" y="1669"/>
                      <a:pt x="1" y="6505"/>
                      <a:pt x="2569" y="6505"/>
                    </a:cubicBezTo>
                    <a:cubicBezTo>
                      <a:pt x="5138" y="6505"/>
                      <a:pt x="3237" y="1802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5" name="Google Shape;1195;p6"/>
              <p:cNvSpPr/>
              <p:nvPr/>
            </p:nvSpPr>
            <p:spPr>
              <a:xfrm>
                <a:off x="3645163" y="894800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1969" y="1669"/>
                      <a:pt x="1" y="6505"/>
                      <a:pt x="2569" y="6505"/>
                    </a:cubicBezTo>
                    <a:cubicBezTo>
                      <a:pt x="5138" y="6505"/>
                      <a:pt x="3237" y="1802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6" name="Google Shape;1196;p6"/>
              <p:cNvSpPr/>
              <p:nvPr/>
            </p:nvSpPr>
            <p:spPr>
              <a:xfrm>
                <a:off x="4358375" y="2806875"/>
                <a:ext cx="128450" cy="16262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5" extrusionOk="0">
                    <a:moveTo>
                      <a:pt x="2569" y="0"/>
                    </a:moveTo>
                    <a:cubicBezTo>
                      <a:pt x="1969" y="1702"/>
                      <a:pt x="0" y="6505"/>
                      <a:pt x="2569" y="6505"/>
                    </a:cubicBezTo>
                    <a:cubicBezTo>
                      <a:pt x="5137" y="6505"/>
                      <a:pt x="3236" y="1802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7" name="Google Shape;1197;p6"/>
              <p:cNvSpPr/>
              <p:nvPr/>
            </p:nvSpPr>
            <p:spPr>
              <a:xfrm>
                <a:off x="1690625" y="3998550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1969" y="1669"/>
                      <a:pt x="1" y="6505"/>
                      <a:pt x="2569" y="6505"/>
                    </a:cubicBezTo>
                    <a:cubicBezTo>
                      <a:pt x="5138" y="6505"/>
                      <a:pt x="3237" y="1802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8" name="Google Shape;1198;p6"/>
              <p:cNvSpPr/>
              <p:nvPr/>
            </p:nvSpPr>
            <p:spPr>
              <a:xfrm>
                <a:off x="847525" y="2288175"/>
                <a:ext cx="128450" cy="16262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5" extrusionOk="0">
                    <a:moveTo>
                      <a:pt x="2569" y="0"/>
                    </a:moveTo>
                    <a:cubicBezTo>
                      <a:pt x="2002" y="1668"/>
                      <a:pt x="1" y="6505"/>
                      <a:pt x="2569" y="6505"/>
                    </a:cubicBezTo>
                    <a:cubicBezTo>
                      <a:pt x="5138" y="6505"/>
                      <a:pt x="3270" y="1801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9" name="Google Shape;1199;p6"/>
              <p:cNvSpPr/>
              <p:nvPr/>
            </p:nvSpPr>
            <p:spPr>
              <a:xfrm>
                <a:off x="449750" y="3810100"/>
                <a:ext cx="128450" cy="16347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39" extrusionOk="0">
                    <a:moveTo>
                      <a:pt x="2569" y="0"/>
                    </a:moveTo>
                    <a:cubicBezTo>
                      <a:pt x="2002" y="1701"/>
                      <a:pt x="1" y="6538"/>
                      <a:pt x="2569" y="6538"/>
                    </a:cubicBezTo>
                    <a:cubicBezTo>
                      <a:pt x="5138" y="6538"/>
                      <a:pt x="3270" y="1801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0" name="Google Shape;1200;p6"/>
              <p:cNvSpPr/>
              <p:nvPr/>
            </p:nvSpPr>
            <p:spPr>
              <a:xfrm>
                <a:off x="2760575" y="2598400"/>
                <a:ext cx="128450" cy="16262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5" extrusionOk="0">
                    <a:moveTo>
                      <a:pt x="2569" y="0"/>
                    </a:moveTo>
                    <a:cubicBezTo>
                      <a:pt x="2002" y="1701"/>
                      <a:pt x="0" y="6505"/>
                      <a:pt x="2569" y="6505"/>
                    </a:cubicBezTo>
                    <a:cubicBezTo>
                      <a:pt x="5137" y="6505"/>
                      <a:pt x="3269" y="1801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1" name="Google Shape;1201;p6"/>
              <p:cNvSpPr/>
              <p:nvPr/>
            </p:nvSpPr>
            <p:spPr>
              <a:xfrm>
                <a:off x="1549700" y="2517500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0"/>
                    </a:moveTo>
                    <a:cubicBezTo>
                      <a:pt x="2002" y="1668"/>
                      <a:pt x="1" y="6505"/>
                      <a:pt x="2569" y="6505"/>
                    </a:cubicBezTo>
                    <a:cubicBezTo>
                      <a:pt x="5138" y="6505"/>
                      <a:pt x="3270" y="1802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2" name="Google Shape;1202;p6"/>
              <p:cNvSpPr/>
              <p:nvPr/>
            </p:nvSpPr>
            <p:spPr>
              <a:xfrm>
                <a:off x="4916275" y="2575050"/>
                <a:ext cx="132625" cy="167625"/>
              </a:xfrm>
              <a:custGeom>
                <a:avLst/>
                <a:gdLst/>
                <a:ahLst/>
                <a:cxnLst/>
                <a:rect l="l" t="t" r="r" b="b"/>
                <a:pathLst>
                  <a:path w="5305" h="6705" extrusionOk="0">
                    <a:moveTo>
                      <a:pt x="2669" y="0"/>
                    </a:moveTo>
                    <a:cubicBezTo>
                      <a:pt x="2069" y="1735"/>
                      <a:pt x="0" y="6705"/>
                      <a:pt x="2669" y="6705"/>
                    </a:cubicBezTo>
                    <a:cubicBezTo>
                      <a:pt x="5304" y="6705"/>
                      <a:pt x="3370" y="1868"/>
                      <a:pt x="26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3" name="Google Shape;1203;p6"/>
              <p:cNvSpPr/>
              <p:nvPr/>
            </p:nvSpPr>
            <p:spPr>
              <a:xfrm>
                <a:off x="2541250" y="3262200"/>
                <a:ext cx="128450" cy="16347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39" extrusionOk="0">
                    <a:moveTo>
                      <a:pt x="2569" y="0"/>
                    </a:moveTo>
                    <a:cubicBezTo>
                      <a:pt x="2002" y="1702"/>
                      <a:pt x="0" y="6538"/>
                      <a:pt x="2569" y="6538"/>
                    </a:cubicBezTo>
                    <a:cubicBezTo>
                      <a:pt x="5137" y="6538"/>
                      <a:pt x="3269" y="1802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4" name="Google Shape;1204;p6"/>
              <p:cNvSpPr/>
              <p:nvPr/>
            </p:nvSpPr>
            <p:spPr>
              <a:xfrm>
                <a:off x="3474400" y="3408125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2002" y="1669"/>
                      <a:pt x="1" y="6506"/>
                      <a:pt x="2569" y="6506"/>
                    </a:cubicBezTo>
                    <a:cubicBezTo>
                      <a:pt x="5138" y="6506"/>
                      <a:pt x="3270" y="1769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5" name="Google Shape;1205;p6"/>
              <p:cNvSpPr/>
              <p:nvPr/>
            </p:nvSpPr>
            <p:spPr>
              <a:xfrm>
                <a:off x="815000" y="3529050"/>
                <a:ext cx="128450" cy="16347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39" extrusionOk="0">
                    <a:moveTo>
                      <a:pt x="2569" y="1"/>
                    </a:moveTo>
                    <a:cubicBezTo>
                      <a:pt x="2002" y="1702"/>
                      <a:pt x="1" y="6539"/>
                      <a:pt x="2569" y="6539"/>
                    </a:cubicBezTo>
                    <a:cubicBezTo>
                      <a:pt x="5138" y="6539"/>
                      <a:pt x="3270" y="1802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6" name="Google Shape;1206;p6"/>
              <p:cNvSpPr/>
              <p:nvPr/>
            </p:nvSpPr>
            <p:spPr>
              <a:xfrm>
                <a:off x="3662875" y="3998550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2002" y="1669"/>
                      <a:pt x="1" y="6505"/>
                      <a:pt x="2569" y="6505"/>
                    </a:cubicBezTo>
                    <a:cubicBezTo>
                      <a:pt x="5138" y="6505"/>
                      <a:pt x="3270" y="1802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7" name="Google Shape;1207;p6"/>
              <p:cNvSpPr/>
              <p:nvPr/>
            </p:nvSpPr>
            <p:spPr>
              <a:xfrm>
                <a:off x="4310850" y="3762550"/>
                <a:ext cx="132600" cy="167650"/>
              </a:xfrm>
              <a:custGeom>
                <a:avLst/>
                <a:gdLst/>
                <a:ahLst/>
                <a:cxnLst/>
                <a:rect l="l" t="t" r="r" b="b"/>
                <a:pathLst>
                  <a:path w="5304" h="6706" extrusionOk="0">
                    <a:moveTo>
                      <a:pt x="2669" y="1"/>
                    </a:moveTo>
                    <a:cubicBezTo>
                      <a:pt x="2068" y="1735"/>
                      <a:pt x="0" y="6706"/>
                      <a:pt x="2669" y="6706"/>
                    </a:cubicBezTo>
                    <a:cubicBezTo>
                      <a:pt x="5304" y="6706"/>
                      <a:pt x="3369" y="1835"/>
                      <a:pt x="26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8" name="Google Shape;1208;p6"/>
              <p:cNvSpPr/>
              <p:nvPr/>
            </p:nvSpPr>
            <p:spPr>
              <a:xfrm>
                <a:off x="4949625" y="3489025"/>
                <a:ext cx="132625" cy="167650"/>
              </a:xfrm>
              <a:custGeom>
                <a:avLst/>
                <a:gdLst/>
                <a:ahLst/>
                <a:cxnLst/>
                <a:rect l="l" t="t" r="r" b="b"/>
                <a:pathLst>
                  <a:path w="5305" h="6706" extrusionOk="0">
                    <a:moveTo>
                      <a:pt x="2669" y="1"/>
                    </a:moveTo>
                    <a:cubicBezTo>
                      <a:pt x="2069" y="1735"/>
                      <a:pt x="1" y="6705"/>
                      <a:pt x="2669" y="6705"/>
                    </a:cubicBezTo>
                    <a:cubicBezTo>
                      <a:pt x="5305" y="6705"/>
                      <a:pt x="3370" y="1869"/>
                      <a:pt x="26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9" name="Google Shape;1209;p6"/>
              <p:cNvSpPr/>
              <p:nvPr/>
            </p:nvSpPr>
            <p:spPr>
              <a:xfrm>
                <a:off x="6447475" y="2443275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1969" y="1668"/>
                      <a:pt x="1" y="6505"/>
                      <a:pt x="2569" y="6505"/>
                    </a:cubicBezTo>
                    <a:cubicBezTo>
                      <a:pt x="5138" y="6505"/>
                      <a:pt x="3236" y="1769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0" name="Google Shape;1210;p6"/>
              <p:cNvSpPr/>
              <p:nvPr/>
            </p:nvSpPr>
            <p:spPr>
              <a:xfrm>
                <a:off x="8779975" y="2806875"/>
                <a:ext cx="128450" cy="16262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5" extrusionOk="0">
                    <a:moveTo>
                      <a:pt x="2569" y="0"/>
                    </a:moveTo>
                    <a:cubicBezTo>
                      <a:pt x="1969" y="1702"/>
                      <a:pt x="0" y="6505"/>
                      <a:pt x="2569" y="6505"/>
                    </a:cubicBezTo>
                    <a:cubicBezTo>
                      <a:pt x="5137" y="6505"/>
                      <a:pt x="3236" y="1802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1" name="Google Shape;1211;p6"/>
              <p:cNvSpPr/>
              <p:nvPr/>
            </p:nvSpPr>
            <p:spPr>
              <a:xfrm>
                <a:off x="6112225" y="3998550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1969" y="1669"/>
                      <a:pt x="1" y="6505"/>
                      <a:pt x="2569" y="6505"/>
                    </a:cubicBezTo>
                    <a:cubicBezTo>
                      <a:pt x="5138" y="6505"/>
                      <a:pt x="3237" y="1802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2" name="Google Shape;1212;p6"/>
              <p:cNvSpPr/>
              <p:nvPr/>
            </p:nvSpPr>
            <p:spPr>
              <a:xfrm>
                <a:off x="5269125" y="2288175"/>
                <a:ext cx="128450" cy="16262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5" extrusionOk="0">
                    <a:moveTo>
                      <a:pt x="2569" y="0"/>
                    </a:moveTo>
                    <a:cubicBezTo>
                      <a:pt x="2002" y="1668"/>
                      <a:pt x="1" y="6505"/>
                      <a:pt x="2569" y="6505"/>
                    </a:cubicBezTo>
                    <a:cubicBezTo>
                      <a:pt x="5138" y="6505"/>
                      <a:pt x="3270" y="1801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3" name="Google Shape;1213;p6"/>
              <p:cNvSpPr/>
              <p:nvPr/>
            </p:nvSpPr>
            <p:spPr>
              <a:xfrm>
                <a:off x="4871350" y="3810100"/>
                <a:ext cx="128450" cy="16347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39" extrusionOk="0">
                    <a:moveTo>
                      <a:pt x="2569" y="0"/>
                    </a:moveTo>
                    <a:cubicBezTo>
                      <a:pt x="2002" y="1701"/>
                      <a:pt x="1" y="6538"/>
                      <a:pt x="2569" y="6538"/>
                    </a:cubicBezTo>
                    <a:cubicBezTo>
                      <a:pt x="5138" y="6538"/>
                      <a:pt x="3270" y="1801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4" name="Google Shape;1214;p6"/>
              <p:cNvSpPr/>
              <p:nvPr/>
            </p:nvSpPr>
            <p:spPr>
              <a:xfrm>
                <a:off x="7182175" y="2598400"/>
                <a:ext cx="128450" cy="16262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5" extrusionOk="0">
                    <a:moveTo>
                      <a:pt x="2569" y="0"/>
                    </a:moveTo>
                    <a:cubicBezTo>
                      <a:pt x="2002" y="1701"/>
                      <a:pt x="0" y="6505"/>
                      <a:pt x="2569" y="6505"/>
                    </a:cubicBezTo>
                    <a:cubicBezTo>
                      <a:pt x="5137" y="6505"/>
                      <a:pt x="3269" y="1801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5" name="Google Shape;1215;p6"/>
              <p:cNvSpPr/>
              <p:nvPr/>
            </p:nvSpPr>
            <p:spPr>
              <a:xfrm>
                <a:off x="5971300" y="2517500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0"/>
                    </a:moveTo>
                    <a:cubicBezTo>
                      <a:pt x="2002" y="1668"/>
                      <a:pt x="1" y="6505"/>
                      <a:pt x="2569" y="6505"/>
                    </a:cubicBezTo>
                    <a:cubicBezTo>
                      <a:pt x="5138" y="6505"/>
                      <a:pt x="3270" y="1802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6" name="Google Shape;1216;p6"/>
              <p:cNvSpPr/>
              <p:nvPr/>
            </p:nvSpPr>
            <p:spPr>
              <a:xfrm>
                <a:off x="7998575" y="2491650"/>
                <a:ext cx="131800" cy="167650"/>
              </a:xfrm>
              <a:custGeom>
                <a:avLst/>
                <a:gdLst/>
                <a:ahLst/>
                <a:cxnLst/>
                <a:rect l="l" t="t" r="r" b="b"/>
                <a:pathLst>
                  <a:path w="5272" h="6706" extrusionOk="0">
                    <a:moveTo>
                      <a:pt x="2636" y="0"/>
                    </a:moveTo>
                    <a:cubicBezTo>
                      <a:pt x="2036" y="1735"/>
                      <a:pt x="1" y="6705"/>
                      <a:pt x="2636" y="6705"/>
                    </a:cubicBezTo>
                    <a:cubicBezTo>
                      <a:pt x="5271" y="6705"/>
                      <a:pt x="3337" y="1835"/>
                      <a:pt x="2636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7" name="Google Shape;1217;p6"/>
              <p:cNvSpPr/>
              <p:nvPr/>
            </p:nvSpPr>
            <p:spPr>
              <a:xfrm>
                <a:off x="6962850" y="3262200"/>
                <a:ext cx="128450" cy="16347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39" extrusionOk="0">
                    <a:moveTo>
                      <a:pt x="2569" y="0"/>
                    </a:moveTo>
                    <a:cubicBezTo>
                      <a:pt x="2002" y="1702"/>
                      <a:pt x="0" y="6538"/>
                      <a:pt x="2569" y="6538"/>
                    </a:cubicBezTo>
                    <a:cubicBezTo>
                      <a:pt x="5137" y="6538"/>
                      <a:pt x="3269" y="1802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8" name="Google Shape;1218;p6"/>
              <p:cNvSpPr/>
              <p:nvPr/>
            </p:nvSpPr>
            <p:spPr>
              <a:xfrm>
                <a:off x="7896000" y="3408125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2002" y="1669"/>
                      <a:pt x="1" y="6506"/>
                      <a:pt x="2569" y="6506"/>
                    </a:cubicBezTo>
                    <a:cubicBezTo>
                      <a:pt x="5138" y="6506"/>
                      <a:pt x="3270" y="1769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9" name="Google Shape;1219;p6"/>
              <p:cNvSpPr/>
              <p:nvPr/>
            </p:nvSpPr>
            <p:spPr>
              <a:xfrm>
                <a:off x="5236600" y="3529050"/>
                <a:ext cx="128450" cy="16347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39" extrusionOk="0">
                    <a:moveTo>
                      <a:pt x="2569" y="1"/>
                    </a:moveTo>
                    <a:cubicBezTo>
                      <a:pt x="2002" y="1702"/>
                      <a:pt x="1" y="6539"/>
                      <a:pt x="2569" y="6539"/>
                    </a:cubicBezTo>
                    <a:cubicBezTo>
                      <a:pt x="5138" y="6539"/>
                      <a:pt x="3270" y="1802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0" name="Google Shape;1220;p6"/>
              <p:cNvSpPr/>
              <p:nvPr/>
            </p:nvSpPr>
            <p:spPr>
              <a:xfrm>
                <a:off x="7128800" y="3845950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0"/>
                    </a:moveTo>
                    <a:cubicBezTo>
                      <a:pt x="2002" y="1702"/>
                      <a:pt x="0" y="6505"/>
                      <a:pt x="2569" y="6505"/>
                    </a:cubicBezTo>
                    <a:cubicBezTo>
                      <a:pt x="5137" y="6505"/>
                      <a:pt x="3269" y="1802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1" name="Google Shape;1221;p6"/>
              <p:cNvSpPr/>
              <p:nvPr/>
            </p:nvSpPr>
            <p:spPr>
              <a:xfrm>
                <a:off x="8084475" y="3998550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2002" y="1669"/>
                      <a:pt x="1" y="6505"/>
                      <a:pt x="2569" y="6505"/>
                    </a:cubicBezTo>
                    <a:cubicBezTo>
                      <a:pt x="5138" y="6505"/>
                      <a:pt x="3270" y="1802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2" name="Google Shape;1222;p6"/>
              <p:cNvSpPr/>
              <p:nvPr/>
            </p:nvSpPr>
            <p:spPr>
              <a:xfrm>
                <a:off x="8732450" y="3762550"/>
                <a:ext cx="132600" cy="167650"/>
              </a:xfrm>
              <a:custGeom>
                <a:avLst/>
                <a:gdLst/>
                <a:ahLst/>
                <a:cxnLst/>
                <a:rect l="l" t="t" r="r" b="b"/>
                <a:pathLst>
                  <a:path w="5304" h="6706" extrusionOk="0">
                    <a:moveTo>
                      <a:pt x="2669" y="1"/>
                    </a:moveTo>
                    <a:cubicBezTo>
                      <a:pt x="2068" y="1735"/>
                      <a:pt x="0" y="6706"/>
                      <a:pt x="2669" y="6706"/>
                    </a:cubicBezTo>
                    <a:cubicBezTo>
                      <a:pt x="5304" y="6706"/>
                      <a:pt x="3369" y="1835"/>
                      <a:pt x="26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3" name="Google Shape;1223;p6"/>
              <p:cNvSpPr/>
              <p:nvPr/>
            </p:nvSpPr>
            <p:spPr>
              <a:xfrm>
                <a:off x="5465200" y="3071850"/>
                <a:ext cx="128450" cy="16347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39" extrusionOk="0">
                    <a:moveTo>
                      <a:pt x="2569" y="1"/>
                    </a:moveTo>
                    <a:cubicBezTo>
                      <a:pt x="2002" y="1702"/>
                      <a:pt x="1" y="6539"/>
                      <a:pt x="2569" y="6539"/>
                    </a:cubicBezTo>
                    <a:cubicBezTo>
                      <a:pt x="5138" y="6539"/>
                      <a:pt x="3270" y="1802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4" name="Google Shape;1224;p6"/>
              <p:cNvSpPr/>
              <p:nvPr/>
            </p:nvSpPr>
            <p:spPr>
              <a:xfrm>
                <a:off x="5770000" y="3376650"/>
                <a:ext cx="128450" cy="16347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39" extrusionOk="0">
                    <a:moveTo>
                      <a:pt x="2569" y="1"/>
                    </a:moveTo>
                    <a:cubicBezTo>
                      <a:pt x="2002" y="1702"/>
                      <a:pt x="1" y="6539"/>
                      <a:pt x="2569" y="6539"/>
                    </a:cubicBezTo>
                    <a:cubicBezTo>
                      <a:pt x="5138" y="6539"/>
                      <a:pt x="3270" y="1802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5" name="Google Shape;1225;p6"/>
              <p:cNvSpPr/>
              <p:nvPr/>
            </p:nvSpPr>
            <p:spPr>
              <a:xfrm flipH="1">
                <a:off x="1298725" y="3053713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2002" y="1669"/>
                      <a:pt x="1" y="6506"/>
                      <a:pt x="2569" y="6506"/>
                    </a:cubicBezTo>
                    <a:cubicBezTo>
                      <a:pt x="5138" y="6506"/>
                      <a:pt x="3270" y="1769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6" name="Google Shape;1226;p6"/>
              <p:cNvSpPr/>
              <p:nvPr/>
            </p:nvSpPr>
            <p:spPr>
              <a:xfrm>
                <a:off x="8151075" y="3043700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1969" y="1669"/>
                      <a:pt x="1" y="6505"/>
                      <a:pt x="2569" y="6505"/>
                    </a:cubicBezTo>
                    <a:cubicBezTo>
                      <a:pt x="5138" y="6505"/>
                      <a:pt x="3237" y="1802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7" name="Google Shape;1227;p6"/>
              <p:cNvSpPr/>
              <p:nvPr/>
            </p:nvSpPr>
            <p:spPr>
              <a:xfrm>
                <a:off x="3735413" y="3000325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1969" y="1669"/>
                      <a:pt x="1" y="6505"/>
                      <a:pt x="2569" y="6505"/>
                    </a:cubicBezTo>
                    <a:cubicBezTo>
                      <a:pt x="5138" y="6505"/>
                      <a:pt x="3237" y="1802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228" name="Google Shape;1228;p6"/>
            <p:cNvSpPr/>
            <p:nvPr/>
          </p:nvSpPr>
          <p:spPr>
            <a:xfrm>
              <a:off x="2011825" y="433547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1969" y="1668"/>
                    <a:pt x="1" y="6505"/>
                    <a:pt x="2569" y="6505"/>
                  </a:cubicBezTo>
                  <a:cubicBezTo>
                    <a:pt x="5138" y="6505"/>
                    <a:pt x="3236" y="1769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Google Shape;1229;p6"/>
            <p:cNvSpPr/>
            <p:nvPr/>
          </p:nvSpPr>
          <p:spPr>
            <a:xfrm>
              <a:off x="4344325" y="4699075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1969" y="1702"/>
                    <a:pt x="0" y="6505"/>
                    <a:pt x="2569" y="6505"/>
                  </a:cubicBezTo>
                  <a:cubicBezTo>
                    <a:pt x="5137" y="6505"/>
                    <a:pt x="3236" y="1802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Google Shape;1230;p6"/>
            <p:cNvSpPr/>
            <p:nvPr/>
          </p:nvSpPr>
          <p:spPr>
            <a:xfrm>
              <a:off x="833475" y="4180375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2002" y="1668"/>
                    <a:pt x="1" y="6505"/>
                    <a:pt x="2569" y="6505"/>
                  </a:cubicBezTo>
                  <a:cubicBezTo>
                    <a:pt x="5138" y="6505"/>
                    <a:pt x="3270" y="1801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Google Shape;1231;p6"/>
            <p:cNvSpPr/>
            <p:nvPr/>
          </p:nvSpPr>
          <p:spPr>
            <a:xfrm>
              <a:off x="2746525" y="4490600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2002" y="1701"/>
                    <a:pt x="0" y="6505"/>
                    <a:pt x="2569" y="6505"/>
                  </a:cubicBezTo>
                  <a:cubicBezTo>
                    <a:pt x="5137" y="6505"/>
                    <a:pt x="3269" y="1801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Google Shape;1232;p6"/>
            <p:cNvSpPr/>
            <p:nvPr/>
          </p:nvSpPr>
          <p:spPr>
            <a:xfrm>
              <a:off x="1535650" y="4409700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0"/>
                  </a:moveTo>
                  <a:cubicBezTo>
                    <a:pt x="2002" y="1668"/>
                    <a:pt x="1" y="6505"/>
                    <a:pt x="2569" y="6505"/>
                  </a:cubicBezTo>
                  <a:cubicBezTo>
                    <a:pt x="5138" y="6505"/>
                    <a:pt x="3270" y="1802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Google Shape;1233;p6"/>
            <p:cNvSpPr/>
            <p:nvPr/>
          </p:nvSpPr>
          <p:spPr>
            <a:xfrm>
              <a:off x="3562925" y="4383850"/>
              <a:ext cx="131800" cy="167650"/>
            </a:xfrm>
            <a:custGeom>
              <a:avLst/>
              <a:gdLst/>
              <a:ahLst/>
              <a:cxnLst/>
              <a:rect l="l" t="t" r="r" b="b"/>
              <a:pathLst>
                <a:path w="5272" h="6706" extrusionOk="0">
                  <a:moveTo>
                    <a:pt x="2636" y="0"/>
                  </a:moveTo>
                  <a:cubicBezTo>
                    <a:pt x="2036" y="1735"/>
                    <a:pt x="1" y="6705"/>
                    <a:pt x="2636" y="6705"/>
                  </a:cubicBezTo>
                  <a:cubicBezTo>
                    <a:pt x="5271" y="6705"/>
                    <a:pt x="3337" y="1835"/>
                    <a:pt x="2636" y="0"/>
                  </a:cubicBezTo>
                  <a:close/>
                </a:path>
              </a:pathLst>
            </a:custGeom>
            <a:solidFill>
              <a:srgbClr val="191919">
                <a:alpha val="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Google Shape;1234;p6"/>
            <p:cNvSpPr/>
            <p:nvPr/>
          </p:nvSpPr>
          <p:spPr>
            <a:xfrm>
              <a:off x="4902225" y="4467250"/>
              <a:ext cx="132625" cy="167625"/>
            </a:xfrm>
            <a:custGeom>
              <a:avLst/>
              <a:gdLst/>
              <a:ahLst/>
              <a:cxnLst/>
              <a:rect l="l" t="t" r="r" b="b"/>
              <a:pathLst>
                <a:path w="5305" h="6705" extrusionOk="0">
                  <a:moveTo>
                    <a:pt x="2669" y="0"/>
                  </a:moveTo>
                  <a:cubicBezTo>
                    <a:pt x="2069" y="1735"/>
                    <a:pt x="0" y="6705"/>
                    <a:pt x="2669" y="6705"/>
                  </a:cubicBezTo>
                  <a:cubicBezTo>
                    <a:pt x="5304" y="6705"/>
                    <a:pt x="3370" y="1868"/>
                    <a:pt x="2669" y="0"/>
                  </a:cubicBezTo>
                  <a:close/>
                </a:path>
              </a:pathLst>
            </a:custGeom>
            <a:solidFill>
              <a:srgbClr val="191919">
                <a:alpha val="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Google Shape;1235;p6"/>
            <p:cNvSpPr/>
            <p:nvPr/>
          </p:nvSpPr>
          <p:spPr>
            <a:xfrm>
              <a:off x="2527200" y="5154400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0"/>
                  </a:moveTo>
                  <a:cubicBezTo>
                    <a:pt x="2002" y="1702"/>
                    <a:pt x="0" y="6538"/>
                    <a:pt x="2569" y="6538"/>
                  </a:cubicBezTo>
                  <a:cubicBezTo>
                    <a:pt x="5137" y="6538"/>
                    <a:pt x="3269" y="1802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Google Shape;1236;p6"/>
            <p:cNvSpPr/>
            <p:nvPr/>
          </p:nvSpPr>
          <p:spPr>
            <a:xfrm>
              <a:off x="6433425" y="433547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1969" y="1668"/>
                    <a:pt x="1" y="6505"/>
                    <a:pt x="2569" y="6505"/>
                  </a:cubicBezTo>
                  <a:cubicBezTo>
                    <a:pt x="5138" y="6505"/>
                    <a:pt x="3236" y="1769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Google Shape;1237;p6"/>
            <p:cNvSpPr/>
            <p:nvPr/>
          </p:nvSpPr>
          <p:spPr>
            <a:xfrm>
              <a:off x="8765925" y="4699075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1969" y="1702"/>
                    <a:pt x="0" y="6505"/>
                    <a:pt x="2569" y="6505"/>
                  </a:cubicBezTo>
                  <a:cubicBezTo>
                    <a:pt x="5137" y="6505"/>
                    <a:pt x="3236" y="1802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Google Shape;1238;p6"/>
            <p:cNvSpPr/>
            <p:nvPr/>
          </p:nvSpPr>
          <p:spPr>
            <a:xfrm>
              <a:off x="5255075" y="4180375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2002" y="1668"/>
                    <a:pt x="1" y="6505"/>
                    <a:pt x="2569" y="6505"/>
                  </a:cubicBezTo>
                  <a:cubicBezTo>
                    <a:pt x="5138" y="6505"/>
                    <a:pt x="3270" y="1801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Google Shape;1239;p6"/>
            <p:cNvSpPr/>
            <p:nvPr/>
          </p:nvSpPr>
          <p:spPr>
            <a:xfrm>
              <a:off x="7168125" y="4490600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2002" y="1701"/>
                    <a:pt x="0" y="6505"/>
                    <a:pt x="2569" y="6505"/>
                  </a:cubicBezTo>
                  <a:cubicBezTo>
                    <a:pt x="5137" y="6505"/>
                    <a:pt x="3269" y="1801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Google Shape;1240;p6"/>
            <p:cNvSpPr/>
            <p:nvPr/>
          </p:nvSpPr>
          <p:spPr>
            <a:xfrm>
              <a:off x="5957250" y="4409700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0"/>
                  </a:moveTo>
                  <a:cubicBezTo>
                    <a:pt x="2002" y="1668"/>
                    <a:pt x="1" y="6505"/>
                    <a:pt x="2569" y="6505"/>
                  </a:cubicBezTo>
                  <a:cubicBezTo>
                    <a:pt x="5138" y="6505"/>
                    <a:pt x="3270" y="1802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" name="Google Shape;1241;p6"/>
            <p:cNvSpPr/>
            <p:nvPr/>
          </p:nvSpPr>
          <p:spPr>
            <a:xfrm>
              <a:off x="7984525" y="4383850"/>
              <a:ext cx="131800" cy="167650"/>
            </a:xfrm>
            <a:custGeom>
              <a:avLst/>
              <a:gdLst/>
              <a:ahLst/>
              <a:cxnLst/>
              <a:rect l="l" t="t" r="r" b="b"/>
              <a:pathLst>
                <a:path w="5272" h="6706" extrusionOk="0">
                  <a:moveTo>
                    <a:pt x="2636" y="0"/>
                  </a:moveTo>
                  <a:cubicBezTo>
                    <a:pt x="2036" y="1735"/>
                    <a:pt x="1" y="6705"/>
                    <a:pt x="2636" y="6705"/>
                  </a:cubicBezTo>
                  <a:cubicBezTo>
                    <a:pt x="5271" y="6705"/>
                    <a:pt x="3337" y="1835"/>
                    <a:pt x="2636" y="0"/>
                  </a:cubicBezTo>
                  <a:close/>
                </a:path>
              </a:pathLst>
            </a:custGeom>
            <a:solidFill>
              <a:srgbClr val="191919">
                <a:alpha val="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" name="Google Shape;1242;p6"/>
            <p:cNvSpPr/>
            <p:nvPr/>
          </p:nvSpPr>
          <p:spPr>
            <a:xfrm>
              <a:off x="6948800" y="5154400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0"/>
                  </a:moveTo>
                  <a:cubicBezTo>
                    <a:pt x="2002" y="1702"/>
                    <a:pt x="0" y="6538"/>
                    <a:pt x="2569" y="6538"/>
                  </a:cubicBezTo>
                  <a:cubicBezTo>
                    <a:pt x="5137" y="6538"/>
                    <a:pt x="3269" y="1802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" name="Google Shape;1243;p6"/>
            <p:cNvSpPr/>
            <p:nvPr/>
          </p:nvSpPr>
          <p:spPr>
            <a:xfrm>
              <a:off x="5451150" y="4964050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1" y="6539"/>
                    <a:pt x="2569" y="6539"/>
                  </a:cubicBezTo>
                  <a:cubicBezTo>
                    <a:pt x="5138" y="6539"/>
                    <a:pt x="3270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" name="Google Shape;1244;p6"/>
            <p:cNvSpPr/>
            <p:nvPr/>
          </p:nvSpPr>
          <p:spPr>
            <a:xfrm flipH="1">
              <a:off x="1284675" y="4945913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669"/>
                    <a:pt x="1" y="6506"/>
                    <a:pt x="2569" y="6506"/>
                  </a:cubicBezTo>
                  <a:cubicBezTo>
                    <a:pt x="5138" y="6506"/>
                    <a:pt x="3270" y="1769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" name="Google Shape;1245;p6"/>
            <p:cNvSpPr/>
            <p:nvPr/>
          </p:nvSpPr>
          <p:spPr>
            <a:xfrm>
              <a:off x="8137025" y="4935900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1969" y="1669"/>
                    <a:pt x="1" y="6505"/>
                    <a:pt x="2569" y="6505"/>
                  </a:cubicBezTo>
                  <a:cubicBezTo>
                    <a:pt x="5138" y="6505"/>
                    <a:pt x="3237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" name="Google Shape;1246;p6"/>
            <p:cNvSpPr/>
            <p:nvPr/>
          </p:nvSpPr>
          <p:spPr>
            <a:xfrm>
              <a:off x="3721363" y="489252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1969" y="1669"/>
                    <a:pt x="1" y="6505"/>
                    <a:pt x="2569" y="6505"/>
                  </a:cubicBezTo>
                  <a:cubicBezTo>
                    <a:pt x="5138" y="6505"/>
                    <a:pt x="3237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47" name="Google Shape;1247;p6"/>
          <p:cNvSpPr txBox="1">
            <a:spLocks noGrp="1"/>
          </p:cNvSpPr>
          <p:nvPr>
            <p:ph type="title"/>
          </p:nvPr>
        </p:nvSpPr>
        <p:spPr>
          <a:xfrm>
            <a:off x="720000" y="532925"/>
            <a:ext cx="7704000" cy="484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1248" name="Google Shape;1248;p6"/>
          <p:cNvGrpSpPr/>
          <p:nvPr/>
        </p:nvGrpSpPr>
        <p:grpSpPr>
          <a:xfrm>
            <a:off x="-779296" y="4550554"/>
            <a:ext cx="3369488" cy="1707138"/>
            <a:chOff x="-2125575" y="3574325"/>
            <a:chExt cx="3624275" cy="1836225"/>
          </a:xfrm>
        </p:grpSpPr>
        <p:sp>
          <p:nvSpPr>
            <p:cNvPr id="1249" name="Google Shape;1249;p6"/>
            <p:cNvSpPr/>
            <p:nvPr/>
          </p:nvSpPr>
          <p:spPr>
            <a:xfrm>
              <a:off x="-2125575" y="3857025"/>
              <a:ext cx="1777125" cy="1163775"/>
            </a:xfrm>
            <a:custGeom>
              <a:avLst/>
              <a:gdLst/>
              <a:ahLst/>
              <a:cxnLst/>
              <a:rect l="l" t="t" r="r" b="b"/>
              <a:pathLst>
                <a:path w="71085" h="46551" extrusionOk="0">
                  <a:moveTo>
                    <a:pt x="71051" y="1"/>
                  </a:moveTo>
                  <a:cubicBezTo>
                    <a:pt x="59209" y="601"/>
                    <a:pt x="18213" y="15879"/>
                    <a:pt x="1301" y="29722"/>
                  </a:cubicBezTo>
                  <a:cubicBezTo>
                    <a:pt x="100" y="30723"/>
                    <a:pt x="0" y="32524"/>
                    <a:pt x="1101" y="33625"/>
                  </a:cubicBezTo>
                  <a:cubicBezTo>
                    <a:pt x="3569" y="36060"/>
                    <a:pt x="5371" y="39762"/>
                    <a:pt x="5904" y="44166"/>
                  </a:cubicBezTo>
                  <a:cubicBezTo>
                    <a:pt x="6057" y="45630"/>
                    <a:pt x="7285" y="46551"/>
                    <a:pt x="8555" y="46551"/>
                  </a:cubicBezTo>
                  <a:cubicBezTo>
                    <a:pt x="9222" y="46551"/>
                    <a:pt x="9901" y="46296"/>
                    <a:pt x="10441" y="45733"/>
                  </a:cubicBezTo>
                  <a:cubicBezTo>
                    <a:pt x="24151" y="31390"/>
                    <a:pt x="50203" y="12610"/>
                    <a:pt x="71051" y="568"/>
                  </a:cubicBezTo>
                  <a:cubicBezTo>
                    <a:pt x="71051" y="401"/>
                    <a:pt x="71051" y="201"/>
                    <a:pt x="7108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0" name="Google Shape;1250;p6"/>
            <p:cNvSpPr/>
            <p:nvPr/>
          </p:nvSpPr>
          <p:spPr>
            <a:xfrm>
              <a:off x="-1877075" y="3871200"/>
              <a:ext cx="1529450" cy="1427300"/>
            </a:xfrm>
            <a:custGeom>
              <a:avLst/>
              <a:gdLst/>
              <a:ahLst/>
              <a:cxnLst/>
              <a:rect l="l" t="t" r="r" b="b"/>
              <a:pathLst>
                <a:path w="61178" h="57092" extrusionOk="0">
                  <a:moveTo>
                    <a:pt x="61111" y="1"/>
                  </a:moveTo>
                  <a:cubicBezTo>
                    <a:pt x="40830" y="11709"/>
                    <a:pt x="15678" y="29789"/>
                    <a:pt x="1668" y="43932"/>
                  </a:cubicBezTo>
                  <a:cubicBezTo>
                    <a:pt x="1" y="45633"/>
                    <a:pt x="1235" y="48435"/>
                    <a:pt x="3603" y="48435"/>
                  </a:cubicBezTo>
                  <a:cubicBezTo>
                    <a:pt x="10441" y="48469"/>
                    <a:pt x="18947" y="51604"/>
                    <a:pt x="23250" y="56208"/>
                  </a:cubicBezTo>
                  <a:cubicBezTo>
                    <a:pt x="23794" y="56806"/>
                    <a:pt x="24517" y="57091"/>
                    <a:pt x="25231" y="57091"/>
                  </a:cubicBezTo>
                  <a:cubicBezTo>
                    <a:pt x="26228" y="57091"/>
                    <a:pt x="27207" y="56537"/>
                    <a:pt x="27654" y="55507"/>
                  </a:cubicBezTo>
                  <a:cubicBezTo>
                    <a:pt x="34525" y="39529"/>
                    <a:pt x="48001" y="18180"/>
                    <a:pt x="61178" y="101"/>
                  </a:cubicBezTo>
                  <a:cubicBezTo>
                    <a:pt x="61144" y="34"/>
                    <a:pt x="61144" y="67"/>
                    <a:pt x="611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" name="Google Shape;1251;p6"/>
            <p:cNvSpPr/>
            <p:nvPr/>
          </p:nvSpPr>
          <p:spPr>
            <a:xfrm>
              <a:off x="-1190400" y="3877050"/>
              <a:ext cx="858600" cy="1520275"/>
            </a:xfrm>
            <a:custGeom>
              <a:avLst/>
              <a:gdLst/>
              <a:ahLst/>
              <a:cxnLst/>
              <a:rect l="l" t="t" r="r" b="b"/>
              <a:pathLst>
                <a:path w="34344" h="60811" extrusionOk="0">
                  <a:moveTo>
                    <a:pt x="33610" y="0"/>
                  </a:moveTo>
                  <a:lnTo>
                    <a:pt x="33610" y="0"/>
                  </a:lnTo>
                  <a:cubicBezTo>
                    <a:pt x="20868" y="17479"/>
                    <a:pt x="7859" y="38027"/>
                    <a:pt x="820" y="53805"/>
                  </a:cubicBezTo>
                  <a:cubicBezTo>
                    <a:pt x="1" y="55627"/>
                    <a:pt x="1392" y="57532"/>
                    <a:pt x="3259" y="57532"/>
                  </a:cubicBezTo>
                  <a:cubicBezTo>
                    <a:pt x="3442" y="57532"/>
                    <a:pt x="3631" y="57514"/>
                    <a:pt x="3823" y="57475"/>
                  </a:cubicBezTo>
                  <a:cubicBezTo>
                    <a:pt x="5960" y="57013"/>
                    <a:pt x="8473" y="56796"/>
                    <a:pt x="11131" y="56796"/>
                  </a:cubicBezTo>
                  <a:cubicBezTo>
                    <a:pt x="17887" y="56796"/>
                    <a:pt x="25582" y="58197"/>
                    <a:pt x="30442" y="60543"/>
                  </a:cubicBezTo>
                  <a:cubicBezTo>
                    <a:pt x="30815" y="60727"/>
                    <a:pt x="31200" y="60811"/>
                    <a:pt x="31574" y="60811"/>
                  </a:cubicBezTo>
                  <a:cubicBezTo>
                    <a:pt x="33038" y="60811"/>
                    <a:pt x="34344" y="59529"/>
                    <a:pt x="34211" y="57908"/>
                  </a:cubicBezTo>
                  <a:cubicBezTo>
                    <a:pt x="32443" y="37794"/>
                    <a:pt x="32777" y="16745"/>
                    <a:pt x="336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" name="Google Shape;1252;p6"/>
            <p:cNvSpPr/>
            <p:nvPr/>
          </p:nvSpPr>
          <p:spPr>
            <a:xfrm>
              <a:off x="-334300" y="3856200"/>
              <a:ext cx="1833000" cy="1095200"/>
            </a:xfrm>
            <a:custGeom>
              <a:avLst/>
              <a:gdLst/>
              <a:ahLst/>
              <a:cxnLst/>
              <a:rect l="l" t="t" r="r" b="b"/>
              <a:pathLst>
                <a:path w="73320" h="43808" extrusionOk="0">
                  <a:moveTo>
                    <a:pt x="100" y="0"/>
                  </a:moveTo>
                  <a:lnTo>
                    <a:pt x="0" y="334"/>
                  </a:lnTo>
                  <a:cubicBezTo>
                    <a:pt x="23450" y="12276"/>
                    <a:pt x="51837" y="29588"/>
                    <a:pt x="67248" y="43131"/>
                  </a:cubicBezTo>
                  <a:cubicBezTo>
                    <a:pt x="67767" y="43597"/>
                    <a:pt x="68383" y="43807"/>
                    <a:pt x="68988" y="43807"/>
                  </a:cubicBezTo>
                  <a:cubicBezTo>
                    <a:pt x="70289" y="43807"/>
                    <a:pt x="71538" y="42833"/>
                    <a:pt x="71651" y="41330"/>
                  </a:cubicBezTo>
                  <a:cubicBezTo>
                    <a:pt x="71818" y="38961"/>
                    <a:pt x="72218" y="36326"/>
                    <a:pt x="72986" y="34125"/>
                  </a:cubicBezTo>
                  <a:cubicBezTo>
                    <a:pt x="73319" y="33091"/>
                    <a:pt x="73052" y="31956"/>
                    <a:pt x="72252" y="31256"/>
                  </a:cubicBezTo>
                  <a:cubicBezTo>
                    <a:pt x="56274" y="16712"/>
                    <a:pt x="11275" y="0"/>
                    <a:pt x="10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3" name="Google Shape;1253;p6"/>
            <p:cNvSpPr/>
            <p:nvPr/>
          </p:nvSpPr>
          <p:spPr>
            <a:xfrm>
              <a:off x="-338475" y="3862875"/>
              <a:ext cx="1687900" cy="1388950"/>
            </a:xfrm>
            <a:custGeom>
              <a:avLst/>
              <a:gdLst/>
              <a:ahLst/>
              <a:cxnLst/>
              <a:rect l="l" t="t" r="r" b="b"/>
              <a:pathLst>
                <a:path w="67516" h="55558" extrusionOk="0">
                  <a:moveTo>
                    <a:pt x="67" y="0"/>
                  </a:moveTo>
                  <a:cubicBezTo>
                    <a:pt x="34" y="67"/>
                    <a:pt x="34" y="33"/>
                    <a:pt x="0" y="67"/>
                  </a:cubicBezTo>
                  <a:cubicBezTo>
                    <a:pt x="16979" y="16979"/>
                    <a:pt x="36593" y="38361"/>
                    <a:pt x="44466" y="54072"/>
                  </a:cubicBezTo>
                  <a:cubicBezTo>
                    <a:pt x="44945" y="55049"/>
                    <a:pt x="45883" y="55558"/>
                    <a:pt x="46835" y="55558"/>
                  </a:cubicBezTo>
                  <a:cubicBezTo>
                    <a:pt x="47605" y="55558"/>
                    <a:pt x="48384" y="55225"/>
                    <a:pt x="48935" y="54539"/>
                  </a:cubicBezTo>
                  <a:cubicBezTo>
                    <a:pt x="53238" y="49135"/>
                    <a:pt x="58676" y="46367"/>
                    <a:pt x="64080" y="46033"/>
                  </a:cubicBezTo>
                  <a:cubicBezTo>
                    <a:pt x="66481" y="45900"/>
                    <a:pt x="67515" y="42931"/>
                    <a:pt x="65681" y="41363"/>
                  </a:cubicBezTo>
                  <a:cubicBezTo>
                    <a:pt x="49936" y="28053"/>
                    <a:pt x="22650" y="11508"/>
                    <a:pt x="6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" name="Google Shape;1254;p6"/>
            <p:cNvSpPr/>
            <p:nvPr/>
          </p:nvSpPr>
          <p:spPr>
            <a:xfrm>
              <a:off x="-379350" y="3864525"/>
              <a:ext cx="1148675" cy="1546025"/>
            </a:xfrm>
            <a:custGeom>
              <a:avLst/>
              <a:gdLst/>
              <a:ahLst/>
              <a:cxnLst/>
              <a:rect l="l" t="t" r="r" b="b"/>
              <a:pathLst>
                <a:path w="45947" h="61841" extrusionOk="0">
                  <a:moveTo>
                    <a:pt x="1635" y="1"/>
                  </a:moveTo>
                  <a:cubicBezTo>
                    <a:pt x="1602" y="34"/>
                    <a:pt x="1569" y="34"/>
                    <a:pt x="1502" y="34"/>
                  </a:cubicBezTo>
                  <a:cubicBezTo>
                    <a:pt x="1402" y="168"/>
                    <a:pt x="1302" y="334"/>
                    <a:pt x="1168" y="501"/>
                  </a:cubicBezTo>
                  <a:cubicBezTo>
                    <a:pt x="301" y="17547"/>
                    <a:pt x="1" y="38995"/>
                    <a:pt x="1869" y="59443"/>
                  </a:cubicBezTo>
                  <a:cubicBezTo>
                    <a:pt x="1989" y="60884"/>
                    <a:pt x="3215" y="61841"/>
                    <a:pt x="4515" y="61841"/>
                  </a:cubicBezTo>
                  <a:cubicBezTo>
                    <a:pt x="5021" y="61841"/>
                    <a:pt x="5538" y="61696"/>
                    <a:pt x="6005" y="61378"/>
                  </a:cubicBezTo>
                  <a:cubicBezTo>
                    <a:pt x="12280" y="57075"/>
                    <a:pt x="22400" y="54418"/>
                    <a:pt x="31722" y="54418"/>
                  </a:cubicBezTo>
                  <a:cubicBezTo>
                    <a:pt x="35335" y="54418"/>
                    <a:pt x="38828" y="54817"/>
                    <a:pt x="41931" y="55674"/>
                  </a:cubicBezTo>
                  <a:cubicBezTo>
                    <a:pt x="42172" y="55738"/>
                    <a:pt x="42409" y="55768"/>
                    <a:pt x="42637" y="55768"/>
                  </a:cubicBezTo>
                  <a:cubicBezTo>
                    <a:pt x="44562" y="55768"/>
                    <a:pt x="45947" y="53653"/>
                    <a:pt x="44933" y="51805"/>
                  </a:cubicBezTo>
                  <a:cubicBezTo>
                    <a:pt x="36427" y="36360"/>
                    <a:pt x="17847" y="16112"/>
                    <a:pt x="16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255" name="Google Shape;1255;p6"/>
            <p:cNvGrpSpPr/>
            <p:nvPr/>
          </p:nvGrpSpPr>
          <p:grpSpPr>
            <a:xfrm>
              <a:off x="-2125575" y="3574325"/>
              <a:ext cx="3624275" cy="1836225"/>
              <a:chOff x="-4100775" y="3456250"/>
              <a:chExt cx="3624275" cy="1836225"/>
            </a:xfrm>
          </p:grpSpPr>
          <p:sp>
            <p:nvSpPr>
              <p:cNvPr id="1256" name="Google Shape;1256;p6"/>
              <p:cNvSpPr/>
              <p:nvPr/>
            </p:nvSpPr>
            <p:spPr>
              <a:xfrm>
                <a:off x="-4100775" y="3738950"/>
                <a:ext cx="1777125" cy="1163775"/>
              </a:xfrm>
              <a:custGeom>
                <a:avLst/>
                <a:gdLst/>
                <a:ahLst/>
                <a:cxnLst/>
                <a:rect l="l" t="t" r="r" b="b"/>
                <a:pathLst>
                  <a:path w="71085" h="46551" extrusionOk="0">
                    <a:moveTo>
                      <a:pt x="71051" y="1"/>
                    </a:moveTo>
                    <a:cubicBezTo>
                      <a:pt x="59209" y="601"/>
                      <a:pt x="18213" y="15879"/>
                      <a:pt x="1301" y="29722"/>
                    </a:cubicBezTo>
                    <a:cubicBezTo>
                      <a:pt x="100" y="30723"/>
                      <a:pt x="0" y="32524"/>
                      <a:pt x="1101" y="33625"/>
                    </a:cubicBezTo>
                    <a:cubicBezTo>
                      <a:pt x="3569" y="36060"/>
                      <a:pt x="5371" y="39762"/>
                      <a:pt x="5904" y="44166"/>
                    </a:cubicBezTo>
                    <a:cubicBezTo>
                      <a:pt x="6057" y="45630"/>
                      <a:pt x="7285" y="46551"/>
                      <a:pt x="8555" y="46551"/>
                    </a:cubicBezTo>
                    <a:cubicBezTo>
                      <a:pt x="9222" y="46551"/>
                      <a:pt x="9901" y="46296"/>
                      <a:pt x="10441" y="45733"/>
                    </a:cubicBezTo>
                    <a:cubicBezTo>
                      <a:pt x="24151" y="31390"/>
                      <a:pt x="50203" y="12610"/>
                      <a:pt x="71051" y="568"/>
                    </a:cubicBezTo>
                    <a:cubicBezTo>
                      <a:pt x="71051" y="401"/>
                      <a:pt x="71051" y="201"/>
                      <a:pt x="71084" y="1"/>
                    </a:cubicBezTo>
                    <a:close/>
                  </a:path>
                </a:pathLst>
              </a:custGeom>
              <a:solidFill>
                <a:srgbClr val="191919">
                  <a:alpha val="284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7" name="Google Shape;1257;p6"/>
              <p:cNvSpPr/>
              <p:nvPr/>
            </p:nvSpPr>
            <p:spPr>
              <a:xfrm>
                <a:off x="-3852275" y="3753125"/>
                <a:ext cx="1529450" cy="1427300"/>
              </a:xfrm>
              <a:custGeom>
                <a:avLst/>
                <a:gdLst/>
                <a:ahLst/>
                <a:cxnLst/>
                <a:rect l="l" t="t" r="r" b="b"/>
                <a:pathLst>
                  <a:path w="61178" h="57092" extrusionOk="0">
                    <a:moveTo>
                      <a:pt x="61111" y="1"/>
                    </a:moveTo>
                    <a:cubicBezTo>
                      <a:pt x="40830" y="11709"/>
                      <a:pt x="15678" y="29789"/>
                      <a:pt x="1668" y="43932"/>
                    </a:cubicBezTo>
                    <a:cubicBezTo>
                      <a:pt x="1" y="45633"/>
                      <a:pt x="1235" y="48435"/>
                      <a:pt x="3603" y="48435"/>
                    </a:cubicBezTo>
                    <a:cubicBezTo>
                      <a:pt x="10441" y="48469"/>
                      <a:pt x="18947" y="51604"/>
                      <a:pt x="23250" y="56208"/>
                    </a:cubicBezTo>
                    <a:cubicBezTo>
                      <a:pt x="23794" y="56806"/>
                      <a:pt x="24517" y="57091"/>
                      <a:pt x="25231" y="57091"/>
                    </a:cubicBezTo>
                    <a:cubicBezTo>
                      <a:pt x="26228" y="57091"/>
                      <a:pt x="27207" y="56537"/>
                      <a:pt x="27654" y="55507"/>
                    </a:cubicBezTo>
                    <a:cubicBezTo>
                      <a:pt x="34525" y="39529"/>
                      <a:pt x="48001" y="18180"/>
                      <a:pt x="61178" y="101"/>
                    </a:cubicBezTo>
                    <a:cubicBezTo>
                      <a:pt x="61144" y="34"/>
                      <a:pt x="61144" y="67"/>
                      <a:pt x="61111" y="1"/>
                    </a:cubicBezTo>
                    <a:close/>
                  </a:path>
                </a:pathLst>
              </a:custGeom>
              <a:solidFill>
                <a:srgbClr val="191919">
                  <a:alpha val="189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8" name="Google Shape;1258;p6"/>
              <p:cNvSpPr/>
              <p:nvPr/>
            </p:nvSpPr>
            <p:spPr>
              <a:xfrm>
                <a:off x="-3165600" y="3758975"/>
                <a:ext cx="858600" cy="1520275"/>
              </a:xfrm>
              <a:custGeom>
                <a:avLst/>
                <a:gdLst/>
                <a:ahLst/>
                <a:cxnLst/>
                <a:rect l="l" t="t" r="r" b="b"/>
                <a:pathLst>
                  <a:path w="34344" h="60811" extrusionOk="0">
                    <a:moveTo>
                      <a:pt x="33610" y="0"/>
                    </a:moveTo>
                    <a:lnTo>
                      <a:pt x="33610" y="0"/>
                    </a:lnTo>
                    <a:cubicBezTo>
                      <a:pt x="20868" y="17479"/>
                      <a:pt x="7859" y="38027"/>
                      <a:pt x="820" y="53805"/>
                    </a:cubicBezTo>
                    <a:cubicBezTo>
                      <a:pt x="1" y="55627"/>
                      <a:pt x="1392" y="57532"/>
                      <a:pt x="3259" y="57532"/>
                    </a:cubicBezTo>
                    <a:cubicBezTo>
                      <a:pt x="3442" y="57532"/>
                      <a:pt x="3631" y="57514"/>
                      <a:pt x="3823" y="57475"/>
                    </a:cubicBezTo>
                    <a:cubicBezTo>
                      <a:pt x="5960" y="57013"/>
                      <a:pt x="8473" y="56796"/>
                      <a:pt x="11131" y="56796"/>
                    </a:cubicBezTo>
                    <a:cubicBezTo>
                      <a:pt x="17887" y="56796"/>
                      <a:pt x="25582" y="58197"/>
                      <a:pt x="30442" y="60543"/>
                    </a:cubicBezTo>
                    <a:cubicBezTo>
                      <a:pt x="30815" y="60727"/>
                      <a:pt x="31200" y="60811"/>
                      <a:pt x="31574" y="60811"/>
                    </a:cubicBezTo>
                    <a:cubicBezTo>
                      <a:pt x="33038" y="60811"/>
                      <a:pt x="34344" y="59529"/>
                      <a:pt x="34211" y="57908"/>
                    </a:cubicBezTo>
                    <a:cubicBezTo>
                      <a:pt x="32443" y="37794"/>
                      <a:pt x="32777" y="16745"/>
                      <a:pt x="33610" y="0"/>
                    </a:cubicBezTo>
                    <a:close/>
                  </a:path>
                </a:pathLst>
              </a:custGeom>
              <a:solidFill>
                <a:srgbClr val="191919">
                  <a:alpha val="150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9" name="Google Shape;1259;p6"/>
              <p:cNvSpPr/>
              <p:nvPr/>
            </p:nvSpPr>
            <p:spPr>
              <a:xfrm>
                <a:off x="-2309500" y="3738125"/>
                <a:ext cx="1833000" cy="1095200"/>
              </a:xfrm>
              <a:custGeom>
                <a:avLst/>
                <a:gdLst/>
                <a:ahLst/>
                <a:cxnLst/>
                <a:rect l="l" t="t" r="r" b="b"/>
                <a:pathLst>
                  <a:path w="73320" h="43808" extrusionOk="0">
                    <a:moveTo>
                      <a:pt x="100" y="0"/>
                    </a:moveTo>
                    <a:lnTo>
                      <a:pt x="0" y="334"/>
                    </a:lnTo>
                    <a:cubicBezTo>
                      <a:pt x="23450" y="12276"/>
                      <a:pt x="51837" y="29588"/>
                      <a:pt x="67248" y="43131"/>
                    </a:cubicBezTo>
                    <a:cubicBezTo>
                      <a:pt x="67767" y="43597"/>
                      <a:pt x="68383" y="43807"/>
                      <a:pt x="68988" y="43807"/>
                    </a:cubicBezTo>
                    <a:cubicBezTo>
                      <a:pt x="70289" y="43807"/>
                      <a:pt x="71538" y="42833"/>
                      <a:pt x="71651" y="41330"/>
                    </a:cubicBezTo>
                    <a:cubicBezTo>
                      <a:pt x="71818" y="38961"/>
                      <a:pt x="72218" y="36326"/>
                      <a:pt x="72986" y="34125"/>
                    </a:cubicBezTo>
                    <a:cubicBezTo>
                      <a:pt x="73319" y="33091"/>
                      <a:pt x="73052" y="31956"/>
                      <a:pt x="72252" y="31256"/>
                    </a:cubicBezTo>
                    <a:cubicBezTo>
                      <a:pt x="56274" y="16712"/>
                      <a:pt x="11275" y="0"/>
                      <a:pt x="100" y="0"/>
                    </a:cubicBezTo>
                    <a:close/>
                  </a:path>
                </a:pathLst>
              </a:custGeom>
              <a:solidFill>
                <a:srgbClr val="191919">
                  <a:alpha val="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0" name="Google Shape;1260;p6"/>
              <p:cNvSpPr/>
              <p:nvPr/>
            </p:nvSpPr>
            <p:spPr>
              <a:xfrm>
                <a:off x="-2313675" y="3744800"/>
                <a:ext cx="1687900" cy="1388950"/>
              </a:xfrm>
              <a:custGeom>
                <a:avLst/>
                <a:gdLst/>
                <a:ahLst/>
                <a:cxnLst/>
                <a:rect l="l" t="t" r="r" b="b"/>
                <a:pathLst>
                  <a:path w="67516" h="55558" extrusionOk="0">
                    <a:moveTo>
                      <a:pt x="67" y="0"/>
                    </a:moveTo>
                    <a:cubicBezTo>
                      <a:pt x="34" y="67"/>
                      <a:pt x="34" y="33"/>
                      <a:pt x="0" y="67"/>
                    </a:cubicBezTo>
                    <a:cubicBezTo>
                      <a:pt x="16979" y="16979"/>
                      <a:pt x="36593" y="38361"/>
                      <a:pt x="44466" y="54072"/>
                    </a:cubicBezTo>
                    <a:cubicBezTo>
                      <a:pt x="44945" y="55049"/>
                      <a:pt x="45883" y="55558"/>
                      <a:pt x="46835" y="55558"/>
                    </a:cubicBezTo>
                    <a:cubicBezTo>
                      <a:pt x="47605" y="55558"/>
                      <a:pt x="48384" y="55225"/>
                      <a:pt x="48935" y="54539"/>
                    </a:cubicBezTo>
                    <a:cubicBezTo>
                      <a:pt x="53238" y="49135"/>
                      <a:pt x="58676" y="46367"/>
                      <a:pt x="64080" y="46033"/>
                    </a:cubicBezTo>
                    <a:cubicBezTo>
                      <a:pt x="66481" y="45900"/>
                      <a:pt x="67515" y="42931"/>
                      <a:pt x="65681" y="41363"/>
                    </a:cubicBezTo>
                    <a:cubicBezTo>
                      <a:pt x="49936" y="28053"/>
                      <a:pt x="22650" y="11508"/>
                      <a:pt x="67" y="0"/>
                    </a:cubicBezTo>
                    <a:close/>
                  </a:path>
                </a:pathLst>
              </a:custGeom>
              <a:solidFill>
                <a:srgbClr val="191919">
                  <a:alpha val="61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1" name="Google Shape;1261;p6"/>
              <p:cNvSpPr/>
              <p:nvPr/>
            </p:nvSpPr>
            <p:spPr>
              <a:xfrm>
                <a:off x="-2354550" y="3746450"/>
                <a:ext cx="1148675" cy="1546025"/>
              </a:xfrm>
              <a:custGeom>
                <a:avLst/>
                <a:gdLst/>
                <a:ahLst/>
                <a:cxnLst/>
                <a:rect l="l" t="t" r="r" b="b"/>
                <a:pathLst>
                  <a:path w="45947" h="61841" extrusionOk="0">
                    <a:moveTo>
                      <a:pt x="1635" y="1"/>
                    </a:moveTo>
                    <a:cubicBezTo>
                      <a:pt x="1602" y="34"/>
                      <a:pt x="1569" y="34"/>
                      <a:pt x="1502" y="34"/>
                    </a:cubicBezTo>
                    <a:cubicBezTo>
                      <a:pt x="1402" y="168"/>
                      <a:pt x="1302" y="334"/>
                      <a:pt x="1168" y="501"/>
                    </a:cubicBezTo>
                    <a:cubicBezTo>
                      <a:pt x="301" y="17547"/>
                      <a:pt x="1" y="38995"/>
                      <a:pt x="1869" y="59443"/>
                    </a:cubicBezTo>
                    <a:cubicBezTo>
                      <a:pt x="1989" y="60884"/>
                      <a:pt x="3215" y="61841"/>
                      <a:pt x="4515" y="61841"/>
                    </a:cubicBezTo>
                    <a:cubicBezTo>
                      <a:pt x="5021" y="61841"/>
                      <a:pt x="5538" y="61696"/>
                      <a:pt x="6005" y="61378"/>
                    </a:cubicBezTo>
                    <a:cubicBezTo>
                      <a:pt x="12280" y="57075"/>
                      <a:pt x="22400" y="54418"/>
                      <a:pt x="31722" y="54418"/>
                    </a:cubicBezTo>
                    <a:cubicBezTo>
                      <a:pt x="35335" y="54418"/>
                      <a:pt x="38828" y="54817"/>
                      <a:pt x="41931" y="55674"/>
                    </a:cubicBezTo>
                    <a:cubicBezTo>
                      <a:pt x="42172" y="55738"/>
                      <a:pt x="42409" y="55768"/>
                      <a:pt x="42637" y="55768"/>
                    </a:cubicBezTo>
                    <a:cubicBezTo>
                      <a:pt x="44562" y="55768"/>
                      <a:pt x="45947" y="53653"/>
                      <a:pt x="44933" y="51805"/>
                    </a:cubicBezTo>
                    <a:cubicBezTo>
                      <a:pt x="36427" y="36360"/>
                      <a:pt x="17847" y="16112"/>
                      <a:pt x="1635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2" name="Google Shape;1262;p6"/>
              <p:cNvSpPr/>
              <p:nvPr/>
            </p:nvSpPr>
            <p:spPr>
              <a:xfrm>
                <a:off x="-4100775" y="3738950"/>
                <a:ext cx="2249125" cy="1553525"/>
              </a:xfrm>
              <a:custGeom>
                <a:avLst/>
                <a:gdLst/>
                <a:ahLst/>
                <a:cxnLst/>
                <a:rect l="l" t="t" r="r" b="b"/>
                <a:pathLst>
                  <a:path w="89965" h="62141" extrusionOk="0">
                    <a:moveTo>
                      <a:pt x="71585" y="58242"/>
                    </a:moveTo>
                    <a:lnTo>
                      <a:pt x="71585" y="58242"/>
                    </a:lnTo>
                    <a:cubicBezTo>
                      <a:pt x="71590" y="58323"/>
                      <a:pt x="71595" y="58404"/>
                      <a:pt x="71601" y="58485"/>
                    </a:cubicBezTo>
                    <a:lnTo>
                      <a:pt x="71601" y="58485"/>
                    </a:lnTo>
                    <a:cubicBezTo>
                      <a:pt x="71593" y="58407"/>
                      <a:pt x="71585" y="58324"/>
                      <a:pt x="71585" y="58242"/>
                    </a:cubicBezTo>
                    <a:close/>
                    <a:moveTo>
                      <a:pt x="71017" y="1"/>
                    </a:moveTo>
                    <a:lnTo>
                      <a:pt x="71017" y="1"/>
                    </a:lnTo>
                    <a:cubicBezTo>
                      <a:pt x="59142" y="634"/>
                      <a:pt x="18180" y="15879"/>
                      <a:pt x="1301" y="29722"/>
                    </a:cubicBezTo>
                    <a:cubicBezTo>
                      <a:pt x="100" y="30723"/>
                      <a:pt x="0" y="32524"/>
                      <a:pt x="1101" y="33625"/>
                    </a:cubicBezTo>
                    <a:cubicBezTo>
                      <a:pt x="3569" y="36060"/>
                      <a:pt x="5371" y="39762"/>
                      <a:pt x="5871" y="44166"/>
                    </a:cubicBezTo>
                    <a:cubicBezTo>
                      <a:pt x="6046" y="45630"/>
                      <a:pt x="7281" y="46551"/>
                      <a:pt x="8544" y="46551"/>
                    </a:cubicBezTo>
                    <a:cubicBezTo>
                      <a:pt x="9208" y="46551"/>
                      <a:pt x="9879" y="46296"/>
                      <a:pt x="10408" y="45733"/>
                    </a:cubicBezTo>
                    <a:cubicBezTo>
                      <a:pt x="10808" y="45333"/>
                      <a:pt x="11208" y="44933"/>
                      <a:pt x="11608" y="44532"/>
                    </a:cubicBezTo>
                    <a:lnTo>
                      <a:pt x="11608" y="44532"/>
                    </a:lnTo>
                    <a:cubicBezTo>
                      <a:pt x="9974" y="46200"/>
                      <a:pt x="11175" y="49002"/>
                      <a:pt x="13543" y="49002"/>
                    </a:cubicBezTo>
                    <a:cubicBezTo>
                      <a:pt x="20381" y="49036"/>
                      <a:pt x="28887" y="52171"/>
                      <a:pt x="33190" y="56775"/>
                    </a:cubicBezTo>
                    <a:cubicBezTo>
                      <a:pt x="33734" y="57373"/>
                      <a:pt x="34457" y="57658"/>
                      <a:pt x="35171" y="57658"/>
                    </a:cubicBezTo>
                    <a:cubicBezTo>
                      <a:pt x="36168" y="57658"/>
                      <a:pt x="37147" y="57104"/>
                      <a:pt x="37594" y="56074"/>
                    </a:cubicBezTo>
                    <a:cubicBezTo>
                      <a:pt x="37794" y="55574"/>
                      <a:pt x="37994" y="55107"/>
                      <a:pt x="38227" y="54606"/>
                    </a:cubicBezTo>
                    <a:lnTo>
                      <a:pt x="38227" y="54606"/>
                    </a:lnTo>
                    <a:cubicBezTo>
                      <a:pt x="37408" y="56428"/>
                      <a:pt x="38799" y="58333"/>
                      <a:pt x="40666" y="58333"/>
                    </a:cubicBezTo>
                    <a:cubicBezTo>
                      <a:pt x="40849" y="58333"/>
                      <a:pt x="41038" y="58315"/>
                      <a:pt x="41230" y="58276"/>
                    </a:cubicBezTo>
                    <a:cubicBezTo>
                      <a:pt x="43367" y="57814"/>
                      <a:pt x="45880" y="57597"/>
                      <a:pt x="48538" y="57597"/>
                    </a:cubicBezTo>
                    <a:cubicBezTo>
                      <a:pt x="55294" y="57597"/>
                      <a:pt x="62989" y="58998"/>
                      <a:pt x="67849" y="61344"/>
                    </a:cubicBezTo>
                    <a:cubicBezTo>
                      <a:pt x="68217" y="61519"/>
                      <a:pt x="68597" y="61599"/>
                      <a:pt x="68967" y="61599"/>
                    </a:cubicBezTo>
                    <a:cubicBezTo>
                      <a:pt x="70405" y="61599"/>
                      <a:pt x="71694" y="60389"/>
                      <a:pt x="71625" y="58814"/>
                    </a:cubicBezTo>
                    <a:lnTo>
                      <a:pt x="71625" y="58814"/>
                    </a:lnTo>
                    <a:cubicBezTo>
                      <a:pt x="71648" y="59124"/>
                      <a:pt x="71677" y="59434"/>
                      <a:pt x="71718" y="59743"/>
                    </a:cubicBezTo>
                    <a:cubicBezTo>
                      <a:pt x="71838" y="61184"/>
                      <a:pt x="73064" y="62141"/>
                      <a:pt x="74364" y="62141"/>
                    </a:cubicBezTo>
                    <a:cubicBezTo>
                      <a:pt x="74870" y="62141"/>
                      <a:pt x="75387" y="61996"/>
                      <a:pt x="75854" y="61678"/>
                    </a:cubicBezTo>
                    <a:cubicBezTo>
                      <a:pt x="79557" y="59143"/>
                      <a:pt x="84560" y="57175"/>
                      <a:pt x="89964" y="56007"/>
                    </a:cubicBezTo>
                    <a:cubicBezTo>
                      <a:pt x="89764" y="55974"/>
                      <a:pt x="89531" y="55874"/>
                      <a:pt x="89331" y="55774"/>
                    </a:cubicBezTo>
                    <a:cubicBezTo>
                      <a:pt x="84466" y="53426"/>
                      <a:pt x="76762" y="52041"/>
                      <a:pt x="70001" y="52041"/>
                    </a:cubicBezTo>
                    <a:cubicBezTo>
                      <a:pt x="67350" y="52041"/>
                      <a:pt x="64844" y="52254"/>
                      <a:pt x="62712" y="52705"/>
                    </a:cubicBezTo>
                    <a:cubicBezTo>
                      <a:pt x="62205" y="52816"/>
                      <a:pt x="61561" y="52870"/>
                      <a:pt x="60853" y="52870"/>
                    </a:cubicBezTo>
                    <a:cubicBezTo>
                      <a:pt x="58578" y="52870"/>
                      <a:pt x="55657" y="52306"/>
                      <a:pt x="54639" y="51237"/>
                    </a:cubicBezTo>
                    <a:cubicBezTo>
                      <a:pt x="50369" y="46601"/>
                      <a:pt x="41830" y="43498"/>
                      <a:pt x="35025" y="43465"/>
                    </a:cubicBezTo>
                    <a:cubicBezTo>
                      <a:pt x="32657" y="43465"/>
                      <a:pt x="27620" y="40863"/>
                      <a:pt x="27353" y="38628"/>
                    </a:cubicBezTo>
                    <a:cubicBezTo>
                      <a:pt x="26853" y="34225"/>
                      <a:pt x="25051" y="30522"/>
                      <a:pt x="22550" y="28054"/>
                    </a:cubicBezTo>
                    <a:cubicBezTo>
                      <a:pt x="21449" y="26987"/>
                      <a:pt x="21582" y="25152"/>
                      <a:pt x="22783" y="24185"/>
                    </a:cubicBezTo>
                    <a:cubicBezTo>
                      <a:pt x="33624" y="15278"/>
                      <a:pt x="54406" y="5805"/>
                      <a:pt x="71017" y="1"/>
                    </a:cubicBezTo>
                    <a:close/>
                  </a:path>
                </a:pathLst>
              </a:custGeom>
              <a:solidFill>
                <a:srgbClr val="191919">
                  <a:alpha val="284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3" name="Google Shape;1263;p6"/>
              <p:cNvSpPr/>
              <p:nvPr/>
            </p:nvSpPr>
            <p:spPr>
              <a:xfrm>
                <a:off x="-2392900" y="3456250"/>
                <a:ext cx="184325" cy="255200"/>
              </a:xfrm>
              <a:custGeom>
                <a:avLst/>
                <a:gdLst/>
                <a:ahLst/>
                <a:cxnLst/>
                <a:rect l="l" t="t" r="r" b="b"/>
                <a:pathLst>
                  <a:path w="7373" h="10208" extrusionOk="0">
                    <a:moveTo>
                      <a:pt x="3670" y="0"/>
                    </a:moveTo>
                    <a:cubicBezTo>
                      <a:pt x="1835" y="0"/>
                      <a:pt x="1" y="10208"/>
                      <a:pt x="1" y="10208"/>
                    </a:cubicBezTo>
                    <a:lnTo>
                      <a:pt x="7372" y="10208"/>
                    </a:lnTo>
                    <a:cubicBezTo>
                      <a:pt x="7372" y="10208"/>
                      <a:pt x="5538" y="0"/>
                      <a:pt x="36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4" name="Google Shape;1264;p6"/>
              <p:cNvSpPr/>
              <p:nvPr/>
            </p:nvSpPr>
            <p:spPr>
              <a:xfrm>
                <a:off x="-2447950" y="3655550"/>
                <a:ext cx="293575" cy="111775"/>
              </a:xfrm>
              <a:custGeom>
                <a:avLst/>
                <a:gdLst/>
                <a:ahLst/>
                <a:cxnLst/>
                <a:rect l="l" t="t" r="r" b="b"/>
                <a:pathLst>
                  <a:path w="11743" h="4471" extrusionOk="0">
                    <a:moveTo>
                      <a:pt x="2002" y="1"/>
                    </a:moveTo>
                    <a:cubicBezTo>
                      <a:pt x="902" y="1"/>
                      <a:pt x="1" y="902"/>
                      <a:pt x="1" y="2002"/>
                    </a:cubicBezTo>
                    <a:lnTo>
                      <a:pt x="1" y="2469"/>
                    </a:lnTo>
                    <a:cubicBezTo>
                      <a:pt x="1" y="3570"/>
                      <a:pt x="902" y="4471"/>
                      <a:pt x="2002" y="4471"/>
                    </a:cubicBezTo>
                    <a:lnTo>
                      <a:pt x="9741" y="4471"/>
                    </a:lnTo>
                    <a:cubicBezTo>
                      <a:pt x="10875" y="4471"/>
                      <a:pt x="11743" y="3570"/>
                      <a:pt x="11743" y="2469"/>
                    </a:cubicBezTo>
                    <a:lnTo>
                      <a:pt x="11743" y="2002"/>
                    </a:lnTo>
                    <a:cubicBezTo>
                      <a:pt x="11743" y="902"/>
                      <a:pt x="10875" y="1"/>
                      <a:pt x="974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265" name="Google Shape;1265;p6"/>
          <p:cNvGrpSpPr/>
          <p:nvPr/>
        </p:nvGrpSpPr>
        <p:grpSpPr>
          <a:xfrm>
            <a:off x="451898" y="4758781"/>
            <a:ext cx="3369488" cy="1707138"/>
            <a:chOff x="-939100" y="529913"/>
            <a:chExt cx="3624275" cy="1836225"/>
          </a:xfrm>
        </p:grpSpPr>
        <p:sp>
          <p:nvSpPr>
            <p:cNvPr id="1266" name="Google Shape;1266;p6"/>
            <p:cNvSpPr/>
            <p:nvPr/>
          </p:nvSpPr>
          <p:spPr>
            <a:xfrm>
              <a:off x="-939100" y="812613"/>
              <a:ext cx="1777125" cy="1163775"/>
            </a:xfrm>
            <a:custGeom>
              <a:avLst/>
              <a:gdLst/>
              <a:ahLst/>
              <a:cxnLst/>
              <a:rect l="l" t="t" r="r" b="b"/>
              <a:pathLst>
                <a:path w="71085" h="46551" extrusionOk="0">
                  <a:moveTo>
                    <a:pt x="71051" y="1"/>
                  </a:moveTo>
                  <a:cubicBezTo>
                    <a:pt x="59209" y="601"/>
                    <a:pt x="18213" y="15879"/>
                    <a:pt x="1301" y="29722"/>
                  </a:cubicBezTo>
                  <a:cubicBezTo>
                    <a:pt x="100" y="30723"/>
                    <a:pt x="0" y="32524"/>
                    <a:pt x="1101" y="33625"/>
                  </a:cubicBezTo>
                  <a:cubicBezTo>
                    <a:pt x="3569" y="36060"/>
                    <a:pt x="5371" y="39762"/>
                    <a:pt x="5904" y="44166"/>
                  </a:cubicBezTo>
                  <a:cubicBezTo>
                    <a:pt x="6057" y="45630"/>
                    <a:pt x="7285" y="46551"/>
                    <a:pt x="8555" y="46551"/>
                  </a:cubicBezTo>
                  <a:cubicBezTo>
                    <a:pt x="9222" y="46551"/>
                    <a:pt x="9901" y="46296"/>
                    <a:pt x="10441" y="45733"/>
                  </a:cubicBezTo>
                  <a:cubicBezTo>
                    <a:pt x="24151" y="31390"/>
                    <a:pt x="50203" y="12610"/>
                    <a:pt x="71051" y="568"/>
                  </a:cubicBezTo>
                  <a:cubicBezTo>
                    <a:pt x="71051" y="401"/>
                    <a:pt x="71051" y="201"/>
                    <a:pt x="7108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" name="Google Shape;1267;p6"/>
            <p:cNvSpPr/>
            <p:nvPr/>
          </p:nvSpPr>
          <p:spPr>
            <a:xfrm>
              <a:off x="-690600" y="826788"/>
              <a:ext cx="1529450" cy="1427300"/>
            </a:xfrm>
            <a:custGeom>
              <a:avLst/>
              <a:gdLst/>
              <a:ahLst/>
              <a:cxnLst/>
              <a:rect l="l" t="t" r="r" b="b"/>
              <a:pathLst>
                <a:path w="61178" h="57092" extrusionOk="0">
                  <a:moveTo>
                    <a:pt x="61111" y="1"/>
                  </a:moveTo>
                  <a:cubicBezTo>
                    <a:pt x="40830" y="11709"/>
                    <a:pt x="15678" y="29789"/>
                    <a:pt x="1668" y="43932"/>
                  </a:cubicBezTo>
                  <a:cubicBezTo>
                    <a:pt x="1" y="45633"/>
                    <a:pt x="1235" y="48435"/>
                    <a:pt x="3603" y="48435"/>
                  </a:cubicBezTo>
                  <a:cubicBezTo>
                    <a:pt x="10441" y="48469"/>
                    <a:pt x="18947" y="51604"/>
                    <a:pt x="23250" y="56208"/>
                  </a:cubicBezTo>
                  <a:cubicBezTo>
                    <a:pt x="23794" y="56806"/>
                    <a:pt x="24517" y="57091"/>
                    <a:pt x="25231" y="57091"/>
                  </a:cubicBezTo>
                  <a:cubicBezTo>
                    <a:pt x="26228" y="57091"/>
                    <a:pt x="27207" y="56537"/>
                    <a:pt x="27654" y="55507"/>
                  </a:cubicBezTo>
                  <a:cubicBezTo>
                    <a:pt x="34525" y="39529"/>
                    <a:pt x="48001" y="18180"/>
                    <a:pt x="61178" y="101"/>
                  </a:cubicBezTo>
                  <a:cubicBezTo>
                    <a:pt x="61144" y="34"/>
                    <a:pt x="61144" y="67"/>
                    <a:pt x="611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" name="Google Shape;1268;p6"/>
            <p:cNvSpPr/>
            <p:nvPr/>
          </p:nvSpPr>
          <p:spPr>
            <a:xfrm>
              <a:off x="-3925" y="832638"/>
              <a:ext cx="858600" cy="1520275"/>
            </a:xfrm>
            <a:custGeom>
              <a:avLst/>
              <a:gdLst/>
              <a:ahLst/>
              <a:cxnLst/>
              <a:rect l="l" t="t" r="r" b="b"/>
              <a:pathLst>
                <a:path w="34344" h="60811" extrusionOk="0">
                  <a:moveTo>
                    <a:pt x="33610" y="0"/>
                  </a:moveTo>
                  <a:lnTo>
                    <a:pt x="33610" y="0"/>
                  </a:lnTo>
                  <a:cubicBezTo>
                    <a:pt x="20868" y="17479"/>
                    <a:pt x="7859" y="38027"/>
                    <a:pt x="820" y="53805"/>
                  </a:cubicBezTo>
                  <a:cubicBezTo>
                    <a:pt x="1" y="55627"/>
                    <a:pt x="1392" y="57532"/>
                    <a:pt x="3259" y="57532"/>
                  </a:cubicBezTo>
                  <a:cubicBezTo>
                    <a:pt x="3442" y="57532"/>
                    <a:pt x="3631" y="57514"/>
                    <a:pt x="3823" y="57475"/>
                  </a:cubicBezTo>
                  <a:cubicBezTo>
                    <a:pt x="5960" y="57013"/>
                    <a:pt x="8473" y="56796"/>
                    <a:pt x="11131" y="56796"/>
                  </a:cubicBezTo>
                  <a:cubicBezTo>
                    <a:pt x="17887" y="56796"/>
                    <a:pt x="25582" y="58197"/>
                    <a:pt x="30442" y="60543"/>
                  </a:cubicBezTo>
                  <a:cubicBezTo>
                    <a:pt x="30815" y="60727"/>
                    <a:pt x="31200" y="60811"/>
                    <a:pt x="31574" y="60811"/>
                  </a:cubicBezTo>
                  <a:cubicBezTo>
                    <a:pt x="33038" y="60811"/>
                    <a:pt x="34344" y="59529"/>
                    <a:pt x="34211" y="57908"/>
                  </a:cubicBezTo>
                  <a:cubicBezTo>
                    <a:pt x="32443" y="37794"/>
                    <a:pt x="32777" y="16745"/>
                    <a:pt x="3361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" name="Google Shape;1269;p6"/>
            <p:cNvSpPr/>
            <p:nvPr/>
          </p:nvSpPr>
          <p:spPr>
            <a:xfrm>
              <a:off x="852175" y="811788"/>
              <a:ext cx="1833000" cy="1095200"/>
            </a:xfrm>
            <a:custGeom>
              <a:avLst/>
              <a:gdLst/>
              <a:ahLst/>
              <a:cxnLst/>
              <a:rect l="l" t="t" r="r" b="b"/>
              <a:pathLst>
                <a:path w="73320" h="43808" extrusionOk="0">
                  <a:moveTo>
                    <a:pt x="100" y="0"/>
                  </a:moveTo>
                  <a:lnTo>
                    <a:pt x="0" y="334"/>
                  </a:lnTo>
                  <a:cubicBezTo>
                    <a:pt x="23450" y="12276"/>
                    <a:pt x="51837" y="29588"/>
                    <a:pt x="67248" y="43131"/>
                  </a:cubicBezTo>
                  <a:cubicBezTo>
                    <a:pt x="67767" y="43597"/>
                    <a:pt x="68383" y="43807"/>
                    <a:pt x="68988" y="43807"/>
                  </a:cubicBezTo>
                  <a:cubicBezTo>
                    <a:pt x="70289" y="43807"/>
                    <a:pt x="71538" y="42833"/>
                    <a:pt x="71651" y="41330"/>
                  </a:cubicBezTo>
                  <a:cubicBezTo>
                    <a:pt x="71818" y="38961"/>
                    <a:pt x="72218" y="36326"/>
                    <a:pt x="72986" y="34125"/>
                  </a:cubicBezTo>
                  <a:cubicBezTo>
                    <a:pt x="73319" y="33091"/>
                    <a:pt x="73052" y="31956"/>
                    <a:pt x="72252" y="31256"/>
                  </a:cubicBezTo>
                  <a:cubicBezTo>
                    <a:pt x="56274" y="16712"/>
                    <a:pt x="11275" y="0"/>
                    <a:pt x="10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" name="Google Shape;1270;p6"/>
            <p:cNvSpPr/>
            <p:nvPr/>
          </p:nvSpPr>
          <p:spPr>
            <a:xfrm>
              <a:off x="848000" y="818463"/>
              <a:ext cx="1687900" cy="1388950"/>
            </a:xfrm>
            <a:custGeom>
              <a:avLst/>
              <a:gdLst/>
              <a:ahLst/>
              <a:cxnLst/>
              <a:rect l="l" t="t" r="r" b="b"/>
              <a:pathLst>
                <a:path w="67516" h="55558" extrusionOk="0">
                  <a:moveTo>
                    <a:pt x="67" y="0"/>
                  </a:moveTo>
                  <a:cubicBezTo>
                    <a:pt x="34" y="67"/>
                    <a:pt x="34" y="33"/>
                    <a:pt x="0" y="67"/>
                  </a:cubicBezTo>
                  <a:cubicBezTo>
                    <a:pt x="16979" y="16979"/>
                    <a:pt x="36593" y="38361"/>
                    <a:pt x="44466" y="54072"/>
                  </a:cubicBezTo>
                  <a:cubicBezTo>
                    <a:pt x="44945" y="55049"/>
                    <a:pt x="45883" y="55558"/>
                    <a:pt x="46835" y="55558"/>
                  </a:cubicBezTo>
                  <a:cubicBezTo>
                    <a:pt x="47605" y="55558"/>
                    <a:pt x="48384" y="55225"/>
                    <a:pt x="48935" y="54539"/>
                  </a:cubicBezTo>
                  <a:cubicBezTo>
                    <a:pt x="53238" y="49135"/>
                    <a:pt x="58676" y="46367"/>
                    <a:pt x="64080" y="46033"/>
                  </a:cubicBezTo>
                  <a:cubicBezTo>
                    <a:pt x="66481" y="45900"/>
                    <a:pt x="67515" y="42931"/>
                    <a:pt x="65681" y="41363"/>
                  </a:cubicBezTo>
                  <a:cubicBezTo>
                    <a:pt x="49936" y="28053"/>
                    <a:pt x="22650" y="11508"/>
                    <a:pt x="6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" name="Google Shape;1271;p6"/>
            <p:cNvSpPr/>
            <p:nvPr/>
          </p:nvSpPr>
          <p:spPr>
            <a:xfrm>
              <a:off x="807125" y="820113"/>
              <a:ext cx="1148675" cy="1546025"/>
            </a:xfrm>
            <a:custGeom>
              <a:avLst/>
              <a:gdLst/>
              <a:ahLst/>
              <a:cxnLst/>
              <a:rect l="l" t="t" r="r" b="b"/>
              <a:pathLst>
                <a:path w="45947" h="61841" extrusionOk="0">
                  <a:moveTo>
                    <a:pt x="1635" y="1"/>
                  </a:moveTo>
                  <a:cubicBezTo>
                    <a:pt x="1602" y="34"/>
                    <a:pt x="1569" y="34"/>
                    <a:pt x="1502" y="34"/>
                  </a:cubicBezTo>
                  <a:cubicBezTo>
                    <a:pt x="1402" y="168"/>
                    <a:pt x="1302" y="334"/>
                    <a:pt x="1168" y="501"/>
                  </a:cubicBezTo>
                  <a:cubicBezTo>
                    <a:pt x="301" y="17547"/>
                    <a:pt x="1" y="38995"/>
                    <a:pt x="1869" y="59443"/>
                  </a:cubicBezTo>
                  <a:cubicBezTo>
                    <a:pt x="1989" y="60884"/>
                    <a:pt x="3215" y="61841"/>
                    <a:pt x="4515" y="61841"/>
                  </a:cubicBezTo>
                  <a:cubicBezTo>
                    <a:pt x="5021" y="61841"/>
                    <a:pt x="5538" y="61696"/>
                    <a:pt x="6005" y="61378"/>
                  </a:cubicBezTo>
                  <a:cubicBezTo>
                    <a:pt x="12280" y="57075"/>
                    <a:pt x="22400" y="54418"/>
                    <a:pt x="31722" y="54418"/>
                  </a:cubicBezTo>
                  <a:cubicBezTo>
                    <a:pt x="35335" y="54418"/>
                    <a:pt x="38828" y="54817"/>
                    <a:pt x="41931" y="55674"/>
                  </a:cubicBezTo>
                  <a:cubicBezTo>
                    <a:pt x="42172" y="55738"/>
                    <a:pt x="42409" y="55768"/>
                    <a:pt x="42637" y="55768"/>
                  </a:cubicBezTo>
                  <a:cubicBezTo>
                    <a:pt x="44562" y="55768"/>
                    <a:pt x="45947" y="53653"/>
                    <a:pt x="44933" y="51805"/>
                  </a:cubicBezTo>
                  <a:cubicBezTo>
                    <a:pt x="36427" y="36360"/>
                    <a:pt x="17847" y="16112"/>
                    <a:pt x="163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272" name="Google Shape;1272;p6"/>
            <p:cNvGrpSpPr/>
            <p:nvPr/>
          </p:nvGrpSpPr>
          <p:grpSpPr>
            <a:xfrm>
              <a:off x="-939100" y="529913"/>
              <a:ext cx="3624275" cy="1836225"/>
              <a:chOff x="112275" y="2665738"/>
              <a:chExt cx="3624275" cy="1836225"/>
            </a:xfrm>
          </p:grpSpPr>
          <p:sp>
            <p:nvSpPr>
              <p:cNvPr id="1273" name="Google Shape;1273;p6"/>
              <p:cNvSpPr/>
              <p:nvPr/>
            </p:nvSpPr>
            <p:spPr>
              <a:xfrm>
                <a:off x="112275" y="2948438"/>
                <a:ext cx="1777125" cy="1163775"/>
              </a:xfrm>
              <a:custGeom>
                <a:avLst/>
                <a:gdLst/>
                <a:ahLst/>
                <a:cxnLst/>
                <a:rect l="l" t="t" r="r" b="b"/>
                <a:pathLst>
                  <a:path w="71085" h="46551" extrusionOk="0">
                    <a:moveTo>
                      <a:pt x="71051" y="1"/>
                    </a:moveTo>
                    <a:cubicBezTo>
                      <a:pt x="59209" y="601"/>
                      <a:pt x="18213" y="15879"/>
                      <a:pt x="1301" y="29722"/>
                    </a:cubicBezTo>
                    <a:cubicBezTo>
                      <a:pt x="100" y="30723"/>
                      <a:pt x="0" y="32524"/>
                      <a:pt x="1101" y="33625"/>
                    </a:cubicBezTo>
                    <a:cubicBezTo>
                      <a:pt x="3569" y="36060"/>
                      <a:pt x="5371" y="39762"/>
                      <a:pt x="5904" y="44166"/>
                    </a:cubicBezTo>
                    <a:cubicBezTo>
                      <a:pt x="6057" y="45630"/>
                      <a:pt x="7285" y="46551"/>
                      <a:pt x="8555" y="46551"/>
                    </a:cubicBezTo>
                    <a:cubicBezTo>
                      <a:pt x="9222" y="46551"/>
                      <a:pt x="9901" y="46296"/>
                      <a:pt x="10441" y="45733"/>
                    </a:cubicBezTo>
                    <a:cubicBezTo>
                      <a:pt x="24151" y="31390"/>
                      <a:pt x="50203" y="12610"/>
                      <a:pt x="71051" y="568"/>
                    </a:cubicBezTo>
                    <a:cubicBezTo>
                      <a:pt x="71051" y="401"/>
                      <a:pt x="71051" y="201"/>
                      <a:pt x="71084" y="1"/>
                    </a:cubicBezTo>
                    <a:close/>
                  </a:path>
                </a:pathLst>
              </a:custGeom>
              <a:solidFill>
                <a:srgbClr val="191919">
                  <a:alpha val="284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4" name="Google Shape;1274;p6"/>
              <p:cNvSpPr/>
              <p:nvPr/>
            </p:nvSpPr>
            <p:spPr>
              <a:xfrm>
                <a:off x="360775" y="2962613"/>
                <a:ext cx="1529450" cy="1427300"/>
              </a:xfrm>
              <a:custGeom>
                <a:avLst/>
                <a:gdLst/>
                <a:ahLst/>
                <a:cxnLst/>
                <a:rect l="l" t="t" r="r" b="b"/>
                <a:pathLst>
                  <a:path w="61178" h="57092" extrusionOk="0">
                    <a:moveTo>
                      <a:pt x="61111" y="1"/>
                    </a:moveTo>
                    <a:cubicBezTo>
                      <a:pt x="40830" y="11709"/>
                      <a:pt x="15678" y="29789"/>
                      <a:pt x="1668" y="43932"/>
                    </a:cubicBezTo>
                    <a:cubicBezTo>
                      <a:pt x="1" y="45633"/>
                      <a:pt x="1235" y="48435"/>
                      <a:pt x="3603" y="48435"/>
                    </a:cubicBezTo>
                    <a:cubicBezTo>
                      <a:pt x="10441" y="48469"/>
                      <a:pt x="18947" y="51604"/>
                      <a:pt x="23250" y="56208"/>
                    </a:cubicBezTo>
                    <a:cubicBezTo>
                      <a:pt x="23794" y="56806"/>
                      <a:pt x="24517" y="57091"/>
                      <a:pt x="25231" y="57091"/>
                    </a:cubicBezTo>
                    <a:cubicBezTo>
                      <a:pt x="26228" y="57091"/>
                      <a:pt x="27207" y="56537"/>
                      <a:pt x="27654" y="55507"/>
                    </a:cubicBezTo>
                    <a:cubicBezTo>
                      <a:pt x="34525" y="39529"/>
                      <a:pt x="48001" y="18180"/>
                      <a:pt x="61178" y="101"/>
                    </a:cubicBezTo>
                    <a:cubicBezTo>
                      <a:pt x="61144" y="34"/>
                      <a:pt x="61144" y="67"/>
                      <a:pt x="61111" y="1"/>
                    </a:cubicBezTo>
                    <a:close/>
                  </a:path>
                </a:pathLst>
              </a:custGeom>
              <a:solidFill>
                <a:srgbClr val="191919">
                  <a:alpha val="189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5" name="Google Shape;1275;p6"/>
              <p:cNvSpPr/>
              <p:nvPr/>
            </p:nvSpPr>
            <p:spPr>
              <a:xfrm>
                <a:off x="1047450" y="2968463"/>
                <a:ext cx="858600" cy="1520275"/>
              </a:xfrm>
              <a:custGeom>
                <a:avLst/>
                <a:gdLst/>
                <a:ahLst/>
                <a:cxnLst/>
                <a:rect l="l" t="t" r="r" b="b"/>
                <a:pathLst>
                  <a:path w="34344" h="60811" extrusionOk="0">
                    <a:moveTo>
                      <a:pt x="33610" y="0"/>
                    </a:moveTo>
                    <a:lnTo>
                      <a:pt x="33610" y="0"/>
                    </a:lnTo>
                    <a:cubicBezTo>
                      <a:pt x="20868" y="17479"/>
                      <a:pt x="7859" y="38027"/>
                      <a:pt x="820" y="53805"/>
                    </a:cubicBezTo>
                    <a:cubicBezTo>
                      <a:pt x="1" y="55627"/>
                      <a:pt x="1392" y="57532"/>
                      <a:pt x="3259" y="57532"/>
                    </a:cubicBezTo>
                    <a:cubicBezTo>
                      <a:pt x="3442" y="57532"/>
                      <a:pt x="3631" y="57514"/>
                      <a:pt x="3823" y="57475"/>
                    </a:cubicBezTo>
                    <a:cubicBezTo>
                      <a:pt x="5960" y="57013"/>
                      <a:pt x="8473" y="56796"/>
                      <a:pt x="11131" y="56796"/>
                    </a:cubicBezTo>
                    <a:cubicBezTo>
                      <a:pt x="17887" y="56796"/>
                      <a:pt x="25582" y="58197"/>
                      <a:pt x="30442" y="60543"/>
                    </a:cubicBezTo>
                    <a:cubicBezTo>
                      <a:pt x="30815" y="60727"/>
                      <a:pt x="31200" y="60811"/>
                      <a:pt x="31574" y="60811"/>
                    </a:cubicBezTo>
                    <a:cubicBezTo>
                      <a:pt x="33038" y="60811"/>
                      <a:pt x="34344" y="59529"/>
                      <a:pt x="34211" y="57908"/>
                    </a:cubicBezTo>
                    <a:cubicBezTo>
                      <a:pt x="32443" y="37794"/>
                      <a:pt x="32777" y="16745"/>
                      <a:pt x="33610" y="0"/>
                    </a:cubicBezTo>
                    <a:close/>
                  </a:path>
                </a:pathLst>
              </a:custGeom>
              <a:solidFill>
                <a:srgbClr val="191919">
                  <a:alpha val="150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6" name="Google Shape;1276;p6"/>
              <p:cNvSpPr/>
              <p:nvPr/>
            </p:nvSpPr>
            <p:spPr>
              <a:xfrm>
                <a:off x="1903550" y="2947613"/>
                <a:ext cx="1833000" cy="1095200"/>
              </a:xfrm>
              <a:custGeom>
                <a:avLst/>
                <a:gdLst/>
                <a:ahLst/>
                <a:cxnLst/>
                <a:rect l="l" t="t" r="r" b="b"/>
                <a:pathLst>
                  <a:path w="73320" h="43808" extrusionOk="0">
                    <a:moveTo>
                      <a:pt x="100" y="0"/>
                    </a:moveTo>
                    <a:lnTo>
                      <a:pt x="0" y="334"/>
                    </a:lnTo>
                    <a:cubicBezTo>
                      <a:pt x="23450" y="12276"/>
                      <a:pt x="51837" y="29588"/>
                      <a:pt x="67248" y="43131"/>
                    </a:cubicBezTo>
                    <a:cubicBezTo>
                      <a:pt x="67767" y="43597"/>
                      <a:pt x="68383" y="43807"/>
                      <a:pt x="68988" y="43807"/>
                    </a:cubicBezTo>
                    <a:cubicBezTo>
                      <a:pt x="70289" y="43807"/>
                      <a:pt x="71538" y="42833"/>
                      <a:pt x="71651" y="41330"/>
                    </a:cubicBezTo>
                    <a:cubicBezTo>
                      <a:pt x="71818" y="38961"/>
                      <a:pt x="72218" y="36326"/>
                      <a:pt x="72986" y="34125"/>
                    </a:cubicBezTo>
                    <a:cubicBezTo>
                      <a:pt x="73319" y="33091"/>
                      <a:pt x="73052" y="31956"/>
                      <a:pt x="72252" y="31256"/>
                    </a:cubicBezTo>
                    <a:cubicBezTo>
                      <a:pt x="56274" y="16712"/>
                      <a:pt x="11275" y="0"/>
                      <a:pt x="100" y="0"/>
                    </a:cubicBezTo>
                    <a:close/>
                  </a:path>
                </a:pathLst>
              </a:custGeom>
              <a:solidFill>
                <a:srgbClr val="191919">
                  <a:alpha val="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7" name="Google Shape;1277;p6"/>
              <p:cNvSpPr/>
              <p:nvPr/>
            </p:nvSpPr>
            <p:spPr>
              <a:xfrm>
                <a:off x="1899375" y="2954288"/>
                <a:ext cx="1687900" cy="1388950"/>
              </a:xfrm>
              <a:custGeom>
                <a:avLst/>
                <a:gdLst/>
                <a:ahLst/>
                <a:cxnLst/>
                <a:rect l="l" t="t" r="r" b="b"/>
                <a:pathLst>
                  <a:path w="67516" h="55558" extrusionOk="0">
                    <a:moveTo>
                      <a:pt x="67" y="0"/>
                    </a:moveTo>
                    <a:cubicBezTo>
                      <a:pt x="34" y="67"/>
                      <a:pt x="34" y="33"/>
                      <a:pt x="0" y="67"/>
                    </a:cubicBezTo>
                    <a:cubicBezTo>
                      <a:pt x="16979" y="16979"/>
                      <a:pt x="36593" y="38361"/>
                      <a:pt x="44466" y="54072"/>
                    </a:cubicBezTo>
                    <a:cubicBezTo>
                      <a:pt x="44945" y="55049"/>
                      <a:pt x="45883" y="55558"/>
                      <a:pt x="46835" y="55558"/>
                    </a:cubicBezTo>
                    <a:cubicBezTo>
                      <a:pt x="47605" y="55558"/>
                      <a:pt x="48384" y="55225"/>
                      <a:pt x="48935" y="54539"/>
                    </a:cubicBezTo>
                    <a:cubicBezTo>
                      <a:pt x="53238" y="49135"/>
                      <a:pt x="58676" y="46367"/>
                      <a:pt x="64080" y="46033"/>
                    </a:cubicBezTo>
                    <a:cubicBezTo>
                      <a:pt x="66481" y="45900"/>
                      <a:pt x="67515" y="42931"/>
                      <a:pt x="65681" y="41363"/>
                    </a:cubicBezTo>
                    <a:cubicBezTo>
                      <a:pt x="49936" y="28053"/>
                      <a:pt x="22650" y="11508"/>
                      <a:pt x="67" y="0"/>
                    </a:cubicBezTo>
                    <a:close/>
                  </a:path>
                </a:pathLst>
              </a:custGeom>
              <a:solidFill>
                <a:srgbClr val="191919">
                  <a:alpha val="61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8" name="Google Shape;1278;p6"/>
              <p:cNvSpPr/>
              <p:nvPr/>
            </p:nvSpPr>
            <p:spPr>
              <a:xfrm>
                <a:off x="1858500" y="2955938"/>
                <a:ext cx="1148675" cy="1546025"/>
              </a:xfrm>
              <a:custGeom>
                <a:avLst/>
                <a:gdLst/>
                <a:ahLst/>
                <a:cxnLst/>
                <a:rect l="l" t="t" r="r" b="b"/>
                <a:pathLst>
                  <a:path w="45947" h="61841" extrusionOk="0">
                    <a:moveTo>
                      <a:pt x="1635" y="1"/>
                    </a:moveTo>
                    <a:cubicBezTo>
                      <a:pt x="1602" y="34"/>
                      <a:pt x="1569" y="34"/>
                      <a:pt x="1502" y="34"/>
                    </a:cubicBezTo>
                    <a:cubicBezTo>
                      <a:pt x="1402" y="168"/>
                      <a:pt x="1302" y="334"/>
                      <a:pt x="1168" y="501"/>
                    </a:cubicBezTo>
                    <a:cubicBezTo>
                      <a:pt x="301" y="17547"/>
                      <a:pt x="1" y="38995"/>
                      <a:pt x="1869" y="59443"/>
                    </a:cubicBezTo>
                    <a:cubicBezTo>
                      <a:pt x="1989" y="60884"/>
                      <a:pt x="3215" y="61841"/>
                      <a:pt x="4515" y="61841"/>
                    </a:cubicBezTo>
                    <a:cubicBezTo>
                      <a:pt x="5021" y="61841"/>
                      <a:pt x="5538" y="61696"/>
                      <a:pt x="6005" y="61378"/>
                    </a:cubicBezTo>
                    <a:cubicBezTo>
                      <a:pt x="12280" y="57075"/>
                      <a:pt x="22400" y="54418"/>
                      <a:pt x="31722" y="54418"/>
                    </a:cubicBezTo>
                    <a:cubicBezTo>
                      <a:pt x="35335" y="54418"/>
                      <a:pt x="38828" y="54817"/>
                      <a:pt x="41931" y="55674"/>
                    </a:cubicBezTo>
                    <a:cubicBezTo>
                      <a:pt x="42172" y="55738"/>
                      <a:pt x="42409" y="55768"/>
                      <a:pt x="42637" y="55768"/>
                    </a:cubicBezTo>
                    <a:cubicBezTo>
                      <a:pt x="44562" y="55768"/>
                      <a:pt x="45947" y="53653"/>
                      <a:pt x="44933" y="51805"/>
                    </a:cubicBezTo>
                    <a:cubicBezTo>
                      <a:pt x="36427" y="36360"/>
                      <a:pt x="17847" y="16112"/>
                      <a:pt x="1635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9" name="Google Shape;1279;p6"/>
              <p:cNvSpPr/>
              <p:nvPr/>
            </p:nvSpPr>
            <p:spPr>
              <a:xfrm>
                <a:off x="112275" y="2948438"/>
                <a:ext cx="2249125" cy="1553525"/>
              </a:xfrm>
              <a:custGeom>
                <a:avLst/>
                <a:gdLst/>
                <a:ahLst/>
                <a:cxnLst/>
                <a:rect l="l" t="t" r="r" b="b"/>
                <a:pathLst>
                  <a:path w="89965" h="62141" extrusionOk="0">
                    <a:moveTo>
                      <a:pt x="71585" y="58242"/>
                    </a:moveTo>
                    <a:lnTo>
                      <a:pt x="71585" y="58242"/>
                    </a:lnTo>
                    <a:cubicBezTo>
                      <a:pt x="71590" y="58323"/>
                      <a:pt x="71595" y="58404"/>
                      <a:pt x="71601" y="58485"/>
                    </a:cubicBezTo>
                    <a:lnTo>
                      <a:pt x="71601" y="58485"/>
                    </a:lnTo>
                    <a:cubicBezTo>
                      <a:pt x="71593" y="58407"/>
                      <a:pt x="71585" y="58324"/>
                      <a:pt x="71585" y="58242"/>
                    </a:cubicBezTo>
                    <a:close/>
                    <a:moveTo>
                      <a:pt x="71017" y="1"/>
                    </a:moveTo>
                    <a:lnTo>
                      <a:pt x="71017" y="1"/>
                    </a:lnTo>
                    <a:cubicBezTo>
                      <a:pt x="59142" y="634"/>
                      <a:pt x="18180" y="15879"/>
                      <a:pt x="1301" y="29722"/>
                    </a:cubicBezTo>
                    <a:cubicBezTo>
                      <a:pt x="100" y="30723"/>
                      <a:pt x="0" y="32524"/>
                      <a:pt x="1101" y="33625"/>
                    </a:cubicBezTo>
                    <a:cubicBezTo>
                      <a:pt x="3569" y="36060"/>
                      <a:pt x="5371" y="39762"/>
                      <a:pt x="5871" y="44166"/>
                    </a:cubicBezTo>
                    <a:cubicBezTo>
                      <a:pt x="6046" y="45630"/>
                      <a:pt x="7281" y="46551"/>
                      <a:pt x="8544" y="46551"/>
                    </a:cubicBezTo>
                    <a:cubicBezTo>
                      <a:pt x="9208" y="46551"/>
                      <a:pt x="9879" y="46296"/>
                      <a:pt x="10408" y="45733"/>
                    </a:cubicBezTo>
                    <a:cubicBezTo>
                      <a:pt x="10808" y="45333"/>
                      <a:pt x="11208" y="44933"/>
                      <a:pt x="11608" y="44532"/>
                    </a:cubicBezTo>
                    <a:lnTo>
                      <a:pt x="11608" y="44532"/>
                    </a:lnTo>
                    <a:cubicBezTo>
                      <a:pt x="9974" y="46200"/>
                      <a:pt x="11175" y="49002"/>
                      <a:pt x="13543" y="49002"/>
                    </a:cubicBezTo>
                    <a:cubicBezTo>
                      <a:pt x="20381" y="49036"/>
                      <a:pt x="28887" y="52171"/>
                      <a:pt x="33190" y="56775"/>
                    </a:cubicBezTo>
                    <a:cubicBezTo>
                      <a:pt x="33734" y="57373"/>
                      <a:pt x="34457" y="57658"/>
                      <a:pt x="35171" y="57658"/>
                    </a:cubicBezTo>
                    <a:cubicBezTo>
                      <a:pt x="36168" y="57658"/>
                      <a:pt x="37147" y="57104"/>
                      <a:pt x="37594" y="56074"/>
                    </a:cubicBezTo>
                    <a:cubicBezTo>
                      <a:pt x="37794" y="55574"/>
                      <a:pt x="37994" y="55107"/>
                      <a:pt x="38227" y="54606"/>
                    </a:cubicBezTo>
                    <a:lnTo>
                      <a:pt x="38227" y="54606"/>
                    </a:lnTo>
                    <a:cubicBezTo>
                      <a:pt x="37408" y="56428"/>
                      <a:pt x="38799" y="58333"/>
                      <a:pt x="40666" y="58333"/>
                    </a:cubicBezTo>
                    <a:cubicBezTo>
                      <a:pt x="40849" y="58333"/>
                      <a:pt x="41038" y="58315"/>
                      <a:pt x="41230" y="58276"/>
                    </a:cubicBezTo>
                    <a:cubicBezTo>
                      <a:pt x="43367" y="57814"/>
                      <a:pt x="45880" y="57597"/>
                      <a:pt x="48538" y="57597"/>
                    </a:cubicBezTo>
                    <a:cubicBezTo>
                      <a:pt x="55294" y="57597"/>
                      <a:pt x="62989" y="58998"/>
                      <a:pt x="67849" y="61344"/>
                    </a:cubicBezTo>
                    <a:cubicBezTo>
                      <a:pt x="68217" y="61519"/>
                      <a:pt x="68597" y="61599"/>
                      <a:pt x="68967" y="61599"/>
                    </a:cubicBezTo>
                    <a:cubicBezTo>
                      <a:pt x="70405" y="61599"/>
                      <a:pt x="71694" y="60389"/>
                      <a:pt x="71625" y="58814"/>
                    </a:cubicBezTo>
                    <a:lnTo>
                      <a:pt x="71625" y="58814"/>
                    </a:lnTo>
                    <a:cubicBezTo>
                      <a:pt x="71648" y="59124"/>
                      <a:pt x="71677" y="59434"/>
                      <a:pt x="71718" y="59743"/>
                    </a:cubicBezTo>
                    <a:cubicBezTo>
                      <a:pt x="71838" y="61184"/>
                      <a:pt x="73064" y="62141"/>
                      <a:pt x="74364" y="62141"/>
                    </a:cubicBezTo>
                    <a:cubicBezTo>
                      <a:pt x="74870" y="62141"/>
                      <a:pt x="75387" y="61996"/>
                      <a:pt x="75854" y="61678"/>
                    </a:cubicBezTo>
                    <a:cubicBezTo>
                      <a:pt x="79557" y="59143"/>
                      <a:pt x="84560" y="57175"/>
                      <a:pt x="89964" y="56007"/>
                    </a:cubicBezTo>
                    <a:cubicBezTo>
                      <a:pt x="89764" y="55974"/>
                      <a:pt x="89531" y="55874"/>
                      <a:pt x="89331" y="55774"/>
                    </a:cubicBezTo>
                    <a:cubicBezTo>
                      <a:pt x="84466" y="53426"/>
                      <a:pt x="76762" y="52041"/>
                      <a:pt x="70001" y="52041"/>
                    </a:cubicBezTo>
                    <a:cubicBezTo>
                      <a:pt x="67350" y="52041"/>
                      <a:pt x="64844" y="52254"/>
                      <a:pt x="62712" y="52705"/>
                    </a:cubicBezTo>
                    <a:cubicBezTo>
                      <a:pt x="62205" y="52816"/>
                      <a:pt x="61561" y="52870"/>
                      <a:pt x="60853" y="52870"/>
                    </a:cubicBezTo>
                    <a:cubicBezTo>
                      <a:pt x="58578" y="52870"/>
                      <a:pt x="55657" y="52306"/>
                      <a:pt x="54639" y="51237"/>
                    </a:cubicBezTo>
                    <a:cubicBezTo>
                      <a:pt x="50369" y="46601"/>
                      <a:pt x="41830" y="43498"/>
                      <a:pt x="35025" y="43465"/>
                    </a:cubicBezTo>
                    <a:cubicBezTo>
                      <a:pt x="32657" y="43465"/>
                      <a:pt x="27620" y="40863"/>
                      <a:pt x="27353" y="38628"/>
                    </a:cubicBezTo>
                    <a:cubicBezTo>
                      <a:pt x="26853" y="34225"/>
                      <a:pt x="25051" y="30522"/>
                      <a:pt x="22550" y="28054"/>
                    </a:cubicBezTo>
                    <a:cubicBezTo>
                      <a:pt x="21449" y="26987"/>
                      <a:pt x="21582" y="25152"/>
                      <a:pt x="22783" y="24185"/>
                    </a:cubicBezTo>
                    <a:cubicBezTo>
                      <a:pt x="33624" y="15278"/>
                      <a:pt x="54406" y="5805"/>
                      <a:pt x="71017" y="1"/>
                    </a:cubicBezTo>
                    <a:close/>
                  </a:path>
                </a:pathLst>
              </a:custGeom>
              <a:solidFill>
                <a:srgbClr val="191919">
                  <a:alpha val="284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0" name="Google Shape;1280;p6"/>
              <p:cNvSpPr/>
              <p:nvPr/>
            </p:nvSpPr>
            <p:spPr>
              <a:xfrm>
                <a:off x="1820150" y="2665738"/>
                <a:ext cx="184325" cy="255200"/>
              </a:xfrm>
              <a:custGeom>
                <a:avLst/>
                <a:gdLst/>
                <a:ahLst/>
                <a:cxnLst/>
                <a:rect l="l" t="t" r="r" b="b"/>
                <a:pathLst>
                  <a:path w="7373" h="10208" extrusionOk="0">
                    <a:moveTo>
                      <a:pt x="3670" y="0"/>
                    </a:moveTo>
                    <a:cubicBezTo>
                      <a:pt x="1835" y="0"/>
                      <a:pt x="1" y="10208"/>
                      <a:pt x="1" y="10208"/>
                    </a:cubicBezTo>
                    <a:lnTo>
                      <a:pt x="7372" y="10208"/>
                    </a:lnTo>
                    <a:cubicBezTo>
                      <a:pt x="7372" y="10208"/>
                      <a:pt x="5538" y="0"/>
                      <a:pt x="36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1" name="Google Shape;1281;p6"/>
              <p:cNvSpPr/>
              <p:nvPr/>
            </p:nvSpPr>
            <p:spPr>
              <a:xfrm>
                <a:off x="1765100" y="2865038"/>
                <a:ext cx="293575" cy="111775"/>
              </a:xfrm>
              <a:custGeom>
                <a:avLst/>
                <a:gdLst/>
                <a:ahLst/>
                <a:cxnLst/>
                <a:rect l="l" t="t" r="r" b="b"/>
                <a:pathLst>
                  <a:path w="11743" h="4471" extrusionOk="0">
                    <a:moveTo>
                      <a:pt x="2002" y="1"/>
                    </a:moveTo>
                    <a:cubicBezTo>
                      <a:pt x="902" y="1"/>
                      <a:pt x="1" y="902"/>
                      <a:pt x="1" y="2002"/>
                    </a:cubicBezTo>
                    <a:lnTo>
                      <a:pt x="1" y="2469"/>
                    </a:lnTo>
                    <a:cubicBezTo>
                      <a:pt x="1" y="3570"/>
                      <a:pt x="902" y="4471"/>
                      <a:pt x="2002" y="4471"/>
                    </a:cubicBezTo>
                    <a:lnTo>
                      <a:pt x="9741" y="4471"/>
                    </a:lnTo>
                    <a:cubicBezTo>
                      <a:pt x="10875" y="4471"/>
                      <a:pt x="11743" y="3570"/>
                      <a:pt x="11743" y="2469"/>
                    </a:cubicBezTo>
                    <a:lnTo>
                      <a:pt x="11743" y="2002"/>
                    </a:lnTo>
                    <a:cubicBezTo>
                      <a:pt x="11743" y="902"/>
                      <a:pt x="10875" y="1"/>
                      <a:pt x="974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3" name="Google Shape;1283;p7"/>
          <p:cNvGrpSpPr/>
          <p:nvPr/>
        </p:nvGrpSpPr>
        <p:grpSpPr>
          <a:xfrm>
            <a:off x="50125" y="0"/>
            <a:ext cx="8858300" cy="5317875"/>
            <a:chOff x="50125" y="0"/>
            <a:chExt cx="8858300" cy="5317875"/>
          </a:xfrm>
        </p:grpSpPr>
        <p:sp>
          <p:nvSpPr>
            <p:cNvPr id="1284" name="Google Shape;1284;p7"/>
            <p:cNvSpPr/>
            <p:nvPr/>
          </p:nvSpPr>
          <p:spPr>
            <a:xfrm>
              <a:off x="1626250" y="15512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0"/>
                  </a:moveTo>
                  <a:cubicBezTo>
                    <a:pt x="2001" y="1702"/>
                    <a:pt x="0" y="6505"/>
                    <a:pt x="2569" y="6505"/>
                  </a:cubicBezTo>
                  <a:cubicBezTo>
                    <a:pt x="5137" y="6505"/>
                    <a:pt x="3236" y="1802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5" name="Google Shape;1285;p7"/>
            <p:cNvSpPr/>
            <p:nvPr/>
          </p:nvSpPr>
          <p:spPr>
            <a:xfrm>
              <a:off x="3958725" y="519550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0"/>
                  </a:moveTo>
                  <a:cubicBezTo>
                    <a:pt x="1969" y="1668"/>
                    <a:pt x="1" y="6505"/>
                    <a:pt x="2569" y="6505"/>
                  </a:cubicBezTo>
                  <a:cubicBezTo>
                    <a:pt x="5138" y="6505"/>
                    <a:pt x="3237" y="1802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" name="Google Shape;1286;p7"/>
            <p:cNvSpPr/>
            <p:nvPr/>
          </p:nvSpPr>
          <p:spPr>
            <a:xfrm>
              <a:off x="1291000" y="1710400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36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" name="Google Shape;1287;p7"/>
            <p:cNvSpPr/>
            <p:nvPr/>
          </p:nvSpPr>
          <p:spPr>
            <a:xfrm>
              <a:off x="447900" y="0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" name="Google Shape;1288;p7"/>
            <p:cNvSpPr/>
            <p:nvPr/>
          </p:nvSpPr>
          <p:spPr>
            <a:xfrm>
              <a:off x="50125" y="1522775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2001" y="1701"/>
                    <a:pt x="0" y="6505"/>
                    <a:pt x="2569" y="6505"/>
                  </a:cubicBezTo>
                  <a:cubicBezTo>
                    <a:pt x="5137" y="6505"/>
                    <a:pt x="3269" y="1801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" name="Google Shape;1289;p7"/>
            <p:cNvSpPr/>
            <p:nvPr/>
          </p:nvSpPr>
          <p:spPr>
            <a:xfrm>
              <a:off x="2361775" y="311075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1968" y="1668"/>
                    <a:pt x="0" y="6505"/>
                    <a:pt x="2569" y="6505"/>
                  </a:cubicBezTo>
                  <a:cubicBezTo>
                    <a:pt x="5137" y="6505"/>
                    <a:pt x="3236" y="1801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" name="Google Shape;1290;p7"/>
            <p:cNvSpPr/>
            <p:nvPr/>
          </p:nvSpPr>
          <p:spPr>
            <a:xfrm>
              <a:off x="1150075" y="229350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0"/>
                  </a:moveTo>
                  <a:cubicBezTo>
                    <a:pt x="2002" y="1701"/>
                    <a:pt x="0" y="6538"/>
                    <a:pt x="2569" y="6538"/>
                  </a:cubicBezTo>
                  <a:cubicBezTo>
                    <a:pt x="5137" y="6538"/>
                    <a:pt x="3269" y="1801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" name="Google Shape;1291;p7"/>
            <p:cNvSpPr/>
            <p:nvPr/>
          </p:nvSpPr>
          <p:spPr>
            <a:xfrm>
              <a:off x="3177350" y="203500"/>
              <a:ext cx="131775" cy="167625"/>
            </a:xfrm>
            <a:custGeom>
              <a:avLst/>
              <a:gdLst/>
              <a:ahLst/>
              <a:cxnLst/>
              <a:rect l="l" t="t" r="r" b="b"/>
              <a:pathLst>
                <a:path w="5271" h="6705" extrusionOk="0">
                  <a:moveTo>
                    <a:pt x="2636" y="0"/>
                  </a:moveTo>
                  <a:cubicBezTo>
                    <a:pt x="2035" y="1735"/>
                    <a:pt x="0" y="6705"/>
                    <a:pt x="2636" y="6705"/>
                  </a:cubicBezTo>
                  <a:cubicBezTo>
                    <a:pt x="5271" y="6705"/>
                    <a:pt x="3336" y="1868"/>
                    <a:pt x="2636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2" name="Google Shape;1292;p7"/>
            <p:cNvSpPr/>
            <p:nvPr/>
          </p:nvSpPr>
          <p:spPr>
            <a:xfrm>
              <a:off x="4516625" y="287725"/>
              <a:ext cx="132625" cy="167625"/>
            </a:xfrm>
            <a:custGeom>
              <a:avLst/>
              <a:gdLst/>
              <a:ahLst/>
              <a:cxnLst/>
              <a:rect l="l" t="t" r="r" b="b"/>
              <a:pathLst>
                <a:path w="5305" h="6705" extrusionOk="0">
                  <a:moveTo>
                    <a:pt x="2670" y="0"/>
                  </a:moveTo>
                  <a:cubicBezTo>
                    <a:pt x="2069" y="1735"/>
                    <a:pt x="1" y="6705"/>
                    <a:pt x="2670" y="6705"/>
                  </a:cubicBezTo>
                  <a:cubicBezTo>
                    <a:pt x="5305" y="6705"/>
                    <a:pt x="3370" y="1835"/>
                    <a:pt x="2670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" name="Google Shape;1293;p7"/>
            <p:cNvSpPr/>
            <p:nvPr/>
          </p:nvSpPr>
          <p:spPr>
            <a:xfrm>
              <a:off x="2141600" y="97487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702"/>
                    <a:pt x="1" y="6505"/>
                    <a:pt x="2569" y="6505"/>
                  </a:cubicBezTo>
                  <a:cubicBezTo>
                    <a:pt x="5138" y="6505"/>
                    <a:pt x="3270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" name="Google Shape;1294;p7"/>
            <p:cNvSpPr/>
            <p:nvPr/>
          </p:nvSpPr>
          <p:spPr>
            <a:xfrm>
              <a:off x="1764675" y="1737100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2002" y="1668"/>
                    <a:pt x="0" y="6505"/>
                    <a:pt x="2569" y="6505"/>
                  </a:cubicBezTo>
                  <a:cubicBezTo>
                    <a:pt x="5137" y="6505"/>
                    <a:pt x="3269" y="1768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" name="Google Shape;1295;p7"/>
            <p:cNvSpPr/>
            <p:nvPr/>
          </p:nvSpPr>
          <p:spPr>
            <a:xfrm>
              <a:off x="3074775" y="111997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702"/>
                    <a:pt x="0" y="6505"/>
                    <a:pt x="2569" y="6505"/>
                  </a:cubicBezTo>
                  <a:cubicBezTo>
                    <a:pt x="5137" y="6505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" name="Google Shape;1296;p7"/>
            <p:cNvSpPr/>
            <p:nvPr/>
          </p:nvSpPr>
          <p:spPr>
            <a:xfrm>
              <a:off x="415375" y="124172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702"/>
                    <a:pt x="0" y="6505"/>
                    <a:pt x="2569" y="6505"/>
                  </a:cubicBezTo>
                  <a:cubicBezTo>
                    <a:pt x="5137" y="6505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" name="Google Shape;1297;p7"/>
            <p:cNvSpPr/>
            <p:nvPr/>
          </p:nvSpPr>
          <p:spPr>
            <a:xfrm>
              <a:off x="380350" y="2140700"/>
              <a:ext cx="132625" cy="167650"/>
            </a:xfrm>
            <a:custGeom>
              <a:avLst/>
              <a:gdLst/>
              <a:ahLst/>
              <a:cxnLst/>
              <a:rect l="l" t="t" r="r" b="b"/>
              <a:pathLst>
                <a:path w="5305" h="6706" extrusionOk="0">
                  <a:moveTo>
                    <a:pt x="2636" y="1"/>
                  </a:moveTo>
                  <a:cubicBezTo>
                    <a:pt x="2069" y="1735"/>
                    <a:pt x="0" y="6706"/>
                    <a:pt x="2636" y="6706"/>
                  </a:cubicBezTo>
                  <a:cubicBezTo>
                    <a:pt x="5304" y="6706"/>
                    <a:pt x="3370" y="1836"/>
                    <a:pt x="2636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" name="Google Shape;1298;p7"/>
            <p:cNvSpPr/>
            <p:nvPr/>
          </p:nvSpPr>
          <p:spPr>
            <a:xfrm>
              <a:off x="3653525" y="2276650"/>
              <a:ext cx="132625" cy="167625"/>
            </a:xfrm>
            <a:custGeom>
              <a:avLst/>
              <a:gdLst/>
              <a:ahLst/>
              <a:cxnLst/>
              <a:rect l="l" t="t" r="r" b="b"/>
              <a:pathLst>
                <a:path w="5305" h="6705" extrusionOk="0">
                  <a:moveTo>
                    <a:pt x="2669" y="0"/>
                  </a:moveTo>
                  <a:cubicBezTo>
                    <a:pt x="2068" y="1735"/>
                    <a:pt x="0" y="6705"/>
                    <a:pt x="2669" y="6705"/>
                  </a:cubicBezTo>
                  <a:cubicBezTo>
                    <a:pt x="5304" y="6705"/>
                    <a:pt x="3369" y="1868"/>
                    <a:pt x="26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" name="Google Shape;1299;p7"/>
            <p:cNvSpPr/>
            <p:nvPr/>
          </p:nvSpPr>
          <p:spPr>
            <a:xfrm>
              <a:off x="2307550" y="155862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668"/>
                    <a:pt x="1" y="6505"/>
                    <a:pt x="2569" y="6505"/>
                  </a:cubicBezTo>
                  <a:cubicBezTo>
                    <a:pt x="5138" y="6505"/>
                    <a:pt x="3270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" name="Google Shape;1300;p7"/>
            <p:cNvSpPr/>
            <p:nvPr/>
          </p:nvSpPr>
          <p:spPr>
            <a:xfrm>
              <a:off x="3263250" y="1710400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" name="Google Shape;1301;p7"/>
            <p:cNvSpPr/>
            <p:nvPr/>
          </p:nvSpPr>
          <p:spPr>
            <a:xfrm>
              <a:off x="82625" y="503700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1" y="6539"/>
                    <a:pt x="2569" y="6539"/>
                  </a:cubicBezTo>
                  <a:cubicBezTo>
                    <a:pt x="5138" y="6539"/>
                    <a:pt x="3270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" name="Google Shape;1302;p7"/>
            <p:cNvSpPr/>
            <p:nvPr/>
          </p:nvSpPr>
          <p:spPr>
            <a:xfrm>
              <a:off x="3912025" y="1474400"/>
              <a:ext cx="131800" cy="167650"/>
            </a:xfrm>
            <a:custGeom>
              <a:avLst/>
              <a:gdLst/>
              <a:ahLst/>
              <a:cxnLst/>
              <a:rect l="l" t="t" r="r" b="b"/>
              <a:pathLst>
                <a:path w="5272" h="6706" extrusionOk="0">
                  <a:moveTo>
                    <a:pt x="2636" y="0"/>
                  </a:moveTo>
                  <a:cubicBezTo>
                    <a:pt x="2036" y="1735"/>
                    <a:pt x="1" y="6705"/>
                    <a:pt x="2636" y="6705"/>
                  </a:cubicBezTo>
                  <a:cubicBezTo>
                    <a:pt x="5271" y="6705"/>
                    <a:pt x="3337" y="1868"/>
                    <a:pt x="2636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" name="Google Shape;1303;p7"/>
            <p:cNvSpPr/>
            <p:nvPr/>
          </p:nvSpPr>
          <p:spPr>
            <a:xfrm>
              <a:off x="4092800" y="1049300"/>
              <a:ext cx="132600" cy="167650"/>
            </a:xfrm>
            <a:custGeom>
              <a:avLst/>
              <a:gdLst/>
              <a:ahLst/>
              <a:cxnLst/>
              <a:rect l="l" t="t" r="r" b="b"/>
              <a:pathLst>
                <a:path w="5304" h="6706" extrusionOk="0">
                  <a:moveTo>
                    <a:pt x="2669" y="1"/>
                  </a:moveTo>
                  <a:cubicBezTo>
                    <a:pt x="2068" y="1735"/>
                    <a:pt x="0" y="6705"/>
                    <a:pt x="2669" y="6705"/>
                  </a:cubicBezTo>
                  <a:cubicBezTo>
                    <a:pt x="5304" y="6705"/>
                    <a:pt x="3369" y="1835"/>
                    <a:pt x="26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" name="Google Shape;1304;p7"/>
            <p:cNvSpPr/>
            <p:nvPr/>
          </p:nvSpPr>
          <p:spPr>
            <a:xfrm>
              <a:off x="2616950" y="174042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0"/>
                  </a:moveTo>
                  <a:cubicBezTo>
                    <a:pt x="2002" y="1702"/>
                    <a:pt x="0" y="6505"/>
                    <a:pt x="2569" y="6505"/>
                  </a:cubicBezTo>
                  <a:cubicBezTo>
                    <a:pt x="5137" y="6505"/>
                    <a:pt x="3269" y="1802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189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5" name="Google Shape;1305;p7"/>
            <p:cNvSpPr/>
            <p:nvPr/>
          </p:nvSpPr>
          <p:spPr>
            <a:xfrm>
              <a:off x="3572625" y="189302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669"/>
                    <a:pt x="1" y="6505"/>
                    <a:pt x="2569" y="6505"/>
                  </a:cubicBezTo>
                  <a:cubicBezTo>
                    <a:pt x="5138" y="6505"/>
                    <a:pt x="3270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189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" name="Google Shape;1306;p7"/>
            <p:cNvSpPr/>
            <p:nvPr/>
          </p:nvSpPr>
          <p:spPr>
            <a:xfrm>
              <a:off x="392025" y="68632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669"/>
                    <a:pt x="0" y="6506"/>
                    <a:pt x="2569" y="6506"/>
                  </a:cubicBezTo>
                  <a:cubicBezTo>
                    <a:pt x="5137" y="6506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" name="Google Shape;1307;p7"/>
            <p:cNvSpPr/>
            <p:nvPr/>
          </p:nvSpPr>
          <p:spPr>
            <a:xfrm>
              <a:off x="6047850" y="15512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0"/>
                  </a:moveTo>
                  <a:cubicBezTo>
                    <a:pt x="2001" y="1702"/>
                    <a:pt x="0" y="6505"/>
                    <a:pt x="2569" y="6505"/>
                  </a:cubicBezTo>
                  <a:cubicBezTo>
                    <a:pt x="5137" y="6505"/>
                    <a:pt x="3236" y="1802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" name="Google Shape;1308;p7"/>
            <p:cNvSpPr/>
            <p:nvPr/>
          </p:nvSpPr>
          <p:spPr>
            <a:xfrm>
              <a:off x="8380325" y="519550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0"/>
                  </a:moveTo>
                  <a:cubicBezTo>
                    <a:pt x="1969" y="1668"/>
                    <a:pt x="1" y="6505"/>
                    <a:pt x="2569" y="6505"/>
                  </a:cubicBezTo>
                  <a:cubicBezTo>
                    <a:pt x="5138" y="6505"/>
                    <a:pt x="3237" y="1802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" name="Google Shape;1309;p7"/>
            <p:cNvSpPr/>
            <p:nvPr/>
          </p:nvSpPr>
          <p:spPr>
            <a:xfrm>
              <a:off x="5712600" y="1710400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36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" name="Google Shape;1310;p7"/>
            <p:cNvSpPr/>
            <p:nvPr/>
          </p:nvSpPr>
          <p:spPr>
            <a:xfrm>
              <a:off x="4869500" y="0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" name="Google Shape;1311;p7"/>
            <p:cNvSpPr/>
            <p:nvPr/>
          </p:nvSpPr>
          <p:spPr>
            <a:xfrm>
              <a:off x="4471725" y="1522775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2001" y="1701"/>
                    <a:pt x="0" y="6505"/>
                    <a:pt x="2569" y="6505"/>
                  </a:cubicBezTo>
                  <a:cubicBezTo>
                    <a:pt x="5137" y="6505"/>
                    <a:pt x="3269" y="1801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" name="Google Shape;1312;p7"/>
            <p:cNvSpPr/>
            <p:nvPr/>
          </p:nvSpPr>
          <p:spPr>
            <a:xfrm>
              <a:off x="6783375" y="311075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1968" y="1668"/>
                    <a:pt x="0" y="6505"/>
                    <a:pt x="2569" y="6505"/>
                  </a:cubicBezTo>
                  <a:cubicBezTo>
                    <a:pt x="5137" y="6505"/>
                    <a:pt x="3236" y="1801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Google Shape;1313;p7"/>
            <p:cNvSpPr/>
            <p:nvPr/>
          </p:nvSpPr>
          <p:spPr>
            <a:xfrm>
              <a:off x="5571675" y="229350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0"/>
                  </a:moveTo>
                  <a:cubicBezTo>
                    <a:pt x="2002" y="1701"/>
                    <a:pt x="0" y="6538"/>
                    <a:pt x="2569" y="6538"/>
                  </a:cubicBezTo>
                  <a:cubicBezTo>
                    <a:pt x="5137" y="6538"/>
                    <a:pt x="3269" y="1801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" name="Google Shape;1314;p7"/>
            <p:cNvSpPr/>
            <p:nvPr/>
          </p:nvSpPr>
          <p:spPr>
            <a:xfrm>
              <a:off x="7598950" y="203500"/>
              <a:ext cx="131775" cy="167625"/>
            </a:xfrm>
            <a:custGeom>
              <a:avLst/>
              <a:gdLst/>
              <a:ahLst/>
              <a:cxnLst/>
              <a:rect l="l" t="t" r="r" b="b"/>
              <a:pathLst>
                <a:path w="5271" h="6705" extrusionOk="0">
                  <a:moveTo>
                    <a:pt x="2636" y="0"/>
                  </a:moveTo>
                  <a:cubicBezTo>
                    <a:pt x="2035" y="1735"/>
                    <a:pt x="0" y="6705"/>
                    <a:pt x="2636" y="6705"/>
                  </a:cubicBezTo>
                  <a:cubicBezTo>
                    <a:pt x="5271" y="6705"/>
                    <a:pt x="3336" y="1868"/>
                    <a:pt x="2636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" name="Google Shape;1315;p7"/>
            <p:cNvSpPr/>
            <p:nvPr/>
          </p:nvSpPr>
          <p:spPr>
            <a:xfrm>
              <a:off x="6563200" y="97487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702"/>
                    <a:pt x="1" y="6505"/>
                    <a:pt x="2569" y="6505"/>
                  </a:cubicBezTo>
                  <a:cubicBezTo>
                    <a:pt x="5138" y="6505"/>
                    <a:pt x="3270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" name="Google Shape;1316;p7"/>
            <p:cNvSpPr/>
            <p:nvPr/>
          </p:nvSpPr>
          <p:spPr>
            <a:xfrm>
              <a:off x="6186275" y="1737100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2002" y="1668"/>
                    <a:pt x="0" y="6505"/>
                    <a:pt x="2569" y="6505"/>
                  </a:cubicBezTo>
                  <a:cubicBezTo>
                    <a:pt x="5137" y="6505"/>
                    <a:pt x="3269" y="1768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" name="Google Shape;1317;p7"/>
            <p:cNvSpPr/>
            <p:nvPr/>
          </p:nvSpPr>
          <p:spPr>
            <a:xfrm>
              <a:off x="7496375" y="111997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702"/>
                    <a:pt x="0" y="6505"/>
                    <a:pt x="2569" y="6505"/>
                  </a:cubicBezTo>
                  <a:cubicBezTo>
                    <a:pt x="5137" y="6505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" name="Google Shape;1318;p7"/>
            <p:cNvSpPr/>
            <p:nvPr/>
          </p:nvSpPr>
          <p:spPr>
            <a:xfrm>
              <a:off x="4760775" y="108932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702"/>
                    <a:pt x="0" y="6505"/>
                    <a:pt x="2569" y="6505"/>
                  </a:cubicBezTo>
                  <a:cubicBezTo>
                    <a:pt x="5137" y="6505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" name="Google Shape;1319;p7"/>
            <p:cNvSpPr/>
            <p:nvPr/>
          </p:nvSpPr>
          <p:spPr>
            <a:xfrm>
              <a:off x="4801950" y="2140700"/>
              <a:ext cx="132625" cy="167650"/>
            </a:xfrm>
            <a:custGeom>
              <a:avLst/>
              <a:gdLst/>
              <a:ahLst/>
              <a:cxnLst/>
              <a:rect l="l" t="t" r="r" b="b"/>
              <a:pathLst>
                <a:path w="5305" h="6706" extrusionOk="0">
                  <a:moveTo>
                    <a:pt x="2636" y="1"/>
                  </a:moveTo>
                  <a:cubicBezTo>
                    <a:pt x="2069" y="1735"/>
                    <a:pt x="0" y="6706"/>
                    <a:pt x="2636" y="6706"/>
                  </a:cubicBezTo>
                  <a:cubicBezTo>
                    <a:pt x="5304" y="6706"/>
                    <a:pt x="3370" y="1836"/>
                    <a:pt x="2636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" name="Google Shape;1320;p7"/>
            <p:cNvSpPr/>
            <p:nvPr/>
          </p:nvSpPr>
          <p:spPr>
            <a:xfrm>
              <a:off x="8075125" y="2276650"/>
              <a:ext cx="132625" cy="167625"/>
            </a:xfrm>
            <a:custGeom>
              <a:avLst/>
              <a:gdLst/>
              <a:ahLst/>
              <a:cxnLst/>
              <a:rect l="l" t="t" r="r" b="b"/>
              <a:pathLst>
                <a:path w="5305" h="6705" extrusionOk="0">
                  <a:moveTo>
                    <a:pt x="2669" y="0"/>
                  </a:moveTo>
                  <a:cubicBezTo>
                    <a:pt x="2068" y="1735"/>
                    <a:pt x="0" y="6705"/>
                    <a:pt x="2669" y="6705"/>
                  </a:cubicBezTo>
                  <a:cubicBezTo>
                    <a:pt x="5304" y="6705"/>
                    <a:pt x="3369" y="1868"/>
                    <a:pt x="26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" name="Google Shape;1321;p7"/>
            <p:cNvSpPr/>
            <p:nvPr/>
          </p:nvSpPr>
          <p:spPr>
            <a:xfrm>
              <a:off x="6729150" y="155862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668"/>
                    <a:pt x="1" y="6505"/>
                    <a:pt x="2569" y="6505"/>
                  </a:cubicBezTo>
                  <a:cubicBezTo>
                    <a:pt x="5138" y="6505"/>
                    <a:pt x="3270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2" name="Google Shape;1322;p7"/>
            <p:cNvSpPr/>
            <p:nvPr/>
          </p:nvSpPr>
          <p:spPr>
            <a:xfrm>
              <a:off x="7684850" y="1710400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3" name="Google Shape;1323;p7"/>
            <p:cNvSpPr/>
            <p:nvPr/>
          </p:nvSpPr>
          <p:spPr>
            <a:xfrm>
              <a:off x="4504225" y="503700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1" y="6539"/>
                    <a:pt x="2569" y="6539"/>
                  </a:cubicBezTo>
                  <a:cubicBezTo>
                    <a:pt x="5138" y="6539"/>
                    <a:pt x="3270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" name="Google Shape;1324;p7"/>
            <p:cNvSpPr/>
            <p:nvPr/>
          </p:nvSpPr>
          <p:spPr>
            <a:xfrm>
              <a:off x="8333625" y="1474400"/>
              <a:ext cx="131800" cy="167650"/>
            </a:xfrm>
            <a:custGeom>
              <a:avLst/>
              <a:gdLst/>
              <a:ahLst/>
              <a:cxnLst/>
              <a:rect l="l" t="t" r="r" b="b"/>
              <a:pathLst>
                <a:path w="5272" h="6706" extrusionOk="0">
                  <a:moveTo>
                    <a:pt x="2636" y="0"/>
                  </a:moveTo>
                  <a:cubicBezTo>
                    <a:pt x="2036" y="1735"/>
                    <a:pt x="1" y="6705"/>
                    <a:pt x="2636" y="6705"/>
                  </a:cubicBezTo>
                  <a:cubicBezTo>
                    <a:pt x="5271" y="6705"/>
                    <a:pt x="3337" y="1868"/>
                    <a:pt x="2636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" name="Google Shape;1325;p7"/>
            <p:cNvSpPr/>
            <p:nvPr/>
          </p:nvSpPr>
          <p:spPr>
            <a:xfrm>
              <a:off x="4813625" y="68632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669"/>
                    <a:pt x="0" y="6506"/>
                    <a:pt x="2569" y="6506"/>
                  </a:cubicBezTo>
                  <a:cubicBezTo>
                    <a:pt x="5137" y="6506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" name="Google Shape;1326;p7"/>
            <p:cNvSpPr/>
            <p:nvPr/>
          </p:nvSpPr>
          <p:spPr>
            <a:xfrm>
              <a:off x="6169800" y="1177000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36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" name="Google Shape;1327;p7"/>
            <p:cNvSpPr/>
            <p:nvPr/>
          </p:nvSpPr>
          <p:spPr>
            <a:xfrm flipH="1">
              <a:off x="1517850" y="765563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702"/>
                    <a:pt x="0" y="6505"/>
                    <a:pt x="2569" y="6505"/>
                  </a:cubicBezTo>
                  <a:cubicBezTo>
                    <a:pt x="5137" y="6505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" name="Google Shape;1328;p7"/>
            <p:cNvSpPr/>
            <p:nvPr/>
          </p:nvSpPr>
          <p:spPr>
            <a:xfrm flipH="1">
              <a:off x="1329375" y="1355988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" name="Google Shape;1329;p7"/>
            <p:cNvSpPr/>
            <p:nvPr/>
          </p:nvSpPr>
          <p:spPr>
            <a:xfrm>
              <a:off x="7751450" y="755550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36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0" name="Google Shape;1330;p7"/>
            <p:cNvSpPr/>
            <p:nvPr/>
          </p:nvSpPr>
          <p:spPr>
            <a:xfrm>
              <a:off x="8225125" y="782250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2002" y="1668"/>
                    <a:pt x="0" y="6505"/>
                    <a:pt x="2569" y="6505"/>
                  </a:cubicBezTo>
                  <a:cubicBezTo>
                    <a:pt x="5137" y="6505"/>
                    <a:pt x="3269" y="1768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1" name="Google Shape;1331;p7"/>
            <p:cNvSpPr/>
            <p:nvPr/>
          </p:nvSpPr>
          <p:spPr>
            <a:xfrm>
              <a:off x="3335788" y="712175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36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2" name="Google Shape;1332;p7"/>
            <p:cNvSpPr/>
            <p:nvPr/>
          </p:nvSpPr>
          <p:spPr>
            <a:xfrm>
              <a:off x="3809463" y="738875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2002" y="1668"/>
                    <a:pt x="0" y="6505"/>
                    <a:pt x="2569" y="6505"/>
                  </a:cubicBezTo>
                  <a:cubicBezTo>
                    <a:pt x="5137" y="6505"/>
                    <a:pt x="3269" y="1768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Google Shape;1333;p7"/>
            <p:cNvSpPr/>
            <p:nvPr/>
          </p:nvSpPr>
          <p:spPr>
            <a:xfrm>
              <a:off x="1716500" y="2260650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0"/>
                  </a:moveTo>
                  <a:cubicBezTo>
                    <a:pt x="2001" y="1702"/>
                    <a:pt x="0" y="6505"/>
                    <a:pt x="2569" y="6505"/>
                  </a:cubicBezTo>
                  <a:cubicBezTo>
                    <a:pt x="5137" y="6505"/>
                    <a:pt x="3236" y="1802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Google Shape;1334;p7"/>
            <p:cNvSpPr/>
            <p:nvPr/>
          </p:nvSpPr>
          <p:spPr>
            <a:xfrm>
              <a:off x="4048975" y="262507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0"/>
                  </a:moveTo>
                  <a:cubicBezTo>
                    <a:pt x="1969" y="1668"/>
                    <a:pt x="1" y="6505"/>
                    <a:pt x="2569" y="6505"/>
                  </a:cubicBezTo>
                  <a:cubicBezTo>
                    <a:pt x="5138" y="6505"/>
                    <a:pt x="3237" y="1802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Google Shape;1335;p7"/>
            <p:cNvSpPr/>
            <p:nvPr/>
          </p:nvSpPr>
          <p:spPr>
            <a:xfrm>
              <a:off x="1381250" y="3815925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36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Google Shape;1336;p7"/>
            <p:cNvSpPr/>
            <p:nvPr/>
          </p:nvSpPr>
          <p:spPr>
            <a:xfrm>
              <a:off x="538150" y="2105525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Google Shape;1337;p7"/>
            <p:cNvSpPr/>
            <p:nvPr/>
          </p:nvSpPr>
          <p:spPr>
            <a:xfrm>
              <a:off x="140375" y="3628300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2001" y="1701"/>
                    <a:pt x="0" y="6505"/>
                    <a:pt x="2569" y="6505"/>
                  </a:cubicBezTo>
                  <a:cubicBezTo>
                    <a:pt x="5137" y="6505"/>
                    <a:pt x="3269" y="1801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8" name="Google Shape;1338;p7"/>
            <p:cNvSpPr/>
            <p:nvPr/>
          </p:nvSpPr>
          <p:spPr>
            <a:xfrm>
              <a:off x="2452025" y="2416600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1968" y="1668"/>
                    <a:pt x="0" y="6505"/>
                    <a:pt x="2569" y="6505"/>
                  </a:cubicBezTo>
                  <a:cubicBezTo>
                    <a:pt x="5137" y="6505"/>
                    <a:pt x="3236" y="1801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" name="Google Shape;1339;p7"/>
            <p:cNvSpPr/>
            <p:nvPr/>
          </p:nvSpPr>
          <p:spPr>
            <a:xfrm>
              <a:off x="1240325" y="2334875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0"/>
                  </a:moveTo>
                  <a:cubicBezTo>
                    <a:pt x="2002" y="1701"/>
                    <a:pt x="0" y="6538"/>
                    <a:pt x="2569" y="6538"/>
                  </a:cubicBezTo>
                  <a:cubicBezTo>
                    <a:pt x="5137" y="6538"/>
                    <a:pt x="3269" y="1801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Google Shape;1340;p7"/>
            <p:cNvSpPr/>
            <p:nvPr/>
          </p:nvSpPr>
          <p:spPr>
            <a:xfrm>
              <a:off x="3267600" y="2309025"/>
              <a:ext cx="131775" cy="167625"/>
            </a:xfrm>
            <a:custGeom>
              <a:avLst/>
              <a:gdLst/>
              <a:ahLst/>
              <a:cxnLst/>
              <a:rect l="l" t="t" r="r" b="b"/>
              <a:pathLst>
                <a:path w="5271" h="6705" extrusionOk="0">
                  <a:moveTo>
                    <a:pt x="2636" y="0"/>
                  </a:moveTo>
                  <a:cubicBezTo>
                    <a:pt x="2035" y="1735"/>
                    <a:pt x="0" y="6705"/>
                    <a:pt x="2636" y="6705"/>
                  </a:cubicBezTo>
                  <a:cubicBezTo>
                    <a:pt x="5271" y="6705"/>
                    <a:pt x="3336" y="1868"/>
                    <a:pt x="2636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Google Shape;1341;p7"/>
            <p:cNvSpPr/>
            <p:nvPr/>
          </p:nvSpPr>
          <p:spPr>
            <a:xfrm>
              <a:off x="4606875" y="2393250"/>
              <a:ext cx="132625" cy="167625"/>
            </a:xfrm>
            <a:custGeom>
              <a:avLst/>
              <a:gdLst/>
              <a:ahLst/>
              <a:cxnLst/>
              <a:rect l="l" t="t" r="r" b="b"/>
              <a:pathLst>
                <a:path w="5305" h="6705" extrusionOk="0">
                  <a:moveTo>
                    <a:pt x="2670" y="0"/>
                  </a:moveTo>
                  <a:cubicBezTo>
                    <a:pt x="2069" y="1735"/>
                    <a:pt x="1" y="6705"/>
                    <a:pt x="2670" y="6705"/>
                  </a:cubicBezTo>
                  <a:cubicBezTo>
                    <a:pt x="5305" y="6705"/>
                    <a:pt x="3370" y="1835"/>
                    <a:pt x="2670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Google Shape;1342;p7"/>
            <p:cNvSpPr/>
            <p:nvPr/>
          </p:nvSpPr>
          <p:spPr>
            <a:xfrm>
              <a:off x="2231850" y="3080400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702"/>
                    <a:pt x="1" y="6505"/>
                    <a:pt x="2569" y="6505"/>
                  </a:cubicBezTo>
                  <a:cubicBezTo>
                    <a:pt x="5138" y="6505"/>
                    <a:pt x="3270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" name="Google Shape;1343;p7"/>
            <p:cNvSpPr/>
            <p:nvPr/>
          </p:nvSpPr>
          <p:spPr>
            <a:xfrm>
              <a:off x="1854925" y="3842625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2002" y="1668"/>
                    <a:pt x="0" y="6505"/>
                    <a:pt x="2569" y="6505"/>
                  </a:cubicBezTo>
                  <a:cubicBezTo>
                    <a:pt x="5137" y="6505"/>
                    <a:pt x="3269" y="1768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" name="Google Shape;1344;p7"/>
            <p:cNvSpPr/>
            <p:nvPr/>
          </p:nvSpPr>
          <p:spPr>
            <a:xfrm>
              <a:off x="3165025" y="3225500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702"/>
                    <a:pt x="0" y="6505"/>
                    <a:pt x="2569" y="6505"/>
                  </a:cubicBezTo>
                  <a:cubicBezTo>
                    <a:pt x="5137" y="6505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Google Shape;1345;p7"/>
            <p:cNvSpPr/>
            <p:nvPr/>
          </p:nvSpPr>
          <p:spPr>
            <a:xfrm>
              <a:off x="505625" y="3347250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702"/>
                    <a:pt x="0" y="6505"/>
                    <a:pt x="2569" y="6505"/>
                  </a:cubicBezTo>
                  <a:cubicBezTo>
                    <a:pt x="5137" y="6505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Google Shape;1346;p7"/>
            <p:cNvSpPr/>
            <p:nvPr/>
          </p:nvSpPr>
          <p:spPr>
            <a:xfrm>
              <a:off x="470600" y="4246225"/>
              <a:ext cx="132625" cy="167650"/>
            </a:xfrm>
            <a:custGeom>
              <a:avLst/>
              <a:gdLst/>
              <a:ahLst/>
              <a:cxnLst/>
              <a:rect l="l" t="t" r="r" b="b"/>
              <a:pathLst>
                <a:path w="5305" h="6706" extrusionOk="0">
                  <a:moveTo>
                    <a:pt x="2636" y="1"/>
                  </a:moveTo>
                  <a:cubicBezTo>
                    <a:pt x="2069" y="1735"/>
                    <a:pt x="0" y="6706"/>
                    <a:pt x="2636" y="6706"/>
                  </a:cubicBezTo>
                  <a:cubicBezTo>
                    <a:pt x="5304" y="6706"/>
                    <a:pt x="3370" y="1836"/>
                    <a:pt x="2636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Google Shape;1347;p7"/>
            <p:cNvSpPr/>
            <p:nvPr/>
          </p:nvSpPr>
          <p:spPr>
            <a:xfrm>
              <a:off x="3743775" y="4382175"/>
              <a:ext cx="132625" cy="167625"/>
            </a:xfrm>
            <a:custGeom>
              <a:avLst/>
              <a:gdLst/>
              <a:ahLst/>
              <a:cxnLst/>
              <a:rect l="l" t="t" r="r" b="b"/>
              <a:pathLst>
                <a:path w="5305" h="6705" extrusionOk="0">
                  <a:moveTo>
                    <a:pt x="2669" y="0"/>
                  </a:moveTo>
                  <a:cubicBezTo>
                    <a:pt x="2068" y="1735"/>
                    <a:pt x="0" y="6705"/>
                    <a:pt x="2669" y="6705"/>
                  </a:cubicBezTo>
                  <a:cubicBezTo>
                    <a:pt x="5304" y="6705"/>
                    <a:pt x="3369" y="1868"/>
                    <a:pt x="26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" name="Google Shape;1348;p7"/>
            <p:cNvSpPr/>
            <p:nvPr/>
          </p:nvSpPr>
          <p:spPr>
            <a:xfrm>
              <a:off x="2397800" y="3664150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668"/>
                    <a:pt x="1" y="6505"/>
                    <a:pt x="2569" y="6505"/>
                  </a:cubicBezTo>
                  <a:cubicBezTo>
                    <a:pt x="5138" y="6505"/>
                    <a:pt x="3270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" name="Google Shape;1349;p7"/>
            <p:cNvSpPr/>
            <p:nvPr/>
          </p:nvSpPr>
          <p:spPr>
            <a:xfrm>
              <a:off x="3353500" y="3815925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" name="Google Shape;1350;p7"/>
            <p:cNvSpPr/>
            <p:nvPr/>
          </p:nvSpPr>
          <p:spPr>
            <a:xfrm>
              <a:off x="172875" y="2609225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1" y="6539"/>
                    <a:pt x="2569" y="6539"/>
                  </a:cubicBezTo>
                  <a:cubicBezTo>
                    <a:pt x="5138" y="6539"/>
                    <a:pt x="3270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Google Shape;1351;p7"/>
            <p:cNvSpPr/>
            <p:nvPr/>
          </p:nvSpPr>
          <p:spPr>
            <a:xfrm>
              <a:off x="4002275" y="3579925"/>
              <a:ext cx="131800" cy="167650"/>
            </a:xfrm>
            <a:custGeom>
              <a:avLst/>
              <a:gdLst/>
              <a:ahLst/>
              <a:cxnLst/>
              <a:rect l="l" t="t" r="r" b="b"/>
              <a:pathLst>
                <a:path w="5272" h="6706" extrusionOk="0">
                  <a:moveTo>
                    <a:pt x="2636" y="0"/>
                  </a:moveTo>
                  <a:cubicBezTo>
                    <a:pt x="2036" y="1735"/>
                    <a:pt x="1" y="6705"/>
                    <a:pt x="2636" y="6705"/>
                  </a:cubicBezTo>
                  <a:cubicBezTo>
                    <a:pt x="5271" y="6705"/>
                    <a:pt x="3337" y="1868"/>
                    <a:pt x="2636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Google Shape;1352;p7"/>
            <p:cNvSpPr/>
            <p:nvPr/>
          </p:nvSpPr>
          <p:spPr>
            <a:xfrm>
              <a:off x="4183050" y="3154825"/>
              <a:ext cx="132600" cy="167650"/>
            </a:xfrm>
            <a:custGeom>
              <a:avLst/>
              <a:gdLst/>
              <a:ahLst/>
              <a:cxnLst/>
              <a:rect l="l" t="t" r="r" b="b"/>
              <a:pathLst>
                <a:path w="5304" h="6706" extrusionOk="0">
                  <a:moveTo>
                    <a:pt x="2669" y="1"/>
                  </a:moveTo>
                  <a:cubicBezTo>
                    <a:pt x="2068" y="1735"/>
                    <a:pt x="0" y="6705"/>
                    <a:pt x="2669" y="6705"/>
                  </a:cubicBezTo>
                  <a:cubicBezTo>
                    <a:pt x="5304" y="6705"/>
                    <a:pt x="3369" y="1835"/>
                    <a:pt x="26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" name="Google Shape;1353;p7"/>
            <p:cNvSpPr/>
            <p:nvPr/>
          </p:nvSpPr>
          <p:spPr>
            <a:xfrm>
              <a:off x="2025875" y="244327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1969" y="1668"/>
                    <a:pt x="1" y="6505"/>
                    <a:pt x="2569" y="6505"/>
                  </a:cubicBezTo>
                  <a:cubicBezTo>
                    <a:pt x="5138" y="6505"/>
                    <a:pt x="3236" y="1769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189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Google Shape;1354;p7"/>
            <p:cNvSpPr/>
            <p:nvPr/>
          </p:nvSpPr>
          <p:spPr>
            <a:xfrm>
              <a:off x="3576975" y="2491650"/>
              <a:ext cx="131800" cy="167650"/>
            </a:xfrm>
            <a:custGeom>
              <a:avLst/>
              <a:gdLst/>
              <a:ahLst/>
              <a:cxnLst/>
              <a:rect l="l" t="t" r="r" b="b"/>
              <a:pathLst>
                <a:path w="5272" h="6706" extrusionOk="0">
                  <a:moveTo>
                    <a:pt x="2636" y="0"/>
                  </a:moveTo>
                  <a:cubicBezTo>
                    <a:pt x="2036" y="1735"/>
                    <a:pt x="1" y="6705"/>
                    <a:pt x="2636" y="6705"/>
                  </a:cubicBezTo>
                  <a:cubicBezTo>
                    <a:pt x="5271" y="6705"/>
                    <a:pt x="3337" y="1835"/>
                    <a:pt x="2636" y="0"/>
                  </a:cubicBezTo>
                  <a:close/>
                </a:path>
              </a:pathLst>
            </a:custGeom>
            <a:solidFill>
              <a:srgbClr val="191919">
                <a:alpha val="189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" name="Google Shape;1355;p7"/>
            <p:cNvSpPr/>
            <p:nvPr/>
          </p:nvSpPr>
          <p:spPr>
            <a:xfrm>
              <a:off x="2707200" y="3845950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0"/>
                  </a:moveTo>
                  <a:cubicBezTo>
                    <a:pt x="2002" y="1702"/>
                    <a:pt x="0" y="6505"/>
                    <a:pt x="2569" y="6505"/>
                  </a:cubicBezTo>
                  <a:cubicBezTo>
                    <a:pt x="5137" y="6505"/>
                    <a:pt x="3269" y="1802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189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" name="Google Shape;1356;p7"/>
            <p:cNvSpPr/>
            <p:nvPr/>
          </p:nvSpPr>
          <p:spPr>
            <a:xfrm>
              <a:off x="482275" y="2791850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669"/>
                    <a:pt x="0" y="6506"/>
                    <a:pt x="2569" y="6506"/>
                  </a:cubicBezTo>
                  <a:cubicBezTo>
                    <a:pt x="5137" y="6506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Google Shape;1357;p7"/>
            <p:cNvSpPr/>
            <p:nvPr/>
          </p:nvSpPr>
          <p:spPr>
            <a:xfrm>
              <a:off x="6138100" y="2260650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0"/>
                  </a:moveTo>
                  <a:cubicBezTo>
                    <a:pt x="2001" y="1702"/>
                    <a:pt x="0" y="6505"/>
                    <a:pt x="2569" y="6505"/>
                  </a:cubicBezTo>
                  <a:cubicBezTo>
                    <a:pt x="5137" y="6505"/>
                    <a:pt x="3236" y="1802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Google Shape;1358;p7"/>
            <p:cNvSpPr/>
            <p:nvPr/>
          </p:nvSpPr>
          <p:spPr>
            <a:xfrm>
              <a:off x="8470575" y="262507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0"/>
                  </a:moveTo>
                  <a:cubicBezTo>
                    <a:pt x="1969" y="1668"/>
                    <a:pt x="1" y="6505"/>
                    <a:pt x="2569" y="6505"/>
                  </a:cubicBezTo>
                  <a:cubicBezTo>
                    <a:pt x="5138" y="6505"/>
                    <a:pt x="3237" y="1802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" name="Google Shape;1359;p7"/>
            <p:cNvSpPr/>
            <p:nvPr/>
          </p:nvSpPr>
          <p:spPr>
            <a:xfrm>
              <a:off x="5802850" y="3815925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36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" name="Google Shape;1360;p7"/>
            <p:cNvSpPr/>
            <p:nvPr/>
          </p:nvSpPr>
          <p:spPr>
            <a:xfrm>
              <a:off x="4959750" y="2105525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" name="Google Shape;1361;p7"/>
            <p:cNvSpPr/>
            <p:nvPr/>
          </p:nvSpPr>
          <p:spPr>
            <a:xfrm>
              <a:off x="4561975" y="3628300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2001" y="1701"/>
                    <a:pt x="0" y="6505"/>
                    <a:pt x="2569" y="6505"/>
                  </a:cubicBezTo>
                  <a:cubicBezTo>
                    <a:pt x="5137" y="6505"/>
                    <a:pt x="3269" y="1801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" name="Google Shape;1362;p7"/>
            <p:cNvSpPr/>
            <p:nvPr/>
          </p:nvSpPr>
          <p:spPr>
            <a:xfrm>
              <a:off x="6873625" y="2416600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1968" y="1668"/>
                    <a:pt x="0" y="6505"/>
                    <a:pt x="2569" y="6505"/>
                  </a:cubicBezTo>
                  <a:cubicBezTo>
                    <a:pt x="5137" y="6505"/>
                    <a:pt x="3236" y="1801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3" name="Google Shape;1363;p7"/>
            <p:cNvSpPr/>
            <p:nvPr/>
          </p:nvSpPr>
          <p:spPr>
            <a:xfrm>
              <a:off x="5661925" y="2334875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0"/>
                  </a:moveTo>
                  <a:cubicBezTo>
                    <a:pt x="2002" y="1701"/>
                    <a:pt x="0" y="6538"/>
                    <a:pt x="2569" y="6538"/>
                  </a:cubicBezTo>
                  <a:cubicBezTo>
                    <a:pt x="5137" y="6538"/>
                    <a:pt x="3269" y="1801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Google Shape;1364;p7"/>
            <p:cNvSpPr/>
            <p:nvPr/>
          </p:nvSpPr>
          <p:spPr>
            <a:xfrm>
              <a:off x="7689200" y="2309025"/>
              <a:ext cx="131775" cy="167625"/>
            </a:xfrm>
            <a:custGeom>
              <a:avLst/>
              <a:gdLst/>
              <a:ahLst/>
              <a:cxnLst/>
              <a:rect l="l" t="t" r="r" b="b"/>
              <a:pathLst>
                <a:path w="5271" h="6705" extrusionOk="0">
                  <a:moveTo>
                    <a:pt x="2636" y="0"/>
                  </a:moveTo>
                  <a:cubicBezTo>
                    <a:pt x="2035" y="1735"/>
                    <a:pt x="0" y="6705"/>
                    <a:pt x="2636" y="6705"/>
                  </a:cubicBezTo>
                  <a:cubicBezTo>
                    <a:pt x="5271" y="6705"/>
                    <a:pt x="3336" y="1868"/>
                    <a:pt x="2636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Google Shape;1365;p7"/>
            <p:cNvSpPr/>
            <p:nvPr/>
          </p:nvSpPr>
          <p:spPr>
            <a:xfrm>
              <a:off x="6653450" y="3080400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702"/>
                    <a:pt x="1" y="6505"/>
                    <a:pt x="2569" y="6505"/>
                  </a:cubicBezTo>
                  <a:cubicBezTo>
                    <a:pt x="5138" y="6505"/>
                    <a:pt x="3270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Google Shape;1366;p7"/>
            <p:cNvSpPr/>
            <p:nvPr/>
          </p:nvSpPr>
          <p:spPr>
            <a:xfrm>
              <a:off x="6276525" y="3842625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2002" y="1668"/>
                    <a:pt x="0" y="6505"/>
                    <a:pt x="2569" y="6505"/>
                  </a:cubicBezTo>
                  <a:cubicBezTo>
                    <a:pt x="5137" y="6505"/>
                    <a:pt x="3269" y="1768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Google Shape;1367;p7"/>
            <p:cNvSpPr/>
            <p:nvPr/>
          </p:nvSpPr>
          <p:spPr>
            <a:xfrm>
              <a:off x="7586625" y="3225500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702"/>
                    <a:pt x="0" y="6505"/>
                    <a:pt x="2569" y="6505"/>
                  </a:cubicBezTo>
                  <a:cubicBezTo>
                    <a:pt x="5137" y="6505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Google Shape;1368;p7"/>
            <p:cNvSpPr/>
            <p:nvPr/>
          </p:nvSpPr>
          <p:spPr>
            <a:xfrm>
              <a:off x="4851025" y="3194850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702"/>
                    <a:pt x="0" y="6505"/>
                    <a:pt x="2569" y="6505"/>
                  </a:cubicBezTo>
                  <a:cubicBezTo>
                    <a:pt x="5137" y="6505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9" name="Google Shape;1369;p7"/>
            <p:cNvSpPr/>
            <p:nvPr/>
          </p:nvSpPr>
          <p:spPr>
            <a:xfrm>
              <a:off x="4892200" y="4246225"/>
              <a:ext cx="132625" cy="167650"/>
            </a:xfrm>
            <a:custGeom>
              <a:avLst/>
              <a:gdLst/>
              <a:ahLst/>
              <a:cxnLst/>
              <a:rect l="l" t="t" r="r" b="b"/>
              <a:pathLst>
                <a:path w="5305" h="6706" extrusionOk="0">
                  <a:moveTo>
                    <a:pt x="2636" y="1"/>
                  </a:moveTo>
                  <a:cubicBezTo>
                    <a:pt x="2069" y="1735"/>
                    <a:pt x="0" y="6706"/>
                    <a:pt x="2636" y="6706"/>
                  </a:cubicBezTo>
                  <a:cubicBezTo>
                    <a:pt x="5304" y="6706"/>
                    <a:pt x="3370" y="1836"/>
                    <a:pt x="2636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" name="Google Shape;1370;p7"/>
            <p:cNvSpPr/>
            <p:nvPr/>
          </p:nvSpPr>
          <p:spPr>
            <a:xfrm>
              <a:off x="8165375" y="4382175"/>
              <a:ext cx="132625" cy="167625"/>
            </a:xfrm>
            <a:custGeom>
              <a:avLst/>
              <a:gdLst/>
              <a:ahLst/>
              <a:cxnLst/>
              <a:rect l="l" t="t" r="r" b="b"/>
              <a:pathLst>
                <a:path w="5305" h="6705" extrusionOk="0">
                  <a:moveTo>
                    <a:pt x="2669" y="0"/>
                  </a:moveTo>
                  <a:cubicBezTo>
                    <a:pt x="2068" y="1735"/>
                    <a:pt x="0" y="6705"/>
                    <a:pt x="2669" y="6705"/>
                  </a:cubicBezTo>
                  <a:cubicBezTo>
                    <a:pt x="5304" y="6705"/>
                    <a:pt x="3369" y="1868"/>
                    <a:pt x="26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Google Shape;1371;p7"/>
            <p:cNvSpPr/>
            <p:nvPr/>
          </p:nvSpPr>
          <p:spPr>
            <a:xfrm>
              <a:off x="6819400" y="3664150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668"/>
                    <a:pt x="1" y="6505"/>
                    <a:pt x="2569" y="6505"/>
                  </a:cubicBezTo>
                  <a:cubicBezTo>
                    <a:pt x="5138" y="6505"/>
                    <a:pt x="3270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Google Shape;1372;p7"/>
            <p:cNvSpPr/>
            <p:nvPr/>
          </p:nvSpPr>
          <p:spPr>
            <a:xfrm>
              <a:off x="7775100" y="3815925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Google Shape;1373;p7"/>
            <p:cNvSpPr/>
            <p:nvPr/>
          </p:nvSpPr>
          <p:spPr>
            <a:xfrm>
              <a:off x="4594475" y="2609225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1" y="6539"/>
                    <a:pt x="2569" y="6539"/>
                  </a:cubicBezTo>
                  <a:cubicBezTo>
                    <a:pt x="5138" y="6539"/>
                    <a:pt x="3270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" name="Google Shape;1374;p7"/>
            <p:cNvSpPr/>
            <p:nvPr/>
          </p:nvSpPr>
          <p:spPr>
            <a:xfrm>
              <a:off x="8423875" y="3579925"/>
              <a:ext cx="131800" cy="167650"/>
            </a:xfrm>
            <a:custGeom>
              <a:avLst/>
              <a:gdLst/>
              <a:ahLst/>
              <a:cxnLst/>
              <a:rect l="l" t="t" r="r" b="b"/>
              <a:pathLst>
                <a:path w="5272" h="6706" extrusionOk="0">
                  <a:moveTo>
                    <a:pt x="2636" y="0"/>
                  </a:moveTo>
                  <a:cubicBezTo>
                    <a:pt x="2036" y="1735"/>
                    <a:pt x="1" y="6705"/>
                    <a:pt x="2636" y="6705"/>
                  </a:cubicBezTo>
                  <a:cubicBezTo>
                    <a:pt x="5271" y="6705"/>
                    <a:pt x="3337" y="1868"/>
                    <a:pt x="2636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" name="Google Shape;1375;p7"/>
            <p:cNvSpPr/>
            <p:nvPr/>
          </p:nvSpPr>
          <p:spPr>
            <a:xfrm>
              <a:off x="4903875" y="2791850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669"/>
                    <a:pt x="0" y="6506"/>
                    <a:pt x="2569" y="6506"/>
                  </a:cubicBezTo>
                  <a:cubicBezTo>
                    <a:pt x="5137" y="6506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Google Shape;1376;p7"/>
            <p:cNvSpPr/>
            <p:nvPr/>
          </p:nvSpPr>
          <p:spPr>
            <a:xfrm>
              <a:off x="6260050" y="3282525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36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Google Shape;1377;p7"/>
            <p:cNvSpPr/>
            <p:nvPr/>
          </p:nvSpPr>
          <p:spPr>
            <a:xfrm flipH="1">
              <a:off x="1608100" y="2871088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702"/>
                    <a:pt x="0" y="6505"/>
                    <a:pt x="2569" y="6505"/>
                  </a:cubicBezTo>
                  <a:cubicBezTo>
                    <a:pt x="5137" y="6505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" name="Google Shape;1378;p7"/>
            <p:cNvSpPr/>
            <p:nvPr/>
          </p:nvSpPr>
          <p:spPr>
            <a:xfrm flipH="1">
              <a:off x="1419625" y="3461513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9" name="Google Shape;1379;p7"/>
            <p:cNvSpPr/>
            <p:nvPr/>
          </p:nvSpPr>
          <p:spPr>
            <a:xfrm>
              <a:off x="7841700" y="2861075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36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" name="Google Shape;1380;p7"/>
            <p:cNvSpPr/>
            <p:nvPr/>
          </p:nvSpPr>
          <p:spPr>
            <a:xfrm>
              <a:off x="8315375" y="2887775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2002" y="1668"/>
                    <a:pt x="0" y="6505"/>
                    <a:pt x="2569" y="6505"/>
                  </a:cubicBezTo>
                  <a:cubicBezTo>
                    <a:pt x="5137" y="6505"/>
                    <a:pt x="3269" y="1768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1" name="Google Shape;1381;p7"/>
            <p:cNvSpPr/>
            <p:nvPr/>
          </p:nvSpPr>
          <p:spPr>
            <a:xfrm>
              <a:off x="3426038" y="2817700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36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2" name="Google Shape;1382;p7"/>
            <p:cNvSpPr/>
            <p:nvPr/>
          </p:nvSpPr>
          <p:spPr>
            <a:xfrm>
              <a:off x="3899713" y="2844400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2002" y="1668"/>
                    <a:pt x="0" y="6505"/>
                    <a:pt x="2569" y="6505"/>
                  </a:cubicBezTo>
                  <a:cubicBezTo>
                    <a:pt x="5137" y="6505"/>
                    <a:pt x="3269" y="1768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83" name="Google Shape;1383;p7"/>
            <p:cNvGrpSpPr/>
            <p:nvPr/>
          </p:nvGrpSpPr>
          <p:grpSpPr>
            <a:xfrm>
              <a:off x="359500" y="182650"/>
              <a:ext cx="8548925" cy="3978550"/>
              <a:chOff x="359500" y="182650"/>
              <a:chExt cx="8548925" cy="3978550"/>
            </a:xfrm>
          </p:grpSpPr>
          <p:sp>
            <p:nvSpPr>
              <p:cNvPr id="1384" name="Google Shape;1384;p7"/>
              <p:cNvSpPr/>
              <p:nvPr/>
            </p:nvSpPr>
            <p:spPr>
              <a:xfrm>
                <a:off x="1935625" y="337750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1969" y="1668"/>
                      <a:pt x="1" y="6505"/>
                      <a:pt x="2569" y="6505"/>
                    </a:cubicBezTo>
                    <a:cubicBezTo>
                      <a:pt x="5138" y="6505"/>
                      <a:pt x="3236" y="1769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5" name="Google Shape;1385;p7"/>
              <p:cNvSpPr/>
              <p:nvPr/>
            </p:nvSpPr>
            <p:spPr>
              <a:xfrm>
                <a:off x="4268125" y="701350"/>
                <a:ext cx="128450" cy="16262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5" extrusionOk="0">
                    <a:moveTo>
                      <a:pt x="2569" y="0"/>
                    </a:moveTo>
                    <a:cubicBezTo>
                      <a:pt x="1969" y="1702"/>
                      <a:pt x="0" y="6505"/>
                      <a:pt x="2569" y="6505"/>
                    </a:cubicBezTo>
                    <a:cubicBezTo>
                      <a:pt x="5137" y="6505"/>
                      <a:pt x="3236" y="1802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6" name="Google Shape;1386;p7"/>
              <p:cNvSpPr/>
              <p:nvPr/>
            </p:nvSpPr>
            <p:spPr>
              <a:xfrm>
                <a:off x="1600375" y="1893025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1969" y="1669"/>
                      <a:pt x="1" y="6505"/>
                      <a:pt x="2569" y="6505"/>
                    </a:cubicBezTo>
                    <a:cubicBezTo>
                      <a:pt x="5138" y="6505"/>
                      <a:pt x="3237" y="1802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7" name="Google Shape;1387;p7"/>
              <p:cNvSpPr/>
              <p:nvPr/>
            </p:nvSpPr>
            <p:spPr>
              <a:xfrm>
                <a:off x="757275" y="182650"/>
                <a:ext cx="128450" cy="16262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5" extrusionOk="0">
                    <a:moveTo>
                      <a:pt x="2569" y="0"/>
                    </a:moveTo>
                    <a:cubicBezTo>
                      <a:pt x="2002" y="1668"/>
                      <a:pt x="1" y="6505"/>
                      <a:pt x="2569" y="6505"/>
                    </a:cubicBezTo>
                    <a:cubicBezTo>
                      <a:pt x="5138" y="6505"/>
                      <a:pt x="3270" y="1801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8" name="Google Shape;1388;p7"/>
              <p:cNvSpPr/>
              <p:nvPr/>
            </p:nvSpPr>
            <p:spPr>
              <a:xfrm>
                <a:off x="359500" y="1704575"/>
                <a:ext cx="128450" cy="16347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39" extrusionOk="0">
                    <a:moveTo>
                      <a:pt x="2569" y="0"/>
                    </a:moveTo>
                    <a:cubicBezTo>
                      <a:pt x="2002" y="1701"/>
                      <a:pt x="1" y="6538"/>
                      <a:pt x="2569" y="6538"/>
                    </a:cubicBezTo>
                    <a:cubicBezTo>
                      <a:pt x="5138" y="6538"/>
                      <a:pt x="3270" y="1801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9" name="Google Shape;1389;p7"/>
              <p:cNvSpPr/>
              <p:nvPr/>
            </p:nvSpPr>
            <p:spPr>
              <a:xfrm>
                <a:off x="2670325" y="492875"/>
                <a:ext cx="128450" cy="16262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5" extrusionOk="0">
                    <a:moveTo>
                      <a:pt x="2569" y="0"/>
                    </a:moveTo>
                    <a:cubicBezTo>
                      <a:pt x="2002" y="1701"/>
                      <a:pt x="0" y="6505"/>
                      <a:pt x="2569" y="6505"/>
                    </a:cubicBezTo>
                    <a:cubicBezTo>
                      <a:pt x="5137" y="6505"/>
                      <a:pt x="3269" y="1801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0" name="Google Shape;1390;p7"/>
              <p:cNvSpPr/>
              <p:nvPr/>
            </p:nvSpPr>
            <p:spPr>
              <a:xfrm>
                <a:off x="1459450" y="411975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0"/>
                    </a:moveTo>
                    <a:cubicBezTo>
                      <a:pt x="2002" y="1668"/>
                      <a:pt x="1" y="6505"/>
                      <a:pt x="2569" y="6505"/>
                    </a:cubicBezTo>
                    <a:cubicBezTo>
                      <a:pt x="5138" y="6505"/>
                      <a:pt x="3270" y="1802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1" name="Google Shape;1391;p7"/>
              <p:cNvSpPr/>
              <p:nvPr/>
            </p:nvSpPr>
            <p:spPr>
              <a:xfrm>
                <a:off x="3486725" y="386125"/>
                <a:ext cx="131800" cy="167650"/>
              </a:xfrm>
              <a:custGeom>
                <a:avLst/>
                <a:gdLst/>
                <a:ahLst/>
                <a:cxnLst/>
                <a:rect l="l" t="t" r="r" b="b"/>
                <a:pathLst>
                  <a:path w="5272" h="6706" extrusionOk="0">
                    <a:moveTo>
                      <a:pt x="2636" y="0"/>
                    </a:moveTo>
                    <a:cubicBezTo>
                      <a:pt x="2036" y="1735"/>
                      <a:pt x="1" y="6705"/>
                      <a:pt x="2636" y="6705"/>
                    </a:cubicBezTo>
                    <a:cubicBezTo>
                      <a:pt x="5271" y="6705"/>
                      <a:pt x="3337" y="1835"/>
                      <a:pt x="2636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2" name="Google Shape;1392;p7"/>
              <p:cNvSpPr/>
              <p:nvPr/>
            </p:nvSpPr>
            <p:spPr>
              <a:xfrm>
                <a:off x="4826025" y="469525"/>
                <a:ext cx="132625" cy="167625"/>
              </a:xfrm>
              <a:custGeom>
                <a:avLst/>
                <a:gdLst/>
                <a:ahLst/>
                <a:cxnLst/>
                <a:rect l="l" t="t" r="r" b="b"/>
                <a:pathLst>
                  <a:path w="5305" h="6705" extrusionOk="0">
                    <a:moveTo>
                      <a:pt x="2669" y="0"/>
                    </a:moveTo>
                    <a:cubicBezTo>
                      <a:pt x="2069" y="1735"/>
                      <a:pt x="0" y="6705"/>
                      <a:pt x="2669" y="6705"/>
                    </a:cubicBezTo>
                    <a:cubicBezTo>
                      <a:pt x="5304" y="6705"/>
                      <a:pt x="3370" y="1868"/>
                      <a:pt x="26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3" name="Google Shape;1393;p7"/>
              <p:cNvSpPr/>
              <p:nvPr/>
            </p:nvSpPr>
            <p:spPr>
              <a:xfrm>
                <a:off x="2451000" y="1156675"/>
                <a:ext cx="128450" cy="16347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39" extrusionOk="0">
                    <a:moveTo>
                      <a:pt x="2569" y="0"/>
                    </a:moveTo>
                    <a:cubicBezTo>
                      <a:pt x="2002" y="1702"/>
                      <a:pt x="0" y="6538"/>
                      <a:pt x="2569" y="6538"/>
                    </a:cubicBezTo>
                    <a:cubicBezTo>
                      <a:pt x="5137" y="6538"/>
                      <a:pt x="3269" y="1802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4" name="Google Shape;1394;p7"/>
              <p:cNvSpPr/>
              <p:nvPr/>
            </p:nvSpPr>
            <p:spPr>
              <a:xfrm>
                <a:off x="3384150" y="1302600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2002" y="1669"/>
                      <a:pt x="1" y="6506"/>
                      <a:pt x="2569" y="6506"/>
                    </a:cubicBezTo>
                    <a:cubicBezTo>
                      <a:pt x="5138" y="6506"/>
                      <a:pt x="3270" y="1769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5" name="Google Shape;1395;p7"/>
              <p:cNvSpPr/>
              <p:nvPr/>
            </p:nvSpPr>
            <p:spPr>
              <a:xfrm>
                <a:off x="724750" y="1423525"/>
                <a:ext cx="128450" cy="16347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39" extrusionOk="0">
                    <a:moveTo>
                      <a:pt x="2569" y="1"/>
                    </a:moveTo>
                    <a:cubicBezTo>
                      <a:pt x="2002" y="1702"/>
                      <a:pt x="1" y="6539"/>
                      <a:pt x="2569" y="6539"/>
                    </a:cubicBezTo>
                    <a:cubicBezTo>
                      <a:pt x="5138" y="6539"/>
                      <a:pt x="3270" y="1802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6" name="Google Shape;1396;p7"/>
              <p:cNvSpPr/>
              <p:nvPr/>
            </p:nvSpPr>
            <p:spPr>
              <a:xfrm>
                <a:off x="4220600" y="1657025"/>
                <a:ext cx="132600" cy="167650"/>
              </a:xfrm>
              <a:custGeom>
                <a:avLst/>
                <a:gdLst/>
                <a:ahLst/>
                <a:cxnLst/>
                <a:rect l="l" t="t" r="r" b="b"/>
                <a:pathLst>
                  <a:path w="5304" h="6706" extrusionOk="0">
                    <a:moveTo>
                      <a:pt x="2669" y="1"/>
                    </a:moveTo>
                    <a:cubicBezTo>
                      <a:pt x="2068" y="1735"/>
                      <a:pt x="0" y="6706"/>
                      <a:pt x="2669" y="6706"/>
                    </a:cubicBezTo>
                    <a:cubicBezTo>
                      <a:pt x="5304" y="6706"/>
                      <a:pt x="3369" y="1835"/>
                      <a:pt x="26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7" name="Google Shape;1397;p7"/>
              <p:cNvSpPr/>
              <p:nvPr/>
            </p:nvSpPr>
            <p:spPr>
              <a:xfrm>
                <a:off x="4859375" y="1383500"/>
                <a:ext cx="132625" cy="167650"/>
              </a:xfrm>
              <a:custGeom>
                <a:avLst/>
                <a:gdLst/>
                <a:ahLst/>
                <a:cxnLst/>
                <a:rect l="l" t="t" r="r" b="b"/>
                <a:pathLst>
                  <a:path w="5305" h="6706" extrusionOk="0">
                    <a:moveTo>
                      <a:pt x="2669" y="1"/>
                    </a:moveTo>
                    <a:cubicBezTo>
                      <a:pt x="2069" y="1735"/>
                      <a:pt x="1" y="6705"/>
                      <a:pt x="2669" y="6705"/>
                    </a:cubicBezTo>
                    <a:cubicBezTo>
                      <a:pt x="5305" y="6705"/>
                      <a:pt x="3370" y="1869"/>
                      <a:pt x="26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8" name="Google Shape;1398;p7"/>
              <p:cNvSpPr/>
              <p:nvPr/>
            </p:nvSpPr>
            <p:spPr>
              <a:xfrm>
                <a:off x="6357225" y="337750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1969" y="1668"/>
                      <a:pt x="1" y="6505"/>
                      <a:pt x="2569" y="6505"/>
                    </a:cubicBezTo>
                    <a:cubicBezTo>
                      <a:pt x="5138" y="6505"/>
                      <a:pt x="3236" y="1769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9" name="Google Shape;1399;p7"/>
              <p:cNvSpPr/>
              <p:nvPr/>
            </p:nvSpPr>
            <p:spPr>
              <a:xfrm>
                <a:off x="8689725" y="701350"/>
                <a:ext cx="128450" cy="16262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5" extrusionOk="0">
                    <a:moveTo>
                      <a:pt x="2569" y="0"/>
                    </a:moveTo>
                    <a:cubicBezTo>
                      <a:pt x="1969" y="1702"/>
                      <a:pt x="0" y="6505"/>
                      <a:pt x="2569" y="6505"/>
                    </a:cubicBezTo>
                    <a:cubicBezTo>
                      <a:pt x="5137" y="6505"/>
                      <a:pt x="3236" y="1802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0" name="Google Shape;1400;p7"/>
              <p:cNvSpPr/>
              <p:nvPr/>
            </p:nvSpPr>
            <p:spPr>
              <a:xfrm>
                <a:off x="6021975" y="1893025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1969" y="1669"/>
                      <a:pt x="1" y="6505"/>
                      <a:pt x="2569" y="6505"/>
                    </a:cubicBezTo>
                    <a:cubicBezTo>
                      <a:pt x="5138" y="6505"/>
                      <a:pt x="3237" y="1802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1" name="Google Shape;1401;p7"/>
              <p:cNvSpPr/>
              <p:nvPr/>
            </p:nvSpPr>
            <p:spPr>
              <a:xfrm>
                <a:off x="5178875" y="182650"/>
                <a:ext cx="128450" cy="16262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5" extrusionOk="0">
                    <a:moveTo>
                      <a:pt x="2569" y="0"/>
                    </a:moveTo>
                    <a:cubicBezTo>
                      <a:pt x="2002" y="1668"/>
                      <a:pt x="1" y="6505"/>
                      <a:pt x="2569" y="6505"/>
                    </a:cubicBezTo>
                    <a:cubicBezTo>
                      <a:pt x="5138" y="6505"/>
                      <a:pt x="3270" y="1801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2" name="Google Shape;1402;p7"/>
              <p:cNvSpPr/>
              <p:nvPr/>
            </p:nvSpPr>
            <p:spPr>
              <a:xfrm>
                <a:off x="4781100" y="1704575"/>
                <a:ext cx="128450" cy="16347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39" extrusionOk="0">
                    <a:moveTo>
                      <a:pt x="2569" y="0"/>
                    </a:moveTo>
                    <a:cubicBezTo>
                      <a:pt x="2002" y="1701"/>
                      <a:pt x="1" y="6538"/>
                      <a:pt x="2569" y="6538"/>
                    </a:cubicBezTo>
                    <a:cubicBezTo>
                      <a:pt x="5138" y="6538"/>
                      <a:pt x="3270" y="1801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3" name="Google Shape;1403;p7"/>
              <p:cNvSpPr/>
              <p:nvPr/>
            </p:nvSpPr>
            <p:spPr>
              <a:xfrm>
                <a:off x="7091925" y="492875"/>
                <a:ext cx="128450" cy="16262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5" extrusionOk="0">
                    <a:moveTo>
                      <a:pt x="2569" y="0"/>
                    </a:moveTo>
                    <a:cubicBezTo>
                      <a:pt x="2002" y="1701"/>
                      <a:pt x="0" y="6505"/>
                      <a:pt x="2569" y="6505"/>
                    </a:cubicBezTo>
                    <a:cubicBezTo>
                      <a:pt x="5137" y="6505"/>
                      <a:pt x="3269" y="1801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4" name="Google Shape;1404;p7"/>
              <p:cNvSpPr/>
              <p:nvPr/>
            </p:nvSpPr>
            <p:spPr>
              <a:xfrm>
                <a:off x="5881050" y="411975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0"/>
                    </a:moveTo>
                    <a:cubicBezTo>
                      <a:pt x="2002" y="1668"/>
                      <a:pt x="1" y="6505"/>
                      <a:pt x="2569" y="6505"/>
                    </a:cubicBezTo>
                    <a:cubicBezTo>
                      <a:pt x="5138" y="6505"/>
                      <a:pt x="3270" y="1802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5" name="Google Shape;1405;p7"/>
              <p:cNvSpPr/>
              <p:nvPr/>
            </p:nvSpPr>
            <p:spPr>
              <a:xfrm>
                <a:off x="7908325" y="386125"/>
                <a:ext cx="131800" cy="167650"/>
              </a:xfrm>
              <a:custGeom>
                <a:avLst/>
                <a:gdLst/>
                <a:ahLst/>
                <a:cxnLst/>
                <a:rect l="l" t="t" r="r" b="b"/>
                <a:pathLst>
                  <a:path w="5272" h="6706" extrusionOk="0">
                    <a:moveTo>
                      <a:pt x="2636" y="0"/>
                    </a:moveTo>
                    <a:cubicBezTo>
                      <a:pt x="2036" y="1735"/>
                      <a:pt x="1" y="6705"/>
                      <a:pt x="2636" y="6705"/>
                    </a:cubicBezTo>
                    <a:cubicBezTo>
                      <a:pt x="5271" y="6705"/>
                      <a:pt x="3337" y="1835"/>
                      <a:pt x="2636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6" name="Google Shape;1406;p7"/>
              <p:cNvSpPr/>
              <p:nvPr/>
            </p:nvSpPr>
            <p:spPr>
              <a:xfrm>
                <a:off x="6872600" y="1156675"/>
                <a:ext cx="128450" cy="16347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39" extrusionOk="0">
                    <a:moveTo>
                      <a:pt x="2569" y="0"/>
                    </a:moveTo>
                    <a:cubicBezTo>
                      <a:pt x="2002" y="1702"/>
                      <a:pt x="0" y="6538"/>
                      <a:pt x="2569" y="6538"/>
                    </a:cubicBezTo>
                    <a:cubicBezTo>
                      <a:pt x="5137" y="6538"/>
                      <a:pt x="3269" y="1802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7" name="Google Shape;1407;p7"/>
              <p:cNvSpPr/>
              <p:nvPr/>
            </p:nvSpPr>
            <p:spPr>
              <a:xfrm>
                <a:off x="7805750" y="1302600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2002" y="1669"/>
                      <a:pt x="1" y="6506"/>
                      <a:pt x="2569" y="6506"/>
                    </a:cubicBezTo>
                    <a:cubicBezTo>
                      <a:pt x="5138" y="6506"/>
                      <a:pt x="3270" y="1769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8" name="Google Shape;1408;p7"/>
              <p:cNvSpPr/>
              <p:nvPr/>
            </p:nvSpPr>
            <p:spPr>
              <a:xfrm>
                <a:off x="5146350" y="1423525"/>
                <a:ext cx="128450" cy="16347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39" extrusionOk="0">
                    <a:moveTo>
                      <a:pt x="2569" y="1"/>
                    </a:moveTo>
                    <a:cubicBezTo>
                      <a:pt x="2002" y="1702"/>
                      <a:pt x="1" y="6539"/>
                      <a:pt x="2569" y="6539"/>
                    </a:cubicBezTo>
                    <a:cubicBezTo>
                      <a:pt x="5138" y="6539"/>
                      <a:pt x="3270" y="1802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9" name="Google Shape;1409;p7"/>
              <p:cNvSpPr/>
              <p:nvPr/>
            </p:nvSpPr>
            <p:spPr>
              <a:xfrm>
                <a:off x="7038550" y="1740425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0"/>
                    </a:moveTo>
                    <a:cubicBezTo>
                      <a:pt x="2002" y="1702"/>
                      <a:pt x="0" y="6505"/>
                      <a:pt x="2569" y="6505"/>
                    </a:cubicBezTo>
                    <a:cubicBezTo>
                      <a:pt x="5137" y="6505"/>
                      <a:pt x="3269" y="1802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0" name="Google Shape;1410;p7"/>
              <p:cNvSpPr/>
              <p:nvPr/>
            </p:nvSpPr>
            <p:spPr>
              <a:xfrm>
                <a:off x="7994225" y="1893025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2002" y="1669"/>
                      <a:pt x="1" y="6505"/>
                      <a:pt x="2569" y="6505"/>
                    </a:cubicBezTo>
                    <a:cubicBezTo>
                      <a:pt x="5138" y="6505"/>
                      <a:pt x="3270" y="1802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1" name="Google Shape;1411;p7"/>
              <p:cNvSpPr/>
              <p:nvPr/>
            </p:nvSpPr>
            <p:spPr>
              <a:xfrm>
                <a:off x="8642200" y="1657025"/>
                <a:ext cx="132600" cy="167650"/>
              </a:xfrm>
              <a:custGeom>
                <a:avLst/>
                <a:gdLst/>
                <a:ahLst/>
                <a:cxnLst/>
                <a:rect l="l" t="t" r="r" b="b"/>
                <a:pathLst>
                  <a:path w="5304" h="6706" extrusionOk="0">
                    <a:moveTo>
                      <a:pt x="2669" y="1"/>
                    </a:moveTo>
                    <a:cubicBezTo>
                      <a:pt x="2068" y="1735"/>
                      <a:pt x="0" y="6706"/>
                      <a:pt x="2669" y="6706"/>
                    </a:cubicBezTo>
                    <a:cubicBezTo>
                      <a:pt x="5304" y="6706"/>
                      <a:pt x="3369" y="1835"/>
                      <a:pt x="26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2" name="Google Shape;1412;p7"/>
              <p:cNvSpPr/>
              <p:nvPr/>
            </p:nvSpPr>
            <p:spPr>
              <a:xfrm>
                <a:off x="5374950" y="966325"/>
                <a:ext cx="128450" cy="16347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39" extrusionOk="0">
                    <a:moveTo>
                      <a:pt x="2569" y="1"/>
                    </a:moveTo>
                    <a:cubicBezTo>
                      <a:pt x="2002" y="1702"/>
                      <a:pt x="1" y="6539"/>
                      <a:pt x="2569" y="6539"/>
                    </a:cubicBezTo>
                    <a:cubicBezTo>
                      <a:pt x="5138" y="6539"/>
                      <a:pt x="3270" y="1802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3" name="Google Shape;1413;p7"/>
              <p:cNvSpPr/>
              <p:nvPr/>
            </p:nvSpPr>
            <p:spPr>
              <a:xfrm>
                <a:off x="5679750" y="1271125"/>
                <a:ext cx="128450" cy="16347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39" extrusionOk="0">
                    <a:moveTo>
                      <a:pt x="2569" y="1"/>
                    </a:moveTo>
                    <a:cubicBezTo>
                      <a:pt x="2002" y="1702"/>
                      <a:pt x="1" y="6539"/>
                      <a:pt x="2569" y="6539"/>
                    </a:cubicBezTo>
                    <a:cubicBezTo>
                      <a:pt x="5138" y="6539"/>
                      <a:pt x="3270" y="1802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4" name="Google Shape;1414;p7"/>
              <p:cNvSpPr/>
              <p:nvPr/>
            </p:nvSpPr>
            <p:spPr>
              <a:xfrm flipH="1">
                <a:off x="1208475" y="948188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2002" y="1669"/>
                      <a:pt x="1" y="6506"/>
                      <a:pt x="2569" y="6506"/>
                    </a:cubicBezTo>
                    <a:cubicBezTo>
                      <a:pt x="5138" y="6506"/>
                      <a:pt x="3270" y="1769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5" name="Google Shape;1415;p7"/>
              <p:cNvSpPr/>
              <p:nvPr/>
            </p:nvSpPr>
            <p:spPr>
              <a:xfrm>
                <a:off x="8060825" y="938175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1969" y="1669"/>
                      <a:pt x="1" y="6505"/>
                      <a:pt x="2569" y="6505"/>
                    </a:cubicBezTo>
                    <a:cubicBezTo>
                      <a:pt x="5138" y="6505"/>
                      <a:pt x="3237" y="1802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6" name="Google Shape;1416;p7"/>
              <p:cNvSpPr/>
              <p:nvPr/>
            </p:nvSpPr>
            <p:spPr>
              <a:xfrm>
                <a:off x="3645163" y="894800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1969" y="1669"/>
                      <a:pt x="1" y="6505"/>
                      <a:pt x="2569" y="6505"/>
                    </a:cubicBezTo>
                    <a:cubicBezTo>
                      <a:pt x="5138" y="6505"/>
                      <a:pt x="3237" y="1802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7" name="Google Shape;1417;p7"/>
              <p:cNvSpPr/>
              <p:nvPr/>
            </p:nvSpPr>
            <p:spPr>
              <a:xfrm>
                <a:off x="4358375" y="2806875"/>
                <a:ext cx="128450" cy="16262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5" extrusionOk="0">
                    <a:moveTo>
                      <a:pt x="2569" y="0"/>
                    </a:moveTo>
                    <a:cubicBezTo>
                      <a:pt x="1969" y="1702"/>
                      <a:pt x="0" y="6505"/>
                      <a:pt x="2569" y="6505"/>
                    </a:cubicBezTo>
                    <a:cubicBezTo>
                      <a:pt x="5137" y="6505"/>
                      <a:pt x="3236" y="1802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8" name="Google Shape;1418;p7"/>
              <p:cNvSpPr/>
              <p:nvPr/>
            </p:nvSpPr>
            <p:spPr>
              <a:xfrm>
                <a:off x="1690625" y="3998550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1969" y="1669"/>
                      <a:pt x="1" y="6505"/>
                      <a:pt x="2569" y="6505"/>
                    </a:cubicBezTo>
                    <a:cubicBezTo>
                      <a:pt x="5138" y="6505"/>
                      <a:pt x="3237" y="1802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9" name="Google Shape;1419;p7"/>
              <p:cNvSpPr/>
              <p:nvPr/>
            </p:nvSpPr>
            <p:spPr>
              <a:xfrm>
                <a:off x="847525" y="2288175"/>
                <a:ext cx="128450" cy="16262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5" extrusionOk="0">
                    <a:moveTo>
                      <a:pt x="2569" y="0"/>
                    </a:moveTo>
                    <a:cubicBezTo>
                      <a:pt x="2002" y="1668"/>
                      <a:pt x="1" y="6505"/>
                      <a:pt x="2569" y="6505"/>
                    </a:cubicBezTo>
                    <a:cubicBezTo>
                      <a:pt x="5138" y="6505"/>
                      <a:pt x="3270" y="1801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0" name="Google Shape;1420;p7"/>
              <p:cNvSpPr/>
              <p:nvPr/>
            </p:nvSpPr>
            <p:spPr>
              <a:xfrm>
                <a:off x="449750" y="3810100"/>
                <a:ext cx="128450" cy="16347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39" extrusionOk="0">
                    <a:moveTo>
                      <a:pt x="2569" y="0"/>
                    </a:moveTo>
                    <a:cubicBezTo>
                      <a:pt x="2002" y="1701"/>
                      <a:pt x="1" y="6538"/>
                      <a:pt x="2569" y="6538"/>
                    </a:cubicBezTo>
                    <a:cubicBezTo>
                      <a:pt x="5138" y="6538"/>
                      <a:pt x="3270" y="1801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1" name="Google Shape;1421;p7"/>
              <p:cNvSpPr/>
              <p:nvPr/>
            </p:nvSpPr>
            <p:spPr>
              <a:xfrm>
                <a:off x="2760575" y="2598400"/>
                <a:ext cx="128450" cy="16262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5" extrusionOk="0">
                    <a:moveTo>
                      <a:pt x="2569" y="0"/>
                    </a:moveTo>
                    <a:cubicBezTo>
                      <a:pt x="2002" y="1701"/>
                      <a:pt x="0" y="6505"/>
                      <a:pt x="2569" y="6505"/>
                    </a:cubicBezTo>
                    <a:cubicBezTo>
                      <a:pt x="5137" y="6505"/>
                      <a:pt x="3269" y="1801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2" name="Google Shape;1422;p7"/>
              <p:cNvSpPr/>
              <p:nvPr/>
            </p:nvSpPr>
            <p:spPr>
              <a:xfrm>
                <a:off x="1549700" y="2517500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0"/>
                    </a:moveTo>
                    <a:cubicBezTo>
                      <a:pt x="2002" y="1668"/>
                      <a:pt x="1" y="6505"/>
                      <a:pt x="2569" y="6505"/>
                    </a:cubicBezTo>
                    <a:cubicBezTo>
                      <a:pt x="5138" y="6505"/>
                      <a:pt x="3270" y="1802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3" name="Google Shape;1423;p7"/>
              <p:cNvSpPr/>
              <p:nvPr/>
            </p:nvSpPr>
            <p:spPr>
              <a:xfrm>
                <a:off x="4916275" y="2575050"/>
                <a:ext cx="132625" cy="167625"/>
              </a:xfrm>
              <a:custGeom>
                <a:avLst/>
                <a:gdLst/>
                <a:ahLst/>
                <a:cxnLst/>
                <a:rect l="l" t="t" r="r" b="b"/>
                <a:pathLst>
                  <a:path w="5305" h="6705" extrusionOk="0">
                    <a:moveTo>
                      <a:pt x="2669" y="0"/>
                    </a:moveTo>
                    <a:cubicBezTo>
                      <a:pt x="2069" y="1735"/>
                      <a:pt x="0" y="6705"/>
                      <a:pt x="2669" y="6705"/>
                    </a:cubicBezTo>
                    <a:cubicBezTo>
                      <a:pt x="5304" y="6705"/>
                      <a:pt x="3370" y="1868"/>
                      <a:pt x="26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4" name="Google Shape;1424;p7"/>
              <p:cNvSpPr/>
              <p:nvPr/>
            </p:nvSpPr>
            <p:spPr>
              <a:xfrm>
                <a:off x="2541250" y="3262200"/>
                <a:ext cx="128450" cy="16347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39" extrusionOk="0">
                    <a:moveTo>
                      <a:pt x="2569" y="0"/>
                    </a:moveTo>
                    <a:cubicBezTo>
                      <a:pt x="2002" y="1702"/>
                      <a:pt x="0" y="6538"/>
                      <a:pt x="2569" y="6538"/>
                    </a:cubicBezTo>
                    <a:cubicBezTo>
                      <a:pt x="5137" y="6538"/>
                      <a:pt x="3269" y="1802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5" name="Google Shape;1425;p7"/>
              <p:cNvSpPr/>
              <p:nvPr/>
            </p:nvSpPr>
            <p:spPr>
              <a:xfrm>
                <a:off x="3474400" y="3408125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2002" y="1669"/>
                      <a:pt x="1" y="6506"/>
                      <a:pt x="2569" y="6506"/>
                    </a:cubicBezTo>
                    <a:cubicBezTo>
                      <a:pt x="5138" y="6506"/>
                      <a:pt x="3270" y="1769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6" name="Google Shape;1426;p7"/>
              <p:cNvSpPr/>
              <p:nvPr/>
            </p:nvSpPr>
            <p:spPr>
              <a:xfrm>
                <a:off x="815000" y="3529050"/>
                <a:ext cx="128450" cy="16347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39" extrusionOk="0">
                    <a:moveTo>
                      <a:pt x="2569" y="1"/>
                    </a:moveTo>
                    <a:cubicBezTo>
                      <a:pt x="2002" y="1702"/>
                      <a:pt x="1" y="6539"/>
                      <a:pt x="2569" y="6539"/>
                    </a:cubicBezTo>
                    <a:cubicBezTo>
                      <a:pt x="5138" y="6539"/>
                      <a:pt x="3270" y="1802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7" name="Google Shape;1427;p7"/>
              <p:cNvSpPr/>
              <p:nvPr/>
            </p:nvSpPr>
            <p:spPr>
              <a:xfrm>
                <a:off x="3662875" y="3998550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2002" y="1669"/>
                      <a:pt x="1" y="6505"/>
                      <a:pt x="2569" y="6505"/>
                    </a:cubicBezTo>
                    <a:cubicBezTo>
                      <a:pt x="5138" y="6505"/>
                      <a:pt x="3270" y="1802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8" name="Google Shape;1428;p7"/>
              <p:cNvSpPr/>
              <p:nvPr/>
            </p:nvSpPr>
            <p:spPr>
              <a:xfrm>
                <a:off x="4310850" y="3762550"/>
                <a:ext cx="132600" cy="167650"/>
              </a:xfrm>
              <a:custGeom>
                <a:avLst/>
                <a:gdLst/>
                <a:ahLst/>
                <a:cxnLst/>
                <a:rect l="l" t="t" r="r" b="b"/>
                <a:pathLst>
                  <a:path w="5304" h="6706" extrusionOk="0">
                    <a:moveTo>
                      <a:pt x="2669" y="1"/>
                    </a:moveTo>
                    <a:cubicBezTo>
                      <a:pt x="2068" y="1735"/>
                      <a:pt x="0" y="6706"/>
                      <a:pt x="2669" y="6706"/>
                    </a:cubicBezTo>
                    <a:cubicBezTo>
                      <a:pt x="5304" y="6706"/>
                      <a:pt x="3369" y="1835"/>
                      <a:pt x="26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9" name="Google Shape;1429;p7"/>
              <p:cNvSpPr/>
              <p:nvPr/>
            </p:nvSpPr>
            <p:spPr>
              <a:xfrm>
                <a:off x="4949625" y="3489025"/>
                <a:ext cx="132625" cy="167650"/>
              </a:xfrm>
              <a:custGeom>
                <a:avLst/>
                <a:gdLst/>
                <a:ahLst/>
                <a:cxnLst/>
                <a:rect l="l" t="t" r="r" b="b"/>
                <a:pathLst>
                  <a:path w="5305" h="6706" extrusionOk="0">
                    <a:moveTo>
                      <a:pt x="2669" y="1"/>
                    </a:moveTo>
                    <a:cubicBezTo>
                      <a:pt x="2069" y="1735"/>
                      <a:pt x="1" y="6705"/>
                      <a:pt x="2669" y="6705"/>
                    </a:cubicBezTo>
                    <a:cubicBezTo>
                      <a:pt x="5305" y="6705"/>
                      <a:pt x="3370" y="1869"/>
                      <a:pt x="26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0" name="Google Shape;1430;p7"/>
              <p:cNvSpPr/>
              <p:nvPr/>
            </p:nvSpPr>
            <p:spPr>
              <a:xfrm>
                <a:off x="6447475" y="2443275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1969" y="1668"/>
                      <a:pt x="1" y="6505"/>
                      <a:pt x="2569" y="6505"/>
                    </a:cubicBezTo>
                    <a:cubicBezTo>
                      <a:pt x="5138" y="6505"/>
                      <a:pt x="3236" y="1769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1" name="Google Shape;1431;p7"/>
              <p:cNvSpPr/>
              <p:nvPr/>
            </p:nvSpPr>
            <p:spPr>
              <a:xfrm>
                <a:off x="8779975" y="2806875"/>
                <a:ext cx="128450" cy="16262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5" extrusionOk="0">
                    <a:moveTo>
                      <a:pt x="2569" y="0"/>
                    </a:moveTo>
                    <a:cubicBezTo>
                      <a:pt x="1969" y="1702"/>
                      <a:pt x="0" y="6505"/>
                      <a:pt x="2569" y="6505"/>
                    </a:cubicBezTo>
                    <a:cubicBezTo>
                      <a:pt x="5137" y="6505"/>
                      <a:pt x="3236" y="1802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2" name="Google Shape;1432;p7"/>
              <p:cNvSpPr/>
              <p:nvPr/>
            </p:nvSpPr>
            <p:spPr>
              <a:xfrm>
                <a:off x="6112225" y="3998550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1969" y="1669"/>
                      <a:pt x="1" y="6505"/>
                      <a:pt x="2569" y="6505"/>
                    </a:cubicBezTo>
                    <a:cubicBezTo>
                      <a:pt x="5138" y="6505"/>
                      <a:pt x="3237" y="1802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3" name="Google Shape;1433;p7"/>
              <p:cNvSpPr/>
              <p:nvPr/>
            </p:nvSpPr>
            <p:spPr>
              <a:xfrm>
                <a:off x="5269125" y="2288175"/>
                <a:ext cx="128450" cy="16262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5" extrusionOk="0">
                    <a:moveTo>
                      <a:pt x="2569" y="0"/>
                    </a:moveTo>
                    <a:cubicBezTo>
                      <a:pt x="2002" y="1668"/>
                      <a:pt x="1" y="6505"/>
                      <a:pt x="2569" y="6505"/>
                    </a:cubicBezTo>
                    <a:cubicBezTo>
                      <a:pt x="5138" y="6505"/>
                      <a:pt x="3270" y="1801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4" name="Google Shape;1434;p7"/>
              <p:cNvSpPr/>
              <p:nvPr/>
            </p:nvSpPr>
            <p:spPr>
              <a:xfrm>
                <a:off x="4871350" y="3810100"/>
                <a:ext cx="128450" cy="16347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39" extrusionOk="0">
                    <a:moveTo>
                      <a:pt x="2569" y="0"/>
                    </a:moveTo>
                    <a:cubicBezTo>
                      <a:pt x="2002" y="1701"/>
                      <a:pt x="1" y="6538"/>
                      <a:pt x="2569" y="6538"/>
                    </a:cubicBezTo>
                    <a:cubicBezTo>
                      <a:pt x="5138" y="6538"/>
                      <a:pt x="3270" y="1801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5" name="Google Shape;1435;p7"/>
              <p:cNvSpPr/>
              <p:nvPr/>
            </p:nvSpPr>
            <p:spPr>
              <a:xfrm>
                <a:off x="7182175" y="2598400"/>
                <a:ext cx="128450" cy="16262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5" extrusionOk="0">
                    <a:moveTo>
                      <a:pt x="2569" y="0"/>
                    </a:moveTo>
                    <a:cubicBezTo>
                      <a:pt x="2002" y="1701"/>
                      <a:pt x="0" y="6505"/>
                      <a:pt x="2569" y="6505"/>
                    </a:cubicBezTo>
                    <a:cubicBezTo>
                      <a:pt x="5137" y="6505"/>
                      <a:pt x="3269" y="1801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6" name="Google Shape;1436;p7"/>
              <p:cNvSpPr/>
              <p:nvPr/>
            </p:nvSpPr>
            <p:spPr>
              <a:xfrm>
                <a:off x="5971300" y="2517500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0"/>
                    </a:moveTo>
                    <a:cubicBezTo>
                      <a:pt x="2002" y="1668"/>
                      <a:pt x="1" y="6505"/>
                      <a:pt x="2569" y="6505"/>
                    </a:cubicBezTo>
                    <a:cubicBezTo>
                      <a:pt x="5138" y="6505"/>
                      <a:pt x="3270" y="1802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7" name="Google Shape;1437;p7"/>
              <p:cNvSpPr/>
              <p:nvPr/>
            </p:nvSpPr>
            <p:spPr>
              <a:xfrm>
                <a:off x="7998575" y="2491650"/>
                <a:ext cx="131800" cy="167650"/>
              </a:xfrm>
              <a:custGeom>
                <a:avLst/>
                <a:gdLst/>
                <a:ahLst/>
                <a:cxnLst/>
                <a:rect l="l" t="t" r="r" b="b"/>
                <a:pathLst>
                  <a:path w="5272" h="6706" extrusionOk="0">
                    <a:moveTo>
                      <a:pt x="2636" y="0"/>
                    </a:moveTo>
                    <a:cubicBezTo>
                      <a:pt x="2036" y="1735"/>
                      <a:pt x="1" y="6705"/>
                      <a:pt x="2636" y="6705"/>
                    </a:cubicBezTo>
                    <a:cubicBezTo>
                      <a:pt x="5271" y="6705"/>
                      <a:pt x="3337" y="1835"/>
                      <a:pt x="2636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8" name="Google Shape;1438;p7"/>
              <p:cNvSpPr/>
              <p:nvPr/>
            </p:nvSpPr>
            <p:spPr>
              <a:xfrm>
                <a:off x="6962850" y="3262200"/>
                <a:ext cx="128450" cy="16347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39" extrusionOk="0">
                    <a:moveTo>
                      <a:pt x="2569" y="0"/>
                    </a:moveTo>
                    <a:cubicBezTo>
                      <a:pt x="2002" y="1702"/>
                      <a:pt x="0" y="6538"/>
                      <a:pt x="2569" y="6538"/>
                    </a:cubicBezTo>
                    <a:cubicBezTo>
                      <a:pt x="5137" y="6538"/>
                      <a:pt x="3269" y="1802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9" name="Google Shape;1439;p7"/>
              <p:cNvSpPr/>
              <p:nvPr/>
            </p:nvSpPr>
            <p:spPr>
              <a:xfrm>
                <a:off x="7896000" y="3408125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2002" y="1669"/>
                      <a:pt x="1" y="6506"/>
                      <a:pt x="2569" y="6506"/>
                    </a:cubicBezTo>
                    <a:cubicBezTo>
                      <a:pt x="5138" y="6506"/>
                      <a:pt x="3270" y="1769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0" name="Google Shape;1440;p7"/>
              <p:cNvSpPr/>
              <p:nvPr/>
            </p:nvSpPr>
            <p:spPr>
              <a:xfrm>
                <a:off x="5236600" y="3529050"/>
                <a:ext cx="128450" cy="16347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39" extrusionOk="0">
                    <a:moveTo>
                      <a:pt x="2569" y="1"/>
                    </a:moveTo>
                    <a:cubicBezTo>
                      <a:pt x="2002" y="1702"/>
                      <a:pt x="1" y="6539"/>
                      <a:pt x="2569" y="6539"/>
                    </a:cubicBezTo>
                    <a:cubicBezTo>
                      <a:pt x="5138" y="6539"/>
                      <a:pt x="3270" y="1802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1" name="Google Shape;1441;p7"/>
              <p:cNvSpPr/>
              <p:nvPr/>
            </p:nvSpPr>
            <p:spPr>
              <a:xfrm>
                <a:off x="7128800" y="3845950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0"/>
                    </a:moveTo>
                    <a:cubicBezTo>
                      <a:pt x="2002" y="1702"/>
                      <a:pt x="0" y="6505"/>
                      <a:pt x="2569" y="6505"/>
                    </a:cubicBezTo>
                    <a:cubicBezTo>
                      <a:pt x="5137" y="6505"/>
                      <a:pt x="3269" y="1802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2" name="Google Shape;1442;p7"/>
              <p:cNvSpPr/>
              <p:nvPr/>
            </p:nvSpPr>
            <p:spPr>
              <a:xfrm>
                <a:off x="8084475" y="3998550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2002" y="1669"/>
                      <a:pt x="1" y="6505"/>
                      <a:pt x="2569" y="6505"/>
                    </a:cubicBezTo>
                    <a:cubicBezTo>
                      <a:pt x="5138" y="6505"/>
                      <a:pt x="3270" y="1802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3" name="Google Shape;1443;p7"/>
              <p:cNvSpPr/>
              <p:nvPr/>
            </p:nvSpPr>
            <p:spPr>
              <a:xfrm>
                <a:off x="8732450" y="3762550"/>
                <a:ext cx="132600" cy="167650"/>
              </a:xfrm>
              <a:custGeom>
                <a:avLst/>
                <a:gdLst/>
                <a:ahLst/>
                <a:cxnLst/>
                <a:rect l="l" t="t" r="r" b="b"/>
                <a:pathLst>
                  <a:path w="5304" h="6706" extrusionOk="0">
                    <a:moveTo>
                      <a:pt x="2669" y="1"/>
                    </a:moveTo>
                    <a:cubicBezTo>
                      <a:pt x="2068" y="1735"/>
                      <a:pt x="0" y="6706"/>
                      <a:pt x="2669" y="6706"/>
                    </a:cubicBezTo>
                    <a:cubicBezTo>
                      <a:pt x="5304" y="6706"/>
                      <a:pt x="3369" y="1835"/>
                      <a:pt x="26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4" name="Google Shape;1444;p7"/>
              <p:cNvSpPr/>
              <p:nvPr/>
            </p:nvSpPr>
            <p:spPr>
              <a:xfrm>
                <a:off x="5465200" y="3071850"/>
                <a:ext cx="128450" cy="16347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39" extrusionOk="0">
                    <a:moveTo>
                      <a:pt x="2569" y="1"/>
                    </a:moveTo>
                    <a:cubicBezTo>
                      <a:pt x="2002" y="1702"/>
                      <a:pt x="1" y="6539"/>
                      <a:pt x="2569" y="6539"/>
                    </a:cubicBezTo>
                    <a:cubicBezTo>
                      <a:pt x="5138" y="6539"/>
                      <a:pt x="3270" y="1802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5" name="Google Shape;1445;p7"/>
              <p:cNvSpPr/>
              <p:nvPr/>
            </p:nvSpPr>
            <p:spPr>
              <a:xfrm>
                <a:off x="5770000" y="3376650"/>
                <a:ext cx="128450" cy="16347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39" extrusionOk="0">
                    <a:moveTo>
                      <a:pt x="2569" y="1"/>
                    </a:moveTo>
                    <a:cubicBezTo>
                      <a:pt x="2002" y="1702"/>
                      <a:pt x="1" y="6539"/>
                      <a:pt x="2569" y="6539"/>
                    </a:cubicBezTo>
                    <a:cubicBezTo>
                      <a:pt x="5138" y="6539"/>
                      <a:pt x="3270" y="1802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6" name="Google Shape;1446;p7"/>
              <p:cNvSpPr/>
              <p:nvPr/>
            </p:nvSpPr>
            <p:spPr>
              <a:xfrm flipH="1">
                <a:off x="1298725" y="3053713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2002" y="1669"/>
                      <a:pt x="1" y="6506"/>
                      <a:pt x="2569" y="6506"/>
                    </a:cubicBezTo>
                    <a:cubicBezTo>
                      <a:pt x="5138" y="6506"/>
                      <a:pt x="3270" y="1769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7" name="Google Shape;1447;p7"/>
              <p:cNvSpPr/>
              <p:nvPr/>
            </p:nvSpPr>
            <p:spPr>
              <a:xfrm>
                <a:off x="8151075" y="3043700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1969" y="1669"/>
                      <a:pt x="1" y="6505"/>
                      <a:pt x="2569" y="6505"/>
                    </a:cubicBezTo>
                    <a:cubicBezTo>
                      <a:pt x="5138" y="6505"/>
                      <a:pt x="3237" y="1802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8" name="Google Shape;1448;p7"/>
              <p:cNvSpPr/>
              <p:nvPr/>
            </p:nvSpPr>
            <p:spPr>
              <a:xfrm>
                <a:off x="3735413" y="3000325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1969" y="1669"/>
                      <a:pt x="1" y="6505"/>
                      <a:pt x="2569" y="6505"/>
                    </a:cubicBezTo>
                    <a:cubicBezTo>
                      <a:pt x="5138" y="6505"/>
                      <a:pt x="3237" y="1802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449" name="Google Shape;1449;p7"/>
            <p:cNvSpPr/>
            <p:nvPr/>
          </p:nvSpPr>
          <p:spPr>
            <a:xfrm>
              <a:off x="2011825" y="433547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1969" y="1668"/>
                    <a:pt x="1" y="6505"/>
                    <a:pt x="2569" y="6505"/>
                  </a:cubicBezTo>
                  <a:cubicBezTo>
                    <a:pt x="5138" y="6505"/>
                    <a:pt x="3236" y="1769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0" name="Google Shape;1450;p7"/>
            <p:cNvSpPr/>
            <p:nvPr/>
          </p:nvSpPr>
          <p:spPr>
            <a:xfrm>
              <a:off x="4344325" y="4699075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1969" y="1702"/>
                    <a:pt x="0" y="6505"/>
                    <a:pt x="2569" y="6505"/>
                  </a:cubicBezTo>
                  <a:cubicBezTo>
                    <a:pt x="5137" y="6505"/>
                    <a:pt x="3236" y="1802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1" name="Google Shape;1451;p7"/>
            <p:cNvSpPr/>
            <p:nvPr/>
          </p:nvSpPr>
          <p:spPr>
            <a:xfrm>
              <a:off x="833475" y="4180375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2002" y="1668"/>
                    <a:pt x="1" y="6505"/>
                    <a:pt x="2569" y="6505"/>
                  </a:cubicBezTo>
                  <a:cubicBezTo>
                    <a:pt x="5138" y="6505"/>
                    <a:pt x="3270" y="1801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2" name="Google Shape;1452;p7"/>
            <p:cNvSpPr/>
            <p:nvPr/>
          </p:nvSpPr>
          <p:spPr>
            <a:xfrm>
              <a:off x="2746525" y="4490600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2002" y="1701"/>
                    <a:pt x="0" y="6505"/>
                    <a:pt x="2569" y="6505"/>
                  </a:cubicBezTo>
                  <a:cubicBezTo>
                    <a:pt x="5137" y="6505"/>
                    <a:pt x="3269" y="1801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3" name="Google Shape;1453;p7"/>
            <p:cNvSpPr/>
            <p:nvPr/>
          </p:nvSpPr>
          <p:spPr>
            <a:xfrm>
              <a:off x="1535650" y="4409700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0"/>
                  </a:moveTo>
                  <a:cubicBezTo>
                    <a:pt x="2002" y="1668"/>
                    <a:pt x="1" y="6505"/>
                    <a:pt x="2569" y="6505"/>
                  </a:cubicBezTo>
                  <a:cubicBezTo>
                    <a:pt x="5138" y="6505"/>
                    <a:pt x="3270" y="1802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4" name="Google Shape;1454;p7"/>
            <p:cNvSpPr/>
            <p:nvPr/>
          </p:nvSpPr>
          <p:spPr>
            <a:xfrm>
              <a:off x="3562925" y="4383850"/>
              <a:ext cx="131800" cy="167650"/>
            </a:xfrm>
            <a:custGeom>
              <a:avLst/>
              <a:gdLst/>
              <a:ahLst/>
              <a:cxnLst/>
              <a:rect l="l" t="t" r="r" b="b"/>
              <a:pathLst>
                <a:path w="5272" h="6706" extrusionOk="0">
                  <a:moveTo>
                    <a:pt x="2636" y="0"/>
                  </a:moveTo>
                  <a:cubicBezTo>
                    <a:pt x="2036" y="1735"/>
                    <a:pt x="1" y="6705"/>
                    <a:pt x="2636" y="6705"/>
                  </a:cubicBezTo>
                  <a:cubicBezTo>
                    <a:pt x="5271" y="6705"/>
                    <a:pt x="3337" y="1835"/>
                    <a:pt x="2636" y="0"/>
                  </a:cubicBezTo>
                  <a:close/>
                </a:path>
              </a:pathLst>
            </a:custGeom>
            <a:solidFill>
              <a:srgbClr val="191919">
                <a:alpha val="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5" name="Google Shape;1455;p7"/>
            <p:cNvSpPr/>
            <p:nvPr/>
          </p:nvSpPr>
          <p:spPr>
            <a:xfrm>
              <a:off x="4902225" y="4467250"/>
              <a:ext cx="132625" cy="167625"/>
            </a:xfrm>
            <a:custGeom>
              <a:avLst/>
              <a:gdLst/>
              <a:ahLst/>
              <a:cxnLst/>
              <a:rect l="l" t="t" r="r" b="b"/>
              <a:pathLst>
                <a:path w="5305" h="6705" extrusionOk="0">
                  <a:moveTo>
                    <a:pt x="2669" y="0"/>
                  </a:moveTo>
                  <a:cubicBezTo>
                    <a:pt x="2069" y="1735"/>
                    <a:pt x="0" y="6705"/>
                    <a:pt x="2669" y="6705"/>
                  </a:cubicBezTo>
                  <a:cubicBezTo>
                    <a:pt x="5304" y="6705"/>
                    <a:pt x="3370" y="1868"/>
                    <a:pt x="2669" y="0"/>
                  </a:cubicBezTo>
                  <a:close/>
                </a:path>
              </a:pathLst>
            </a:custGeom>
            <a:solidFill>
              <a:srgbClr val="191919">
                <a:alpha val="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6" name="Google Shape;1456;p7"/>
            <p:cNvSpPr/>
            <p:nvPr/>
          </p:nvSpPr>
          <p:spPr>
            <a:xfrm>
              <a:off x="2527200" y="5154400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0"/>
                  </a:moveTo>
                  <a:cubicBezTo>
                    <a:pt x="2002" y="1702"/>
                    <a:pt x="0" y="6538"/>
                    <a:pt x="2569" y="6538"/>
                  </a:cubicBezTo>
                  <a:cubicBezTo>
                    <a:pt x="5137" y="6538"/>
                    <a:pt x="3269" y="1802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7" name="Google Shape;1457;p7"/>
            <p:cNvSpPr/>
            <p:nvPr/>
          </p:nvSpPr>
          <p:spPr>
            <a:xfrm>
              <a:off x="6433425" y="433547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1969" y="1668"/>
                    <a:pt x="1" y="6505"/>
                    <a:pt x="2569" y="6505"/>
                  </a:cubicBezTo>
                  <a:cubicBezTo>
                    <a:pt x="5138" y="6505"/>
                    <a:pt x="3236" y="1769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8" name="Google Shape;1458;p7"/>
            <p:cNvSpPr/>
            <p:nvPr/>
          </p:nvSpPr>
          <p:spPr>
            <a:xfrm>
              <a:off x="8765925" y="4699075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1969" y="1702"/>
                    <a:pt x="0" y="6505"/>
                    <a:pt x="2569" y="6505"/>
                  </a:cubicBezTo>
                  <a:cubicBezTo>
                    <a:pt x="5137" y="6505"/>
                    <a:pt x="3236" y="1802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9" name="Google Shape;1459;p7"/>
            <p:cNvSpPr/>
            <p:nvPr/>
          </p:nvSpPr>
          <p:spPr>
            <a:xfrm>
              <a:off x="5255075" y="4180375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2002" y="1668"/>
                    <a:pt x="1" y="6505"/>
                    <a:pt x="2569" y="6505"/>
                  </a:cubicBezTo>
                  <a:cubicBezTo>
                    <a:pt x="5138" y="6505"/>
                    <a:pt x="3270" y="1801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0" name="Google Shape;1460;p7"/>
            <p:cNvSpPr/>
            <p:nvPr/>
          </p:nvSpPr>
          <p:spPr>
            <a:xfrm>
              <a:off x="7168125" y="4490600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2002" y="1701"/>
                    <a:pt x="0" y="6505"/>
                    <a:pt x="2569" y="6505"/>
                  </a:cubicBezTo>
                  <a:cubicBezTo>
                    <a:pt x="5137" y="6505"/>
                    <a:pt x="3269" y="1801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1" name="Google Shape;1461;p7"/>
            <p:cNvSpPr/>
            <p:nvPr/>
          </p:nvSpPr>
          <p:spPr>
            <a:xfrm>
              <a:off x="5957250" y="4409700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0"/>
                  </a:moveTo>
                  <a:cubicBezTo>
                    <a:pt x="2002" y="1668"/>
                    <a:pt x="1" y="6505"/>
                    <a:pt x="2569" y="6505"/>
                  </a:cubicBezTo>
                  <a:cubicBezTo>
                    <a:pt x="5138" y="6505"/>
                    <a:pt x="3270" y="1802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2" name="Google Shape;1462;p7"/>
            <p:cNvSpPr/>
            <p:nvPr/>
          </p:nvSpPr>
          <p:spPr>
            <a:xfrm>
              <a:off x="7984525" y="4383850"/>
              <a:ext cx="131800" cy="167650"/>
            </a:xfrm>
            <a:custGeom>
              <a:avLst/>
              <a:gdLst/>
              <a:ahLst/>
              <a:cxnLst/>
              <a:rect l="l" t="t" r="r" b="b"/>
              <a:pathLst>
                <a:path w="5272" h="6706" extrusionOk="0">
                  <a:moveTo>
                    <a:pt x="2636" y="0"/>
                  </a:moveTo>
                  <a:cubicBezTo>
                    <a:pt x="2036" y="1735"/>
                    <a:pt x="1" y="6705"/>
                    <a:pt x="2636" y="6705"/>
                  </a:cubicBezTo>
                  <a:cubicBezTo>
                    <a:pt x="5271" y="6705"/>
                    <a:pt x="3337" y="1835"/>
                    <a:pt x="2636" y="0"/>
                  </a:cubicBezTo>
                  <a:close/>
                </a:path>
              </a:pathLst>
            </a:custGeom>
            <a:solidFill>
              <a:srgbClr val="191919">
                <a:alpha val="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3" name="Google Shape;1463;p7"/>
            <p:cNvSpPr/>
            <p:nvPr/>
          </p:nvSpPr>
          <p:spPr>
            <a:xfrm>
              <a:off x="6948800" y="5154400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0"/>
                  </a:moveTo>
                  <a:cubicBezTo>
                    <a:pt x="2002" y="1702"/>
                    <a:pt x="0" y="6538"/>
                    <a:pt x="2569" y="6538"/>
                  </a:cubicBezTo>
                  <a:cubicBezTo>
                    <a:pt x="5137" y="6538"/>
                    <a:pt x="3269" y="1802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4" name="Google Shape;1464;p7"/>
            <p:cNvSpPr/>
            <p:nvPr/>
          </p:nvSpPr>
          <p:spPr>
            <a:xfrm>
              <a:off x="5451150" y="4964050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1" y="6539"/>
                    <a:pt x="2569" y="6539"/>
                  </a:cubicBezTo>
                  <a:cubicBezTo>
                    <a:pt x="5138" y="6539"/>
                    <a:pt x="3270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5" name="Google Shape;1465;p7"/>
            <p:cNvSpPr/>
            <p:nvPr/>
          </p:nvSpPr>
          <p:spPr>
            <a:xfrm flipH="1">
              <a:off x="1284675" y="4945913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669"/>
                    <a:pt x="1" y="6506"/>
                    <a:pt x="2569" y="6506"/>
                  </a:cubicBezTo>
                  <a:cubicBezTo>
                    <a:pt x="5138" y="6506"/>
                    <a:pt x="3270" y="1769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6" name="Google Shape;1466;p7"/>
            <p:cNvSpPr/>
            <p:nvPr/>
          </p:nvSpPr>
          <p:spPr>
            <a:xfrm>
              <a:off x="8137025" y="4935900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1969" y="1669"/>
                    <a:pt x="1" y="6505"/>
                    <a:pt x="2569" y="6505"/>
                  </a:cubicBezTo>
                  <a:cubicBezTo>
                    <a:pt x="5138" y="6505"/>
                    <a:pt x="3237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7" name="Google Shape;1467;p7"/>
            <p:cNvSpPr/>
            <p:nvPr/>
          </p:nvSpPr>
          <p:spPr>
            <a:xfrm>
              <a:off x="3721363" y="489252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1969" y="1669"/>
                    <a:pt x="1" y="6505"/>
                    <a:pt x="2569" y="6505"/>
                  </a:cubicBezTo>
                  <a:cubicBezTo>
                    <a:pt x="5138" y="6505"/>
                    <a:pt x="3237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68" name="Google Shape;1468;p7"/>
          <p:cNvGrpSpPr/>
          <p:nvPr/>
        </p:nvGrpSpPr>
        <p:grpSpPr>
          <a:xfrm>
            <a:off x="5064546" y="4152368"/>
            <a:ext cx="3369488" cy="1707138"/>
            <a:chOff x="4915213" y="3574313"/>
            <a:chExt cx="3624275" cy="1836225"/>
          </a:xfrm>
        </p:grpSpPr>
        <p:grpSp>
          <p:nvGrpSpPr>
            <p:cNvPr id="1469" name="Google Shape;1469;p7"/>
            <p:cNvGrpSpPr/>
            <p:nvPr/>
          </p:nvGrpSpPr>
          <p:grpSpPr>
            <a:xfrm>
              <a:off x="4915213" y="3574313"/>
              <a:ext cx="3624275" cy="1836225"/>
              <a:chOff x="6533200" y="2928913"/>
              <a:chExt cx="3624275" cy="1836225"/>
            </a:xfrm>
          </p:grpSpPr>
          <p:sp>
            <p:nvSpPr>
              <p:cNvPr id="1470" name="Google Shape;1470;p7"/>
              <p:cNvSpPr/>
              <p:nvPr/>
            </p:nvSpPr>
            <p:spPr>
              <a:xfrm>
                <a:off x="6533200" y="3211613"/>
                <a:ext cx="1777125" cy="1163775"/>
              </a:xfrm>
              <a:custGeom>
                <a:avLst/>
                <a:gdLst/>
                <a:ahLst/>
                <a:cxnLst/>
                <a:rect l="l" t="t" r="r" b="b"/>
                <a:pathLst>
                  <a:path w="71085" h="46551" extrusionOk="0">
                    <a:moveTo>
                      <a:pt x="71051" y="1"/>
                    </a:moveTo>
                    <a:cubicBezTo>
                      <a:pt x="59209" y="601"/>
                      <a:pt x="18213" y="15879"/>
                      <a:pt x="1301" y="29722"/>
                    </a:cubicBezTo>
                    <a:cubicBezTo>
                      <a:pt x="100" y="30723"/>
                      <a:pt x="0" y="32524"/>
                      <a:pt x="1101" y="33625"/>
                    </a:cubicBezTo>
                    <a:cubicBezTo>
                      <a:pt x="3569" y="36060"/>
                      <a:pt x="5371" y="39762"/>
                      <a:pt x="5904" y="44166"/>
                    </a:cubicBezTo>
                    <a:cubicBezTo>
                      <a:pt x="6057" y="45630"/>
                      <a:pt x="7285" y="46551"/>
                      <a:pt x="8555" y="46551"/>
                    </a:cubicBezTo>
                    <a:cubicBezTo>
                      <a:pt x="9222" y="46551"/>
                      <a:pt x="9901" y="46296"/>
                      <a:pt x="10441" y="45733"/>
                    </a:cubicBezTo>
                    <a:cubicBezTo>
                      <a:pt x="24151" y="31390"/>
                      <a:pt x="50203" y="12610"/>
                      <a:pt x="71051" y="568"/>
                    </a:cubicBezTo>
                    <a:cubicBezTo>
                      <a:pt x="71051" y="401"/>
                      <a:pt x="71051" y="201"/>
                      <a:pt x="71084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1" name="Google Shape;1471;p7"/>
              <p:cNvSpPr/>
              <p:nvPr/>
            </p:nvSpPr>
            <p:spPr>
              <a:xfrm>
                <a:off x="6781700" y="3225788"/>
                <a:ext cx="1529450" cy="1427300"/>
              </a:xfrm>
              <a:custGeom>
                <a:avLst/>
                <a:gdLst/>
                <a:ahLst/>
                <a:cxnLst/>
                <a:rect l="l" t="t" r="r" b="b"/>
                <a:pathLst>
                  <a:path w="61178" h="57092" extrusionOk="0">
                    <a:moveTo>
                      <a:pt x="61111" y="1"/>
                    </a:moveTo>
                    <a:cubicBezTo>
                      <a:pt x="40830" y="11709"/>
                      <a:pt x="15678" y="29789"/>
                      <a:pt x="1668" y="43932"/>
                    </a:cubicBezTo>
                    <a:cubicBezTo>
                      <a:pt x="1" y="45633"/>
                      <a:pt x="1235" y="48435"/>
                      <a:pt x="3603" y="48435"/>
                    </a:cubicBezTo>
                    <a:cubicBezTo>
                      <a:pt x="10441" y="48469"/>
                      <a:pt x="18947" y="51604"/>
                      <a:pt x="23250" y="56208"/>
                    </a:cubicBezTo>
                    <a:cubicBezTo>
                      <a:pt x="23794" y="56806"/>
                      <a:pt x="24517" y="57091"/>
                      <a:pt x="25231" y="57091"/>
                    </a:cubicBezTo>
                    <a:cubicBezTo>
                      <a:pt x="26228" y="57091"/>
                      <a:pt x="27207" y="56537"/>
                      <a:pt x="27654" y="55507"/>
                    </a:cubicBezTo>
                    <a:cubicBezTo>
                      <a:pt x="34525" y="39529"/>
                      <a:pt x="48001" y="18180"/>
                      <a:pt x="61178" y="101"/>
                    </a:cubicBezTo>
                    <a:cubicBezTo>
                      <a:pt x="61144" y="34"/>
                      <a:pt x="61144" y="67"/>
                      <a:pt x="61111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2" name="Google Shape;1472;p7"/>
              <p:cNvSpPr/>
              <p:nvPr/>
            </p:nvSpPr>
            <p:spPr>
              <a:xfrm>
                <a:off x="7468375" y="3231638"/>
                <a:ext cx="858600" cy="1520275"/>
              </a:xfrm>
              <a:custGeom>
                <a:avLst/>
                <a:gdLst/>
                <a:ahLst/>
                <a:cxnLst/>
                <a:rect l="l" t="t" r="r" b="b"/>
                <a:pathLst>
                  <a:path w="34344" h="60811" extrusionOk="0">
                    <a:moveTo>
                      <a:pt x="33610" y="0"/>
                    </a:moveTo>
                    <a:lnTo>
                      <a:pt x="33610" y="0"/>
                    </a:lnTo>
                    <a:cubicBezTo>
                      <a:pt x="20868" y="17479"/>
                      <a:pt x="7859" y="38027"/>
                      <a:pt x="820" y="53805"/>
                    </a:cubicBezTo>
                    <a:cubicBezTo>
                      <a:pt x="1" y="55627"/>
                      <a:pt x="1392" y="57532"/>
                      <a:pt x="3259" y="57532"/>
                    </a:cubicBezTo>
                    <a:cubicBezTo>
                      <a:pt x="3442" y="57532"/>
                      <a:pt x="3631" y="57514"/>
                      <a:pt x="3823" y="57475"/>
                    </a:cubicBezTo>
                    <a:cubicBezTo>
                      <a:pt x="5960" y="57013"/>
                      <a:pt x="8473" y="56796"/>
                      <a:pt x="11131" y="56796"/>
                    </a:cubicBezTo>
                    <a:cubicBezTo>
                      <a:pt x="17887" y="56796"/>
                      <a:pt x="25582" y="58197"/>
                      <a:pt x="30442" y="60543"/>
                    </a:cubicBezTo>
                    <a:cubicBezTo>
                      <a:pt x="30815" y="60727"/>
                      <a:pt x="31200" y="60811"/>
                      <a:pt x="31574" y="60811"/>
                    </a:cubicBezTo>
                    <a:cubicBezTo>
                      <a:pt x="33038" y="60811"/>
                      <a:pt x="34344" y="59529"/>
                      <a:pt x="34211" y="57908"/>
                    </a:cubicBezTo>
                    <a:cubicBezTo>
                      <a:pt x="32443" y="37794"/>
                      <a:pt x="32777" y="16745"/>
                      <a:pt x="33610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3" name="Google Shape;1473;p7"/>
              <p:cNvSpPr/>
              <p:nvPr/>
            </p:nvSpPr>
            <p:spPr>
              <a:xfrm>
                <a:off x="8324475" y="3210788"/>
                <a:ext cx="1833000" cy="1095200"/>
              </a:xfrm>
              <a:custGeom>
                <a:avLst/>
                <a:gdLst/>
                <a:ahLst/>
                <a:cxnLst/>
                <a:rect l="l" t="t" r="r" b="b"/>
                <a:pathLst>
                  <a:path w="73320" h="43808" extrusionOk="0">
                    <a:moveTo>
                      <a:pt x="100" y="0"/>
                    </a:moveTo>
                    <a:lnTo>
                      <a:pt x="0" y="334"/>
                    </a:lnTo>
                    <a:cubicBezTo>
                      <a:pt x="23450" y="12276"/>
                      <a:pt x="51837" y="29588"/>
                      <a:pt x="67248" y="43131"/>
                    </a:cubicBezTo>
                    <a:cubicBezTo>
                      <a:pt x="67767" y="43597"/>
                      <a:pt x="68383" y="43807"/>
                      <a:pt x="68988" y="43807"/>
                    </a:cubicBezTo>
                    <a:cubicBezTo>
                      <a:pt x="70289" y="43807"/>
                      <a:pt x="71538" y="42833"/>
                      <a:pt x="71651" y="41330"/>
                    </a:cubicBezTo>
                    <a:cubicBezTo>
                      <a:pt x="71818" y="38961"/>
                      <a:pt x="72218" y="36326"/>
                      <a:pt x="72986" y="34125"/>
                    </a:cubicBezTo>
                    <a:cubicBezTo>
                      <a:pt x="73319" y="33091"/>
                      <a:pt x="73052" y="31956"/>
                      <a:pt x="72252" y="31256"/>
                    </a:cubicBezTo>
                    <a:cubicBezTo>
                      <a:pt x="56274" y="16712"/>
                      <a:pt x="11275" y="0"/>
                      <a:pt x="100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4" name="Google Shape;1474;p7"/>
              <p:cNvSpPr/>
              <p:nvPr/>
            </p:nvSpPr>
            <p:spPr>
              <a:xfrm>
                <a:off x="8320300" y="3217463"/>
                <a:ext cx="1687900" cy="1388950"/>
              </a:xfrm>
              <a:custGeom>
                <a:avLst/>
                <a:gdLst/>
                <a:ahLst/>
                <a:cxnLst/>
                <a:rect l="l" t="t" r="r" b="b"/>
                <a:pathLst>
                  <a:path w="67516" h="55558" extrusionOk="0">
                    <a:moveTo>
                      <a:pt x="67" y="0"/>
                    </a:moveTo>
                    <a:cubicBezTo>
                      <a:pt x="34" y="67"/>
                      <a:pt x="34" y="33"/>
                      <a:pt x="0" y="67"/>
                    </a:cubicBezTo>
                    <a:cubicBezTo>
                      <a:pt x="16979" y="16979"/>
                      <a:pt x="36593" y="38361"/>
                      <a:pt x="44466" y="54072"/>
                    </a:cubicBezTo>
                    <a:cubicBezTo>
                      <a:pt x="44945" y="55049"/>
                      <a:pt x="45883" y="55558"/>
                      <a:pt x="46835" y="55558"/>
                    </a:cubicBezTo>
                    <a:cubicBezTo>
                      <a:pt x="47605" y="55558"/>
                      <a:pt x="48384" y="55225"/>
                      <a:pt x="48935" y="54539"/>
                    </a:cubicBezTo>
                    <a:cubicBezTo>
                      <a:pt x="53238" y="49135"/>
                      <a:pt x="58676" y="46367"/>
                      <a:pt x="64080" y="46033"/>
                    </a:cubicBezTo>
                    <a:cubicBezTo>
                      <a:pt x="66481" y="45900"/>
                      <a:pt x="67515" y="42931"/>
                      <a:pt x="65681" y="41363"/>
                    </a:cubicBezTo>
                    <a:cubicBezTo>
                      <a:pt x="49936" y="28053"/>
                      <a:pt x="22650" y="11508"/>
                      <a:pt x="67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5" name="Google Shape;1475;p7"/>
              <p:cNvSpPr/>
              <p:nvPr/>
            </p:nvSpPr>
            <p:spPr>
              <a:xfrm>
                <a:off x="8279425" y="3219113"/>
                <a:ext cx="1148675" cy="1546025"/>
              </a:xfrm>
              <a:custGeom>
                <a:avLst/>
                <a:gdLst/>
                <a:ahLst/>
                <a:cxnLst/>
                <a:rect l="l" t="t" r="r" b="b"/>
                <a:pathLst>
                  <a:path w="45947" h="61841" extrusionOk="0">
                    <a:moveTo>
                      <a:pt x="1635" y="1"/>
                    </a:moveTo>
                    <a:cubicBezTo>
                      <a:pt x="1602" y="34"/>
                      <a:pt x="1569" y="34"/>
                      <a:pt x="1502" y="34"/>
                    </a:cubicBezTo>
                    <a:cubicBezTo>
                      <a:pt x="1402" y="168"/>
                      <a:pt x="1302" y="334"/>
                      <a:pt x="1168" y="501"/>
                    </a:cubicBezTo>
                    <a:cubicBezTo>
                      <a:pt x="301" y="17547"/>
                      <a:pt x="1" y="38995"/>
                      <a:pt x="1869" y="59443"/>
                    </a:cubicBezTo>
                    <a:cubicBezTo>
                      <a:pt x="1989" y="60884"/>
                      <a:pt x="3215" y="61841"/>
                      <a:pt x="4515" y="61841"/>
                    </a:cubicBezTo>
                    <a:cubicBezTo>
                      <a:pt x="5021" y="61841"/>
                      <a:pt x="5538" y="61696"/>
                      <a:pt x="6005" y="61378"/>
                    </a:cubicBezTo>
                    <a:cubicBezTo>
                      <a:pt x="12280" y="57075"/>
                      <a:pt x="22400" y="54418"/>
                      <a:pt x="31722" y="54418"/>
                    </a:cubicBezTo>
                    <a:cubicBezTo>
                      <a:pt x="35335" y="54418"/>
                      <a:pt x="38828" y="54817"/>
                      <a:pt x="41931" y="55674"/>
                    </a:cubicBezTo>
                    <a:cubicBezTo>
                      <a:pt x="42172" y="55738"/>
                      <a:pt x="42409" y="55768"/>
                      <a:pt x="42637" y="55768"/>
                    </a:cubicBezTo>
                    <a:cubicBezTo>
                      <a:pt x="44562" y="55768"/>
                      <a:pt x="45947" y="53653"/>
                      <a:pt x="44933" y="51805"/>
                    </a:cubicBezTo>
                    <a:cubicBezTo>
                      <a:pt x="36427" y="36360"/>
                      <a:pt x="17847" y="16112"/>
                      <a:pt x="1635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476" name="Google Shape;1476;p7"/>
              <p:cNvGrpSpPr/>
              <p:nvPr/>
            </p:nvGrpSpPr>
            <p:grpSpPr>
              <a:xfrm>
                <a:off x="6533200" y="2928913"/>
                <a:ext cx="3624275" cy="1836225"/>
                <a:chOff x="112275" y="2665738"/>
                <a:chExt cx="3624275" cy="1836225"/>
              </a:xfrm>
            </p:grpSpPr>
            <p:sp>
              <p:nvSpPr>
                <p:cNvPr id="1477" name="Google Shape;1477;p7"/>
                <p:cNvSpPr/>
                <p:nvPr/>
              </p:nvSpPr>
              <p:spPr>
                <a:xfrm>
                  <a:off x="112275" y="2948438"/>
                  <a:ext cx="1777125" cy="1163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085" h="46551" extrusionOk="0">
                      <a:moveTo>
                        <a:pt x="71051" y="1"/>
                      </a:moveTo>
                      <a:cubicBezTo>
                        <a:pt x="59209" y="601"/>
                        <a:pt x="18213" y="15879"/>
                        <a:pt x="1301" y="29722"/>
                      </a:cubicBezTo>
                      <a:cubicBezTo>
                        <a:pt x="100" y="30723"/>
                        <a:pt x="0" y="32524"/>
                        <a:pt x="1101" y="33625"/>
                      </a:cubicBezTo>
                      <a:cubicBezTo>
                        <a:pt x="3569" y="36060"/>
                        <a:pt x="5371" y="39762"/>
                        <a:pt x="5904" y="44166"/>
                      </a:cubicBezTo>
                      <a:cubicBezTo>
                        <a:pt x="6057" y="45630"/>
                        <a:pt x="7285" y="46551"/>
                        <a:pt x="8555" y="46551"/>
                      </a:cubicBezTo>
                      <a:cubicBezTo>
                        <a:pt x="9222" y="46551"/>
                        <a:pt x="9901" y="46296"/>
                        <a:pt x="10441" y="45733"/>
                      </a:cubicBezTo>
                      <a:cubicBezTo>
                        <a:pt x="24151" y="31390"/>
                        <a:pt x="50203" y="12610"/>
                        <a:pt x="71051" y="568"/>
                      </a:cubicBezTo>
                      <a:cubicBezTo>
                        <a:pt x="71051" y="401"/>
                        <a:pt x="71051" y="201"/>
                        <a:pt x="71084" y="1"/>
                      </a:cubicBezTo>
                      <a:close/>
                    </a:path>
                  </a:pathLst>
                </a:custGeom>
                <a:solidFill>
                  <a:srgbClr val="191919">
                    <a:alpha val="2849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78" name="Google Shape;1478;p7"/>
                <p:cNvSpPr/>
                <p:nvPr/>
              </p:nvSpPr>
              <p:spPr>
                <a:xfrm>
                  <a:off x="360775" y="2962613"/>
                  <a:ext cx="1529450" cy="1427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178" h="57092" extrusionOk="0">
                      <a:moveTo>
                        <a:pt x="61111" y="1"/>
                      </a:moveTo>
                      <a:cubicBezTo>
                        <a:pt x="40830" y="11709"/>
                        <a:pt x="15678" y="29789"/>
                        <a:pt x="1668" y="43932"/>
                      </a:cubicBezTo>
                      <a:cubicBezTo>
                        <a:pt x="1" y="45633"/>
                        <a:pt x="1235" y="48435"/>
                        <a:pt x="3603" y="48435"/>
                      </a:cubicBezTo>
                      <a:cubicBezTo>
                        <a:pt x="10441" y="48469"/>
                        <a:pt x="18947" y="51604"/>
                        <a:pt x="23250" y="56208"/>
                      </a:cubicBezTo>
                      <a:cubicBezTo>
                        <a:pt x="23794" y="56806"/>
                        <a:pt x="24517" y="57091"/>
                        <a:pt x="25231" y="57091"/>
                      </a:cubicBezTo>
                      <a:cubicBezTo>
                        <a:pt x="26228" y="57091"/>
                        <a:pt x="27207" y="56537"/>
                        <a:pt x="27654" y="55507"/>
                      </a:cubicBezTo>
                      <a:cubicBezTo>
                        <a:pt x="34525" y="39529"/>
                        <a:pt x="48001" y="18180"/>
                        <a:pt x="61178" y="101"/>
                      </a:cubicBezTo>
                      <a:cubicBezTo>
                        <a:pt x="61144" y="34"/>
                        <a:pt x="61144" y="67"/>
                        <a:pt x="61111" y="1"/>
                      </a:cubicBezTo>
                      <a:close/>
                    </a:path>
                  </a:pathLst>
                </a:custGeom>
                <a:solidFill>
                  <a:srgbClr val="191919">
                    <a:alpha val="1899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79" name="Google Shape;1479;p7"/>
                <p:cNvSpPr/>
                <p:nvPr/>
              </p:nvSpPr>
              <p:spPr>
                <a:xfrm>
                  <a:off x="1047450" y="2968463"/>
                  <a:ext cx="858600" cy="1520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344" h="60811" extrusionOk="0">
                      <a:moveTo>
                        <a:pt x="33610" y="0"/>
                      </a:moveTo>
                      <a:lnTo>
                        <a:pt x="33610" y="0"/>
                      </a:lnTo>
                      <a:cubicBezTo>
                        <a:pt x="20868" y="17479"/>
                        <a:pt x="7859" y="38027"/>
                        <a:pt x="820" y="53805"/>
                      </a:cubicBezTo>
                      <a:cubicBezTo>
                        <a:pt x="1" y="55627"/>
                        <a:pt x="1392" y="57532"/>
                        <a:pt x="3259" y="57532"/>
                      </a:cubicBezTo>
                      <a:cubicBezTo>
                        <a:pt x="3442" y="57532"/>
                        <a:pt x="3631" y="57514"/>
                        <a:pt x="3823" y="57475"/>
                      </a:cubicBezTo>
                      <a:cubicBezTo>
                        <a:pt x="5960" y="57013"/>
                        <a:pt x="8473" y="56796"/>
                        <a:pt x="11131" y="56796"/>
                      </a:cubicBezTo>
                      <a:cubicBezTo>
                        <a:pt x="17887" y="56796"/>
                        <a:pt x="25582" y="58197"/>
                        <a:pt x="30442" y="60543"/>
                      </a:cubicBezTo>
                      <a:cubicBezTo>
                        <a:pt x="30815" y="60727"/>
                        <a:pt x="31200" y="60811"/>
                        <a:pt x="31574" y="60811"/>
                      </a:cubicBezTo>
                      <a:cubicBezTo>
                        <a:pt x="33038" y="60811"/>
                        <a:pt x="34344" y="59529"/>
                        <a:pt x="34211" y="57908"/>
                      </a:cubicBezTo>
                      <a:cubicBezTo>
                        <a:pt x="32443" y="37794"/>
                        <a:pt x="32777" y="16745"/>
                        <a:pt x="33610" y="0"/>
                      </a:cubicBezTo>
                      <a:close/>
                    </a:path>
                  </a:pathLst>
                </a:custGeom>
                <a:solidFill>
                  <a:srgbClr val="191919">
                    <a:alpha val="1508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80" name="Google Shape;1480;p7"/>
                <p:cNvSpPr/>
                <p:nvPr/>
              </p:nvSpPr>
              <p:spPr>
                <a:xfrm>
                  <a:off x="1903550" y="2947613"/>
                  <a:ext cx="1833000" cy="1095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320" h="43808" extrusionOk="0">
                      <a:moveTo>
                        <a:pt x="100" y="0"/>
                      </a:moveTo>
                      <a:lnTo>
                        <a:pt x="0" y="334"/>
                      </a:lnTo>
                      <a:cubicBezTo>
                        <a:pt x="23450" y="12276"/>
                        <a:pt x="51837" y="29588"/>
                        <a:pt x="67248" y="43131"/>
                      </a:cubicBezTo>
                      <a:cubicBezTo>
                        <a:pt x="67767" y="43597"/>
                        <a:pt x="68383" y="43807"/>
                        <a:pt x="68988" y="43807"/>
                      </a:cubicBezTo>
                      <a:cubicBezTo>
                        <a:pt x="70289" y="43807"/>
                        <a:pt x="71538" y="42833"/>
                        <a:pt x="71651" y="41330"/>
                      </a:cubicBezTo>
                      <a:cubicBezTo>
                        <a:pt x="71818" y="38961"/>
                        <a:pt x="72218" y="36326"/>
                        <a:pt x="72986" y="34125"/>
                      </a:cubicBezTo>
                      <a:cubicBezTo>
                        <a:pt x="73319" y="33091"/>
                        <a:pt x="73052" y="31956"/>
                        <a:pt x="72252" y="31256"/>
                      </a:cubicBezTo>
                      <a:cubicBezTo>
                        <a:pt x="56274" y="16712"/>
                        <a:pt x="11275" y="0"/>
                        <a:pt x="100" y="0"/>
                      </a:cubicBezTo>
                      <a:close/>
                    </a:path>
                  </a:pathLst>
                </a:custGeom>
                <a:solidFill>
                  <a:srgbClr val="191919">
                    <a:alpha val="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81" name="Google Shape;1481;p7"/>
                <p:cNvSpPr/>
                <p:nvPr/>
              </p:nvSpPr>
              <p:spPr>
                <a:xfrm>
                  <a:off x="1899375" y="2954288"/>
                  <a:ext cx="1687900" cy="1388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516" h="55558" extrusionOk="0">
                      <a:moveTo>
                        <a:pt x="67" y="0"/>
                      </a:moveTo>
                      <a:cubicBezTo>
                        <a:pt x="34" y="67"/>
                        <a:pt x="34" y="33"/>
                        <a:pt x="0" y="67"/>
                      </a:cubicBezTo>
                      <a:cubicBezTo>
                        <a:pt x="16979" y="16979"/>
                        <a:pt x="36593" y="38361"/>
                        <a:pt x="44466" y="54072"/>
                      </a:cubicBezTo>
                      <a:cubicBezTo>
                        <a:pt x="44945" y="55049"/>
                        <a:pt x="45883" y="55558"/>
                        <a:pt x="46835" y="55558"/>
                      </a:cubicBezTo>
                      <a:cubicBezTo>
                        <a:pt x="47605" y="55558"/>
                        <a:pt x="48384" y="55225"/>
                        <a:pt x="48935" y="54539"/>
                      </a:cubicBezTo>
                      <a:cubicBezTo>
                        <a:pt x="53238" y="49135"/>
                        <a:pt x="58676" y="46367"/>
                        <a:pt x="64080" y="46033"/>
                      </a:cubicBezTo>
                      <a:cubicBezTo>
                        <a:pt x="66481" y="45900"/>
                        <a:pt x="67515" y="42931"/>
                        <a:pt x="65681" y="41363"/>
                      </a:cubicBezTo>
                      <a:cubicBezTo>
                        <a:pt x="49936" y="28053"/>
                        <a:pt x="22650" y="11508"/>
                        <a:pt x="67" y="0"/>
                      </a:cubicBezTo>
                      <a:close/>
                    </a:path>
                  </a:pathLst>
                </a:custGeom>
                <a:solidFill>
                  <a:srgbClr val="191919">
                    <a:alpha val="615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82" name="Google Shape;1482;p7"/>
                <p:cNvSpPr/>
                <p:nvPr/>
              </p:nvSpPr>
              <p:spPr>
                <a:xfrm>
                  <a:off x="1858500" y="2955938"/>
                  <a:ext cx="1148675" cy="1546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47" h="61841" extrusionOk="0">
                      <a:moveTo>
                        <a:pt x="1635" y="1"/>
                      </a:moveTo>
                      <a:cubicBezTo>
                        <a:pt x="1602" y="34"/>
                        <a:pt x="1569" y="34"/>
                        <a:pt x="1502" y="34"/>
                      </a:cubicBezTo>
                      <a:cubicBezTo>
                        <a:pt x="1402" y="168"/>
                        <a:pt x="1302" y="334"/>
                        <a:pt x="1168" y="501"/>
                      </a:cubicBezTo>
                      <a:cubicBezTo>
                        <a:pt x="301" y="17547"/>
                        <a:pt x="1" y="38995"/>
                        <a:pt x="1869" y="59443"/>
                      </a:cubicBezTo>
                      <a:cubicBezTo>
                        <a:pt x="1989" y="60884"/>
                        <a:pt x="3215" y="61841"/>
                        <a:pt x="4515" y="61841"/>
                      </a:cubicBezTo>
                      <a:cubicBezTo>
                        <a:pt x="5021" y="61841"/>
                        <a:pt x="5538" y="61696"/>
                        <a:pt x="6005" y="61378"/>
                      </a:cubicBezTo>
                      <a:cubicBezTo>
                        <a:pt x="12280" y="57075"/>
                        <a:pt x="22400" y="54418"/>
                        <a:pt x="31722" y="54418"/>
                      </a:cubicBezTo>
                      <a:cubicBezTo>
                        <a:pt x="35335" y="54418"/>
                        <a:pt x="38828" y="54817"/>
                        <a:pt x="41931" y="55674"/>
                      </a:cubicBezTo>
                      <a:cubicBezTo>
                        <a:pt x="42172" y="55738"/>
                        <a:pt x="42409" y="55768"/>
                        <a:pt x="42637" y="55768"/>
                      </a:cubicBezTo>
                      <a:cubicBezTo>
                        <a:pt x="44562" y="55768"/>
                        <a:pt x="45947" y="53653"/>
                        <a:pt x="44933" y="51805"/>
                      </a:cubicBezTo>
                      <a:cubicBezTo>
                        <a:pt x="36427" y="36360"/>
                        <a:pt x="17847" y="16112"/>
                        <a:pt x="1635" y="1"/>
                      </a:cubicBezTo>
                      <a:close/>
                    </a:path>
                  </a:pathLst>
                </a:custGeom>
                <a:solidFill>
                  <a:srgbClr val="191919">
                    <a:alpha val="95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83" name="Google Shape;1483;p7"/>
                <p:cNvSpPr/>
                <p:nvPr/>
              </p:nvSpPr>
              <p:spPr>
                <a:xfrm>
                  <a:off x="112275" y="2948438"/>
                  <a:ext cx="2249125" cy="1553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965" h="62141" extrusionOk="0">
                      <a:moveTo>
                        <a:pt x="71585" y="58242"/>
                      </a:moveTo>
                      <a:lnTo>
                        <a:pt x="71585" y="58242"/>
                      </a:lnTo>
                      <a:cubicBezTo>
                        <a:pt x="71590" y="58323"/>
                        <a:pt x="71595" y="58404"/>
                        <a:pt x="71601" y="58485"/>
                      </a:cubicBezTo>
                      <a:lnTo>
                        <a:pt x="71601" y="58485"/>
                      </a:lnTo>
                      <a:cubicBezTo>
                        <a:pt x="71593" y="58407"/>
                        <a:pt x="71585" y="58324"/>
                        <a:pt x="71585" y="58242"/>
                      </a:cubicBezTo>
                      <a:close/>
                      <a:moveTo>
                        <a:pt x="71017" y="1"/>
                      </a:moveTo>
                      <a:lnTo>
                        <a:pt x="71017" y="1"/>
                      </a:lnTo>
                      <a:cubicBezTo>
                        <a:pt x="59142" y="634"/>
                        <a:pt x="18180" y="15879"/>
                        <a:pt x="1301" y="29722"/>
                      </a:cubicBezTo>
                      <a:cubicBezTo>
                        <a:pt x="100" y="30723"/>
                        <a:pt x="0" y="32524"/>
                        <a:pt x="1101" y="33625"/>
                      </a:cubicBezTo>
                      <a:cubicBezTo>
                        <a:pt x="3569" y="36060"/>
                        <a:pt x="5371" y="39762"/>
                        <a:pt x="5871" y="44166"/>
                      </a:cubicBezTo>
                      <a:cubicBezTo>
                        <a:pt x="6046" y="45630"/>
                        <a:pt x="7281" y="46551"/>
                        <a:pt x="8544" y="46551"/>
                      </a:cubicBezTo>
                      <a:cubicBezTo>
                        <a:pt x="9208" y="46551"/>
                        <a:pt x="9879" y="46296"/>
                        <a:pt x="10408" y="45733"/>
                      </a:cubicBezTo>
                      <a:cubicBezTo>
                        <a:pt x="10808" y="45333"/>
                        <a:pt x="11208" y="44933"/>
                        <a:pt x="11608" y="44532"/>
                      </a:cubicBezTo>
                      <a:lnTo>
                        <a:pt x="11608" y="44532"/>
                      </a:lnTo>
                      <a:cubicBezTo>
                        <a:pt x="9974" y="46200"/>
                        <a:pt x="11175" y="49002"/>
                        <a:pt x="13543" y="49002"/>
                      </a:cubicBezTo>
                      <a:cubicBezTo>
                        <a:pt x="20381" y="49036"/>
                        <a:pt x="28887" y="52171"/>
                        <a:pt x="33190" y="56775"/>
                      </a:cubicBezTo>
                      <a:cubicBezTo>
                        <a:pt x="33734" y="57373"/>
                        <a:pt x="34457" y="57658"/>
                        <a:pt x="35171" y="57658"/>
                      </a:cubicBezTo>
                      <a:cubicBezTo>
                        <a:pt x="36168" y="57658"/>
                        <a:pt x="37147" y="57104"/>
                        <a:pt x="37594" y="56074"/>
                      </a:cubicBezTo>
                      <a:cubicBezTo>
                        <a:pt x="37794" y="55574"/>
                        <a:pt x="37994" y="55107"/>
                        <a:pt x="38227" y="54606"/>
                      </a:cubicBezTo>
                      <a:lnTo>
                        <a:pt x="38227" y="54606"/>
                      </a:lnTo>
                      <a:cubicBezTo>
                        <a:pt x="37408" y="56428"/>
                        <a:pt x="38799" y="58333"/>
                        <a:pt x="40666" y="58333"/>
                      </a:cubicBezTo>
                      <a:cubicBezTo>
                        <a:pt x="40849" y="58333"/>
                        <a:pt x="41038" y="58315"/>
                        <a:pt x="41230" y="58276"/>
                      </a:cubicBezTo>
                      <a:cubicBezTo>
                        <a:pt x="43367" y="57814"/>
                        <a:pt x="45880" y="57597"/>
                        <a:pt x="48538" y="57597"/>
                      </a:cubicBezTo>
                      <a:cubicBezTo>
                        <a:pt x="55294" y="57597"/>
                        <a:pt x="62989" y="58998"/>
                        <a:pt x="67849" y="61344"/>
                      </a:cubicBezTo>
                      <a:cubicBezTo>
                        <a:pt x="68217" y="61519"/>
                        <a:pt x="68597" y="61599"/>
                        <a:pt x="68967" y="61599"/>
                      </a:cubicBezTo>
                      <a:cubicBezTo>
                        <a:pt x="70405" y="61599"/>
                        <a:pt x="71694" y="60389"/>
                        <a:pt x="71625" y="58814"/>
                      </a:cubicBezTo>
                      <a:lnTo>
                        <a:pt x="71625" y="58814"/>
                      </a:lnTo>
                      <a:cubicBezTo>
                        <a:pt x="71648" y="59124"/>
                        <a:pt x="71677" y="59434"/>
                        <a:pt x="71718" y="59743"/>
                      </a:cubicBezTo>
                      <a:cubicBezTo>
                        <a:pt x="71838" y="61184"/>
                        <a:pt x="73064" y="62141"/>
                        <a:pt x="74364" y="62141"/>
                      </a:cubicBezTo>
                      <a:cubicBezTo>
                        <a:pt x="74870" y="62141"/>
                        <a:pt x="75387" y="61996"/>
                        <a:pt x="75854" y="61678"/>
                      </a:cubicBezTo>
                      <a:cubicBezTo>
                        <a:pt x="79557" y="59143"/>
                        <a:pt x="84560" y="57175"/>
                        <a:pt x="89964" y="56007"/>
                      </a:cubicBezTo>
                      <a:cubicBezTo>
                        <a:pt x="89764" y="55974"/>
                        <a:pt x="89531" y="55874"/>
                        <a:pt x="89331" y="55774"/>
                      </a:cubicBezTo>
                      <a:cubicBezTo>
                        <a:pt x="84466" y="53426"/>
                        <a:pt x="76762" y="52041"/>
                        <a:pt x="70001" y="52041"/>
                      </a:cubicBezTo>
                      <a:cubicBezTo>
                        <a:pt x="67350" y="52041"/>
                        <a:pt x="64844" y="52254"/>
                        <a:pt x="62712" y="52705"/>
                      </a:cubicBezTo>
                      <a:cubicBezTo>
                        <a:pt x="62205" y="52816"/>
                        <a:pt x="61561" y="52870"/>
                        <a:pt x="60853" y="52870"/>
                      </a:cubicBezTo>
                      <a:cubicBezTo>
                        <a:pt x="58578" y="52870"/>
                        <a:pt x="55657" y="52306"/>
                        <a:pt x="54639" y="51237"/>
                      </a:cubicBezTo>
                      <a:cubicBezTo>
                        <a:pt x="50369" y="46601"/>
                        <a:pt x="41830" y="43498"/>
                        <a:pt x="35025" y="43465"/>
                      </a:cubicBezTo>
                      <a:cubicBezTo>
                        <a:pt x="32657" y="43465"/>
                        <a:pt x="27620" y="40863"/>
                        <a:pt x="27353" y="38628"/>
                      </a:cubicBezTo>
                      <a:cubicBezTo>
                        <a:pt x="26853" y="34225"/>
                        <a:pt x="25051" y="30522"/>
                        <a:pt x="22550" y="28054"/>
                      </a:cubicBezTo>
                      <a:cubicBezTo>
                        <a:pt x="21449" y="26987"/>
                        <a:pt x="21582" y="25152"/>
                        <a:pt x="22783" y="24185"/>
                      </a:cubicBezTo>
                      <a:cubicBezTo>
                        <a:pt x="33624" y="15278"/>
                        <a:pt x="54406" y="5805"/>
                        <a:pt x="71017" y="1"/>
                      </a:cubicBezTo>
                      <a:close/>
                    </a:path>
                  </a:pathLst>
                </a:custGeom>
                <a:solidFill>
                  <a:srgbClr val="191919">
                    <a:alpha val="2849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84" name="Google Shape;1484;p7"/>
                <p:cNvSpPr/>
                <p:nvPr/>
              </p:nvSpPr>
              <p:spPr>
                <a:xfrm>
                  <a:off x="1820150" y="2665738"/>
                  <a:ext cx="184325" cy="255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73" h="10208" extrusionOk="0">
                      <a:moveTo>
                        <a:pt x="3670" y="0"/>
                      </a:moveTo>
                      <a:cubicBezTo>
                        <a:pt x="1835" y="0"/>
                        <a:pt x="1" y="10208"/>
                        <a:pt x="1" y="10208"/>
                      </a:cubicBezTo>
                      <a:lnTo>
                        <a:pt x="7372" y="10208"/>
                      </a:lnTo>
                      <a:cubicBezTo>
                        <a:pt x="7372" y="10208"/>
                        <a:pt x="5538" y="0"/>
                        <a:pt x="367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1485" name="Google Shape;1485;p7"/>
            <p:cNvSpPr/>
            <p:nvPr/>
          </p:nvSpPr>
          <p:spPr>
            <a:xfrm>
              <a:off x="6580563" y="3762025"/>
              <a:ext cx="293575" cy="111775"/>
            </a:xfrm>
            <a:custGeom>
              <a:avLst/>
              <a:gdLst/>
              <a:ahLst/>
              <a:cxnLst/>
              <a:rect l="l" t="t" r="r" b="b"/>
              <a:pathLst>
                <a:path w="11743" h="4471" extrusionOk="0">
                  <a:moveTo>
                    <a:pt x="2002" y="1"/>
                  </a:moveTo>
                  <a:cubicBezTo>
                    <a:pt x="902" y="1"/>
                    <a:pt x="1" y="902"/>
                    <a:pt x="1" y="2002"/>
                  </a:cubicBezTo>
                  <a:lnTo>
                    <a:pt x="1" y="2469"/>
                  </a:lnTo>
                  <a:cubicBezTo>
                    <a:pt x="1" y="3570"/>
                    <a:pt x="902" y="4471"/>
                    <a:pt x="2002" y="4471"/>
                  </a:cubicBezTo>
                  <a:lnTo>
                    <a:pt x="9741" y="4471"/>
                  </a:lnTo>
                  <a:cubicBezTo>
                    <a:pt x="10875" y="4471"/>
                    <a:pt x="11743" y="3570"/>
                    <a:pt x="11743" y="2469"/>
                  </a:cubicBezTo>
                  <a:lnTo>
                    <a:pt x="11743" y="2002"/>
                  </a:lnTo>
                  <a:cubicBezTo>
                    <a:pt x="11743" y="902"/>
                    <a:pt x="10875" y="1"/>
                    <a:pt x="97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86" name="Google Shape;1486;p7"/>
          <p:cNvGrpSpPr/>
          <p:nvPr/>
        </p:nvGrpSpPr>
        <p:grpSpPr>
          <a:xfrm>
            <a:off x="-779296" y="4550554"/>
            <a:ext cx="3369488" cy="1707138"/>
            <a:chOff x="-2125575" y="3574325"/>
            <a:chExt cx="3624275" cy="1836225"/>
          </a:xfrm>
        </p:grpSpPr>
        <p:sp>
          <p:nvSpPr>
            <p:cNvPr id="1487" name="Google Shape;1487;p7"/>
            <p:cNvSpPr/>
            <p:nvPr/>
          </p:nvSpPr>
          <p:spPr>
            <a:xfrm>
              <a:off x="-2125575" y="3857025"/>
              <a:ext cx="1777125" cy="1163775"/>
            </a:xfrm>
            <a:custGeom>
              <a:avLst/>
              <a:gdLst/>
              <a:ahLst/>
              <a:cxnLst/>
              <a:rect l="l" t="t" r="r" b="b"/>
              <a:pathLst>
                <a:path w="71085" h="46551" extrusionOk="0">
                  <a:moveTo>
                    <a:pt x="71051" y="1"/>
                  </a:moveTo>
                  <a:cubicBezTo>
                    <a:pt x="59209" y="601"/>
                    <a:pt x="18213" y="15879"/>
                    <a:pt x="1301" y="29722"/>
                  </a:cubicBezTo>
                  <a:cubicBezTo>
                    <a:pt x="100" y="30723"/>
                    <a:pt x="0" y="32524"/>
                    <a:pt x="1101" y="33625"/>
                  </a:cubicBezTo>
                  <a:cubicBezTo>
                    <a:pt x="3569" y="36060"/>
                    <a:pt x="5371" y="39762"/>
                    <a:pt x="5904" y="44166"/>
                  </a:cubicBezTo>
                  <a:cubicBezTo>
                    <a:pt x="6057" y="45630"/>
                    <a:pt x="7285" y="46551"/>
                    <a:pt x="8555" y="46551"/>
                  </a:cubicBezTo>
                  <a:cubicBezTo>
                    <a:pt x="9222" y="46551"/>
                    <a:pt x="9901" y="46296"/>
                    <a:pt x="10441" y="45733"/>
                  </a:cubicBezTo>
                  <a:cubicBezTo>
                    <a:pt x="24151" y="31390"/>
                    <a:pt x="50203" y="12610"/>
                    <a:pt x="71051" y="568"/>
                  </a:cubicBezTo>
                  <a:cubicBezTo>
                    <a:pt x="71051" y="401"/>
                    <a:pt x="71051" y="201"/>
                    <a:pt x="7108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" name="Google Shape;1488;p7"/>
            <p:cNvSpPr/>
            <p:nvPr/>
          </p:nvSpPr>
          <p:spPr>
            <a:xfrm>
              <a:off x="-1877075" y="3871200"/>
              <a:ext cx="1529450" cy="1427300"/>
            </a:xfrm>
            <a:custGeom>
              <a:avLst/>
              <a:gdLst/>
              <a:ahLst/>
              <a:cxnLst/>
              <a:rect l="l" t="t" r="r" b="b"/>
              <a:pathLst>
                <a:path w="61178" h="57092" extrusionOk="0">
                  <a:moveTo>
                    <a:pt x="61111" y="1"/>
                  </a:moveTo>
                  <a:cubicBezTo>
                    <a:pt x="40830" y="11709"/>
                    <a:pt x="15678" y="29789"/>
                    <a:pt x="1668" y="43932"/>
                  </a:cubicBezTo>
                  <a:cubicBezTo>
                    <a:pt x="1" y="45633"/>
                    <a:pt x="1235" y="48435"/>
                    <a:pt x="3603" y="48435"/>
                  </a:cubicBezTo>
                  <a:cubicBezTo>
                    <a:pt x="10441" y="48469"/>
                    <a:pt x="18947" y="51604"/>
                    <a:pt x="23250" y="56208"/>
                  </a:cubicBezTo>
                  <a:cubicBezTo>
                    <a:pt x="23794" y="56806"/>
                    <a:pt x="24517" y="57091"/>
                    <a:pt x="25231" y="57091"/>
                  </a:cubicBezTo>
                  <a:cubicBezTo>
                    <a:pt x="26228" y="57091"/>
                    <a:pt x="27207" y="56537"/>
                    <a:pt x="27654" y="55507"/>
                  </a:cubicBezTo>
                  <a:cubicBezTo>
                    <a:pt x="34525" y="39529"/>
                    <a:pt x="48001" y="18180"/>
                    <a:pt x="61178" y="101"/>
                  </a:cubicBezTo>
                  <a:cubicBezTo>
                    <a:pt x="61144" y="34"/>
                    <a:pt x="61144" y="67"/>
                    <a:pt x="611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" name="Google Shape;1489;p7"/>
            <p:cNvSpPr/>
            <p:nvPr/>
          </p:nvSpPr>
          <p:spPr>
            <a:xfrm>
              <a:off x="-1190400" y="3877050"/>
              <a:ext cx="858600" cy="1520275"/>
            </a:xfrm>
            <a:custGeom>
              <a:avLst/>
              <a:gdLst/>
              <a:ahLst/>
              <a:cxnLst/>
              <a:rect l="l" t="t" r="r" b="b"/>
              <a:pathLst>
                <a:path w="34344" h="60811" extrusionOk="0">
                  <a:moveTo>
                    <a:pt x="33610" y="0"/>
                  </a:moveTo>
                  <a:lnTo>
                    <a:pt x="33610" y="0"/>
                  </a:lnTo>
                  <a:cubicBezTo>
                    <a:pt x="20868" y="17479"/>
                    <a:pt x="7859" y="38027"/>
                    <a:pt x="820" y="53805"/>
                  </a:cubicBezTo>
                  <a:cubicBezTo>
                    <a:pt x="1" y="55627"/>
                    <a:pt x="1392" y="57532"/>
                    <a:pt x="3259" y="57532"/>
                  </a:cubicBezTo>
                  <a:cubicBezTo>
                    <a:pt x="3442" y="57532"/>
                    <a:pt x="3631" y="57514"/>
                    <a:pt x="3823" y="57475"/>
                  </a:cubicBezTo>
                  <a:cubicBezTo>
                    <a:pt x="5960" y="57013"/>
                    <a:pt x="8473" y="56796"/>
                    <a:pt x="11131" y="56796"/>
                  </a:cubicBezTo>
                  <a:cubicBezTo>
                    <a:pt x="17887" y="56796"/>
                    <a:pt x="25582" y="58197"/>
                    <a:pt x="30442" y="60543"/>
                  </a:cubicBezTo>
                  <a:cubicBezTo>
                    <a:pt x="30815" y="60727"/>
                    <a:pt x="31200" y="60811"/>
                    <a:pt x="31574" y="60811"/>
                  </a:cubicBezTo>
                  <a:cubicBezTo>
                    <a:pt x="33038" y="60811"/>
                    <a:pt x="34344" y="59529"/>
                    <a:pt x="34211" y="57908"/>
                  </a:cubicBezTo>
                  <a:cubicBezTo>
                    <a:pt x="32443" y="37794"/>
                    <a:pt x="32777" y="16745"/>
                    <a:pt x="336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0" name="Google Shape;1490;p7"/>
            <p:cNvSpPr/>
            <p:nvPr/>
          </p:nvSpPr>
          <p:spPr>
            <a:xfrm>
              <a:off x="-334300" y="3856200"/>
              <a:ext cx="1833000" cy="1095200"/>
            </a:xfrm>
            <a:custGeom>
              <a:avLst/>
              <a:gdLst/>
              <a:ahLst/>
              <a:cxnLst/>
              <a:rect l="l" t="t" r="r" b="b"/>
              <a:pathLst>
                <a:path w="73320" h="43808" extrusionOk="0">
                  <a:moveTo>
                    <a:pt x="100" y="0"/>
                  </a:moveTo>
                  <a:lnTo>
                    <a:pt x="0" y="334"/>
                  </a:lnTo>
                  <a:cubicBezTo>
                    <a:pt x="23450" y="12276"/>
                    <a:pt x="51837" y="29588"/>
                    <a:pt x="67248" y="43131"/>
                  </a:cubicBezTo>
                  <a:cubicBezTo>
                    <a:pt x="67767" y="43597"/>
                    <a:pt x="68383" y="43807"/>
                    <a:pt x="68988" y="43807"/>
                  </a:cubicBezTo>
                  <a:cubicBezTo>
                    <a:pt x="70289" y="43807"/>
                    <a:pt x="71538" y="42833"/>
                    <a:pt x="71651" y="41330"/>
                  </a:cubicBezTo>
                  <a:cubicBezTo>
                    <a:pt x="71818" y="38961"/>
                    <a:pt x="72218" y="36326"/>
                    <a:pt x="72986" y="34125"/>
                  </a:cubicBezTo>
                  <a:cubicBezTo>
                    <a:pt x="73319" y="33091"/>
                    <a:pt x="73052" y="31956"/>
                    <a:pt x="72252" y="31256"/>
                  </a:cubicBezTo>
                  <a:cubicBezTo>
                    <a:pt x="56274" y="16712"/>
                    <a:pt x="11275" y="0"/>
                    <a:pt x="10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1" name="Google Shape;1491;p7"/>
            <p:cNvSpPr/>
            <p:nvPr/>
          </p:nvSpPr>
          <p:spPr>
            <a:xfrm>
              <a:off x="-338475" y="3862875"/>
              <a:ext cx="1687900" cy="1388950"/>
            </a:xfrm>
            <a:custGeom>
              <a:avLst/>
              <a:gdLst/>
              <a:ahLst/>
              <a:cxnLst/>
              <a:rect l="l" t="t" r="r" b="b"/>
              <a:pathLst>
                <a:path w="67516" h="55558" extrusionOk="0">
                  <a:moveTo>
                    <a:pt x="67" y="0"/>
                  </a:moveTo>
                  <a:cubicBezTo>
                    <a:pt x="34" y="67"/>
                    <a:pt x="34" y="33"/>
                    <a:pt x="0" y="67"/>
                  </a:cubicBezTo>
                  <a:cubicBezTo>
                    <a:pt x="16979" y="16979"/>
                    <a:pt x="36593" y="38361"/>
                    <a:pt x="44466" y="54072"/>
                  </a:cubicBezTo>
                  <a:cubicBezTo>
                    <a:pt x="44945" y="55049"/>
                    <a:pt x="45883" y="55558"/>
                    <a:pt x="46835" y="55558"/>
                  </a:cubicBezTo>
                  <a:cubicBezTo>
                    <a:pt x="47605" y="55558"/>
                    <a:pt x="48384" y="55225"/>
                    <a:pt x="48935" y="54539"/>
                  </a:cubicBezTo>
                  <a:cubicBezTo>
                    <a:pt x="53238" y="49135"/>
                    <a:pt x="58676" y="46367"/>
                    <a:pt x="64080" y="46033"/>
                  </a:cubicBezTo>
                  <a:cubicBezTo>
                    <a:pt x="66481" y="45900"/>
                    <a:pt x="67515" y="42931"/>
                    <a:pt x="65681" y="41363"/>
                  </a:cubicBezTo>
                  <a:cubicBezTo>
                    <a:pt x="49936" y="28053"/>
                    <a:pt x="22650" y="11508"/>
                    <a:pt x="6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2" name="Google Shape;1492;p7"/>
            <p:cNvSpPr/>
            <p:nvPr/>
          </p:nvSpPr>
          <p:spPr>
            <a:xfrm>
              <a:off x="-379350" y="3864525"/>
              <a:ext cx="1148675" cy="1546025"/>
            </a:xfrm>
            <a:custGeom>
              <a:avLst/>
              <a:gdLst/>
              <a:ahLst/>
              <a:cxnLst/>
              <a:rect l="l" t="t" r="r" b="b"/>
              <a:pathLst>
                <a:path w="45947" h="61841" extrusionOk="0">
                  <a:moveTo>
                    <a:pt x="1635" y="1"/>
                  </a:moveTo>
                  <a:cubicBezTo>
                    <a:pt x="1602" y="34"/>
                    <a:pt x="1569" y="34"/>
                    <a:pt x="1502" y="34"/>
                  </a:cubicBezTo>
                  <a:cubicBezTo>
                    <a:pt x="1402" y="168"/>
                    <a:pt x="1302" y="334"/>
                    <a:pt x="1168" y="501"/>
                  </a:cubicBezTo>
                  <a:cubicBezTo>
                    <a:pt x="301" y="17547"/>
                    <a:pt x="1" y="38995"/>
                    <a:pt x="1869" y="59443"/>
                  </a:cubicBezTo>
                  <a:cubicBezTo>
                    <a:pt x="1989" y="60884"/>
                    <a:pt x="3215" y="61841"/>
                    <a:pt x="4515" y="61841"/>
                  </a:cubicBezTo>
                  <a:cubicBezTo>
                    <a:pt x="5021" y="61841"/>
                    <a:pt x="5538" y="61696"/>
                    <a:pt x="6005" y="61378"/>
                  </a:cubicBezTo>
                  <a:cubicBezTo>
                    <a:pt x="12280" y="57075"/>
                    <a:pt x="22400" y="54418"/>
                    <a:pt x="31722" y="54418"/>
                  </a:cubicBezTo>
                  <a:cubicBezTo>
                    <a:pt x="35335" y="54418"/>
                    <a:pt x="38828" y="54817"/>
                    <a:pt x="41931" y="55674"/>
                  </a:cubicBezTo>
                  <a:cubicBezTo>
                    <a:pt x="42172" y="55738"/>
                    <a:pt x="42409" y="55768"/>
                    <a:pt x="42637" y="55768"/>
                  </a:cubicBezTo>
                  <a:cubicBezTo>
                    <a:pt x="44562" y="55768"/>
                    <a:pt x="45947" y="53653"/>
                    <a:pt x="44933" y="51805"/>
                  </a:cubicBezTo>
                  <a:cubicBezTo>
                    <a:pt x="36427" y="36360"/>
                    <a:pt x="17847" y="16112"/>
                    <a:pt x="16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493" name="Google Shape;1493;p7"/>
            <p:cNvGrpSpPr/>
            <p:nvPr/>
          </p:nvGrpSpPr>
          <p:grpSpPr>
            <a:xfrm>
              <a:off x="-2125575" y="3574325"/>
              <a:ext cx="3624275" cy="1836225"/>
              <a:chOff x="-4100775" y="3456250"/>
              <a:chExt cx="3624275" cy="1836225"/>
            </a:xfrm>
          </p:grpSpPr>
          <p:sp>
            <p:nvSpPr>
              <p:cNvPr id="1494" name="Google Shape;1494;p7"/>
              <p:cNvSpPr/>
              <p:nvPr/>
            </p:nvSpPr>
            <p:spPr>
              <a:xfrm>
                <a:off x="-4100775" y="3738950"/>
                <a:ext cx="1777125" cy="1163775"/>
              </a:xfrm>
              <a:custGeom>
                <a:avLst/>
                <a:gdLst/>
                <a:ahLst/>
                <a:cxnLst/>
                <a:rect l="l" t="t" r="r" b="b"/>
                <a:pathLst>
                  <a:path w="71085" h="46551" extrusionOk="0">
                    <a:moveTo>
                      <a:pt x="71051" y="1"/>
                    </a:moveTo>
                    <a:cubicBezTo>
                      <a:pt x="59209" y="601"/>
                      <a:pt x="18213" y="15879"/>
                      <a:pt x="1301" y="29722"/>
                    </a:cubicBezTo>
                    <a:cubicBezTo>
                      <a:pt x="100" y="30723"/>
                      <a:pt x="0" y="32524"/>
                      <a:pt x="1101" y="33625"/>
                    </a:cubicBezTo>
                    <a:cubicBezTo>
                      <a:pt x="3569" y="36060"/>
                      <a:pt x="5371" y="39762"/>
                      <a:pt x="5904" y="44166"/>
                    </a:cubicBezTo>
                    <a:cubicBezTo>
                      <a:pt x="6057" y="45630"/>
                      <a:pt x="7285" y="46551"/>
                      <a:pt x="8555" y="46551"/>
                    </a:cubicBezTo>
                    <a:cubicBezTo>
                      <a:pt x="9222" y="46551"/>
                      <a:pt x="9901" y="46296"/>
                      <a:pt x="10441" y="45733"/>
                    </a:cubicBezTo>
                    <a:cubicBezTo>
                      <a:pt x="24151" y="31390"/>
                      <a:pt x="50203" y="12610"/>
                      <a:pt x="71051" y="568"/>
                    </a:cubicBezTo>
                    <a:cubicBezTo>
                      <a:pt x="71051" y="401"/>
                      <a:pt x="71051" y="201"/>
                      <a:pt x="71084" y="1"/>
                    </a:cubicBezTo>
                    <a:close/>
                  </a:path>
                </a:pathLst>
              </a:custGeom>
              <a:solidFill>
                <a:srgbClr val="191919">
                  <a:alpha val="284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5" name="Google Shape;1495;p7"/>
              <p:cNvSpPr/>
              <p:nvPr/>
            </p:nvSpPr>
            <p:spPr>
              <a:xfrm>
                <a:off x="-3852275" y="3753125"/>
                <a:ext cx="1529450" cy="1427300"/>
              </a:xfrm>
              <a:custGeom>
                <a:avLst/>
                <a:gdLst/>
                <a:ahLst/>
                <a:cxnLst/>
                <a:rect l="l" t="t" r="r" b="b"/>
                <a:pathLst>
                  <a:path w="61178" h="57092" extrusionOk="0">
                    <a:moveTo>
                      <a:pt x="61111" y="1"/>
                    </a:moveTo>
                    <a:cubicBezTo>
                      <a:pt x="40830" y="11709"/>
                      <a:pt x="15678" y="29789"/>
                      <a:pt x="1668" y="43932"/>
                    </a:cubicBezTo>
                    <a:cubicBezTo>
                      <a:pt x="1" y="45633"/>
                      <a:pt x="1235" y="48435"/>
                      <a:pt x="3603" y="48435"/>
                    </a:cubicBezTo>
                    <a:cubicBezTo>
                      <a:pt x="10441" y="48469"/>
                      <a:pt x="18947" y="51604"/>
                      <a:pt x="23250" y="56208"/>
                    </a:cubicBezTo>
                    <a:cubicBezTo>
                      <a:pt x="23794" y="56806"/>
                      <a:pt x="24517" y="57091"/>
                      <a:pt x="25231" y="57091"/>
                    </a:cubicBezTo>
                    <a:cubicBezTo>
                      <a:pt x="26228" y="57091"/>
                      <a:pt x="27207" y="56537"/>
                      <a:pt x="27654" y="55507"/>
                    </a:cubicBezTo>
                    <a:cubicBezTo>
                      <a:pt x="34525" y="39529"/>
                      <a:pt x="48001" y="18180"/>
                      <a:pt x="61178" y="101"/>
                    </a:cubicBezTo>
                    <a:cubicBezTo>
                      <a:pt x="61144" y="34"/>
                      <a:pt x="61144" y="67"/>
                      <a:pt x="61111" y="1"/>
                    </a:cubicBezTo>
                    <a:close/>
                  </a:path>
                </a:pathLst>
              </a:custGeom>
              <a:solidFill>
                <a:srgbClr val="191919">
                  <a:alpha val="189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6" name="Google Shape;1496;p7"/>
              <p:cNvSpPr/>
              <p:nvPr/>
            </p:nvSpPr>
            <p:spPr>
              <a:xfrm>
                <a:off x="-3165600" y="3758975"/>
                <a:ext cx="858600" cy="1520275"/>
              </a:xfrm>
              <a:custGeom>
                <a:avLst/>
                <a:gdLst/>
                <a:ahLst/>
                <a:cxnLst/>
                <a:rect l="l" t="t" r="r" b="b"/>
                <a:pathLst>
                  <a:path w="34344" h="60811" extrusionOk="0">
                    <a:moveTo>
                      <a:pt x="33610" y="0"/>
                    </a:moveTo>
                    <a:lnTo>
                      <a:pt x="33610" y="0"/>
                    </a:lnTo>
                    <a:cubicBezTo>
                      <a:pt x="20868" y="17479"/>
                      <a:pt x="7859" y="38027"/>
                      <a:pt x="820" y="53805"/>
                    </a:cubicBezTo>
                    <a:cubicBezTo>
                      <a:pt x="1" y="55627"/>
                      <a:pt x="1392" y="57532"/>
                      <a:pt x="3259" y="57532"/>
                    </a:cubicBezTo>
                    <a:cubicBezTo>
                      <a:pt x="3442" y="57532"/>
                      <a:pt x="3631" y="57514"/>
                      <a:pt x="3823" y="57475"/>
                    </a:cubicBezTo>
                    <a:cubicBezTo>
                      <a:pt x="5960" y="57013"/>
                      <a:pt x="8473" y="56796"/>
                      <a:pt x="11131" y="56796"/>
                    </a:cubicBezTo>
                    <a:cubicBezTo>
                      <a:pt x="17887" y="56796"/>
                      <a:pt x="25582" y="58197"/>
                      <a:pt x="30442" y="60543"/>
                    </a:cubicBezTo>
                    <a:cubicBezTo>
                      <a:pt x="30815" y="60727"/>
                      <a:pt x="31200" y="60811"/>
                      <a:pt x="31574" y="60811"/>
                    </a:cubicBezTo>
                    <a:cubicBezTo>
                      <a:pt x="33038" y="60811"/>
                      <a:pt x="34344" y="59529"/>
                      <a:pt x="34211" y="57908"/>
                    </a:cubicBezTo>
                    <a:cubicBezTo>
                      <a:pt x="32443" y="37794"/>
                      <a:pt x="32777" y="16745"/>
                      <a:pt x="33610" y="0"/>
                    </a:cubicBezTo>
                    <a:close/>
                  </a:path>
                </a:pathLst>
              </a:custGeom>
              <a:solidFill>
                <a:srgbClr val="191919">
                  <a:alpha val="150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7" name="Google Shape;1497;p7"/>
              <p:cNvSpPr/>
              <p:nvPr/>
            </p:nvSpPr>
            <p:spPr>
              <a:xfrm>
                <a:off x="-2309500" y="3738125"/>
                <a:ext cx="1833000" cy="1095200"/>
              </a:xfrm>
              <a:custGeom>
                <a:avLst/>
                <a:gdLst/>
                <a:ahLst/>
                <a:cxnLst/>
                <a:rect l="l" t="t" r="r" b="b"/>
                <a:pathLst>
                  <a:path w="73320" h="43808" extrusionOk="0">
                    <a:moveTo>
                      <a:pt x="100" y="0"/>
                    </a:moveTo>
                    <a:lnTo>
                      <a:pt x="0" y="334"/>
                    </a:lnTo>
                    <a:cubicBezTo>
                      <a:pt x="23450" y="12276"/>
                      <a:pt x="51837" y="29588"/>
                      <a:pt x="67248" y="43131"/>
                    </a:cubicBezTo>
                    <a:cubicBezTo>
                      <a:pt x="67767" y="43597"/>
                      <a:pt x="68383" y="43807"/>
                      <a:pt x="68988" y="43807"/>
                    </a:cubicBezTo>
                    <a:cubicBezTo>
                      <a:pt x="70289" y="43807"/>
                      <a:pt x="71538" y="42833"/>
                      <a:pt x="71651" y="41330"/>
                    </a:cubicBezTo>
                    <a:cubicBezTo>
                      <a:pt x="71818" y="38961"/>
                      <a:pt x="72218" y="36326"/>
                      <a:pt x="72986" y="34125"/>
                    </a:cubicBezTo>
                    <a:cubicBezTo>
                      <a:pt x="73319" y="33091"/>
                      <a:pt x="73052" y="31956"/>
                      <a:pt x="72252" y="31256"/>
                    </a:cubicBezTo>
                    <a:cubicBezTo>
                      <a:pt x="56274" y="16712"/>
                      <a:pt x="11275" y="0"/>
                      <a:pt x="100" y="0"/>
                    </a:cubicBezTo>
                    <a:close/>
                  </a:path>
                </a:pathLst>
              </a:custGeom>
              <a:solidFill>
                <a:srgbClr val="191919">
                  <a:alpha val="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8" name="Google Shape;1498;p7"/>
              <p:cNvSpPr/>
              <p:nvPr/>
            </p:nvSpPr>
            <p:spPr>
              <a:xfrm>
                <a:off x="-2313675" y="3744800"/>
                <a:ext cx="1687900" cy="1388950"/>
              </a:xfrm>
              <a:custGeom>
                <a:avLst/>
                <a:gdLst/>
                <a:ahLst/>
                <a:cxnLst/>
                <a:rect l="l" t="t" r="r" b="b"/>
                <a:pathLst>
                  <a:path w="67516" h="55558" extrusionOk="0">
                    <a:moveTo>
                      <a:pt x="67" y="0"/>
                    </a:moveTo>
                    <a:cubicBezTo>
                      <a:pt x="34" y="67"/>
                      <a:pt x="34" y="33"/>
                      <a:pt x="0" y="67"/>
                    </a:cubicBezTo>
                    <a:cubicBezTo>
                      <a:pt x="16979" y="16979"/>
                      <a:pt x="36593" y="38361"/>
                      <a:pt x="44466" y="54072"/>
                    </a:cubicBezTo>
                    <a:cubicBezTo>
                      <a:pt x="44945" y="55049"/>
                      <a:pt x="45883" y="55558"/>
                      <a:pt x="46835" y="55558"/>
                    </a:cubicBezTo>
                    <a:cubicBezTo>
                      <a:pt x="47605" y="55558"/>
                      <a:pt x="48384" y="55225"/>
                      <a:pt x="48935" y="54539"/>
                    </a:cubicBezTo>
                    <a:cubicBezTo>
                      <a:pt x="53238" y="49135"/>
                      <a:pt x="58676" y="46367"/>
                      <a:pt x="64080" y="46033"/>
                    </a:cubicBezTo>
                    <a:cubicBezTo>
                      <a:pt x="66481" y="45900"/>
                      <a:pt x="67515" y="42931"/>
                      <a:pt x="65681" y="41363"/>
                    </a:cubicBezTo>
                    <a:cubicBezTo>
                      <a:pt x="49936" y="28053"/>
                      <a:pt x="22650" y="11508"/>
                      <a:pt x="67" y="0"/>
                    </a:cubicBezTo>
                    <a:close/>
                  </a:path>
                </a:pathLst>
              </a:custGeom>
              <a:solidFill>
                <a:srgbClr val="191919">
                  <a:alpha val="61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9" name="Google Shape;1499;p7"/>
              <p:cNvSpPr/>
              <p:nvPr/>
            </p:nvSpPr>
            <p:spPr>
              <a:xfrm>
                <a:off x="-2354550" y="3746450"/>
                <a:ext cx="1148675" cy="1546025"/>
              </a:xfrm>
              <a:custGeom>
                <a:avLst/>
                <a:gdLst/>
                <a:ahLst/>
                <a:cxnLst/>
                <a:rect l="l" t="t" r="r" b="b"/>
                <a:pathLst>
                  <a:path w="45947" h="61841" extrusionOk="0">
                    <a:moveTo>
                      <a:pt x="1635" y="1"/>
                    </a:moveTo>
                    <a:cubicBezTo>
                      <a:pt x="1602" y="34"/>
                      <a:pt x="1569" y="34"/>
                      <a:pt x="1502" y="34"/>
                    </a:cubicBezTo>
                    <a:cubicBezTo>
                      <a:pt x="1402" y="168"/>
                      <a:pt x="1302" y="334"/>
                      <a:pt x="1168" y="501"/>
                    </a:cubicBezTo>
                    <a:cubicBezTo>
                      <a:pt x="301" y="17547"/>
                      <a:pt x="1" y="38995"/>
                      <a:pt x="1869" y="59443"/>
                    </a:cubicBezTo>
                    <a:cubicBezTo>
                      <a:pt x="1989" y="60884"/>
                      <a:pt x="3215" y="61841"/>
                      <a:pt x="4515" y="61841"/>
                    </a:cubicBezTo>
                    <a:cubicBezTo>
                      <a:pt x="5021" y="61841"/>
                      <a:pt x="5538" y="61696"/>
                      <a:pt x="6005" y="61378"/>
                    </a:cubicBezTo>
                    <a:cubicBezTo>
                      <a:pt x="12280" y="57075"/>
                      <a:pt x="22400" y="54418"/>
                      <a:pt x="31722" y="54418"/>
                    </a:cubicBezTo>
                    <a:cubicBezTo>
                      <a:pt x="35335" y="54418"/>
                      <a:pt x="38828" y="54817"/>
                      <a:pt x="41931" y="55674"/>
                    </a:cubicBezTo>
                    <a:cubicBezTo>
                      <a:pt x="42172" y="55738"/>
                      <a:pt x="42409" y="55768"/>
                      <a:pt x="42637" y="55768"/>
                    </a:cubicBezTo>
                    <a:cubicBezTo>
                      <a:pt x="44562" y="55768"/>
                      <a:pt x="45947" y="53653"/>
                      <a:pt x="44933" y="51805"/>
                    </a:cubicBezTo>
                    <a:cubicBezTo>
                      <a:pt x="36427" y="36360"/>
                      <a:pt x="17847" y="16112"/>
                      <a:pt x="1635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0" name="Google Shape;1500;p7"/>
              <p:cNvSpPr/>
              <p:nvPr/>
            </p:nvSpPr>
            <p:spPr>
              <a:xfrm>
                <a:off x="-4100775" y="3738950"/>
                <a:ext cx="2249125" cy="1553525"/>
              </a:xfrm>
              <a:custGeom>
                <a:avLst/>
                <a:gdLst/>
                <a:ahLst/>
                <a:cxnLst/>
                <a:rect l="l" t="t" r="r" b="b"/>
                <a:pathLst>
                  <a:path w="89965" h="62141" extrusionOk="0">
                    <a:moveTo>
                      <a:pt x="71585" y="58242"/>
                    </a:moveTo>
                    <a:lnTo>
                      <a:pt x="71585" y="58242"/>
                    </a:lnTo>
                    <a:cubicBezTo>
                      <a:pt x="71590" y="58323"/>
                      <a:pt x="71595" y="58404"/>
                      <a:pt x="71601" y="58485"/>
                    </a:cubicBezTo>
                    <a:lnTo>
                      <a:pt x="71601" y="58485"/>
                    </a:lnTo>
                    <a:cubicBezTo>
                      <a:pt x="71593" y="58407"/>
                      <a:pt x="71585" y="58324"/>
                      <a:pt x="71585" y="58242"/>
                    </a:cubicBezTo>
                    <a:close/>
                    <a:moveTo>
                      <a:pt x="71017" y="1"/>
                    </a:moveTo>
                    <a:lnTo>
                      <a:pt x="71017" y="1"/>
                    </a:lnTo>
                    <a:cubicBezTo>
                      <a:pt x="59142" y="634"/>
                      <a:pt x="18180" y="15879"/>
                      <a:pt x="1301" y="29722"/>
                    </a:cubicBezTo>
                    <a:cubicBezTo>
                      <a:pt x="100" y="30723"/>
                      <a:pt x="0" y="32524"/>
                      <a:pt x="1101" y="33625"/>
                    </a:cubicBezTo>
                    <a:cubicBezTo>
                      <a:pt x="3569" y="36060"/>
                      <a:pt x="5371" y="39762"/>
                      <a:pt x="5871" y="44166"/>
                    </a:cubicBezTo>
                    <a:cubicBezTo>
                      <a:pt x="6046" y="45630"/>
                      <a:pt x="7281" y="46551"/>
                      <a:pt x="8544" y="46551"/>
                    </a:cubicBezTo>
                    <a:cubicBezTo>
                      <a:pt x="9208" y="46551"/>
                      <a:pt x="9879" y="46296"/>
                      <a:pt x="10408" y="45733"/>
                    </a:cubicBezTo>
                    <a:cubicBezTo>
                      <a:pt x="10808" y="45333"/>
                      <a:pt x="11208" y="44933"/>
                      <a:pt x="11608" y="44532"/>
                    </a:cubicBezTo>
                    <a:lnTo>
                      <a:pt x="11608" y="44532"/>
                    </a:lnTo>
                    <a:cubicBezTo>
                      <a:pt x="9974" y="46200"/>
                      <a:pt x="11175" y="49002"/>
                      <a:pt x="13543" y="49002"/>
                    </a:cubicBezTo>
                    <a:cubicBezTo>
                      <a:pt x="20381" y="49036"/>
                      <a:pt x="28887" y="52171"/>
                      <a:pt x="33190" y="56775"/>
                    </a:cubicBezTo>
                    <a:cubicBezTo>
                      <a:pt x="33734" y="57373"/>
                      <a:pt x="34457" y="57658"/>
                      <a:pt x="35171" y="57658"/>
                    </a:cubicBezTo>
                    <a:cubicBezTo>
                      <a:pt x="36168" y="57658"/>
                      <a:pt x="37147" y="57104"/>
                      <a:pt x="37594" y="56074"/>
                    </a:cubicBezTo>
                    <a:cubicBezTo>
                      <a:pt x="37794" y="55574"/>
                      <a:pt x="37994" y="55107"/>
                      <a:pt x="38227" y="54606"/>
                    </a:cubicBezTo>
                    <a:lnTo>
                      <a:pt x="38227" y="54606"/>
                    </a:lnTo>
                    <a:cubicBezTo>
                      <a:pt x="37408" y="56428"/>
                      <a:pt x="38799" y="58333"/>
                      <a:pt x="40666" y="58333"/>
                    </a:cubicBezTo>
                    <a:cubicBezTo>
                      <a:pt x="40849" y="58333"/>
                      <a:pt x="41038" y="58315"/>
                      <a:pt x="41230" y="58276"/>
                    </a:cubicBezTo>
                    <a:cubicBezTo>
                      <a:pt x="43367" y="57814"/>
                      <a:pt x="45880" y="57597"/>
                      <a:pt x="48538" y="57597"/>
                    </a:cubicBezTo>
                    <a:cubicBezTo>
                      <a:pt x="55294" y="57597"/>
                      <a:pt x="62989" y="58998"/>
                      <a:pt x="67849" y="61344"/>
                    </a:cubicBezTo>
                    <a:cubicBezTo>
                      <a:pt x="68217" y="61519"/>
                      <a:pt x="68597" y="61599"/>
                      <a:pt x="68967" y="61599"/>
                    </a:cubicBezTo>
                    <a:cubicBezTo>
                      <a:pt x="70405" y="61599"/>
                      <a:pt x="71694" y="60389"/>
                      <a:pt x="71625" y="58814"/>
                    </a:cubicBezTo>
                    <a:lnTo>
                      <a:pt x="71625" y="58814"/>
                    </a:lnTo>
                    <a:cubicBezTo>
                      <a:pt x="71648" y="59124"/>
                      <a:pt x="71677" y="59434"/>
                      <a:pt x="71718" y="59743"/>
                    </a:cubicBezTo>
                    <a:cubicBezTo>
                      <a:pt x="71838" y="61184"/>
                      <a:pt x="73064" y="62141"/>
                      <a:pt x="74364" y="62141"/>
                    </a:cubicBezTo>
                    <a:cubicBezTo>
                      <a:pt x="74870" y="62141"/>
                      <a:pt x="75387" y="61996"/>
                      <a:pt x="75854" y="61678"/>
                    </a:cubicBezTo>
                    <a:cubicBezTo>
                      <a:pt x="79557" y="59143"/>
                      <a:pt x="84560" y="57175"/>
                      <a:pt x="89964" y="56007"/>
                    </a:cubicBezTo>
                    <a:cubicBezTo>
                      <a:pt x="89764" y="55974"/>
                      <a:pt x="89531" y="55874"/>
                      <a:pt x="89331" y="55774"/>
                    </a:cubicBezTo>
                    <a:cubicBezTo>
                      <a:pt x="84466" y="53426"/>
                      <a:pt x="76762" y="52041"/>
                      <a:pt x="70001" y="52041"/>
                    </a:cubicBezTo>
                    <a:cubicBezTo>
                      <a:pt x="67350" y="52041"/>
                      <a:pt x="64844" y="52254"/>
                      <a:pt x="62712" y="52705"/>
                    </a:cubicBezTo>
                    <a:cubicBezTo>
                      <a:pt x="62205" y="52816"/>
                      <a:pt x="61561" y="52870"/>
                      <a:pt x="60853" y="52870"/>
                    </a:cubicBezTo>
                    <a:cubicBezTo>
                      <a:pt x="58578" y="52870"/>
                      <a:pt x="55657" y="52306"/>
                      <a:pt x="54639" y="51237"/>
                    </a:cubicBezTo>
                    <a:cubicBezTo>
                      <a:pt x="50369" y="46601"/>
                      <a:pt x="41830" y="43498"/>
                      <a:pt x="35025" y="43465"/>
                    </a:cubicBezTo>
                    <a:cubicBezTo>
                      <a:pt x="32657" y="43465"/>
                      <a:pt x="27620" y="40863"/>
                      <a:pt x="27353" y="38628"/>
                    </a:cubicBezTo>
                    <a:cubicBezTo>
                      <a:pt x="26853" y="34225"/>
                      <a:pt x="25051" y="30522"/>
                      <a:pt x="22550" y="28054"/>
                    </a:cubicBezTo>
                    <a:cubicBezTo>
                      <a:pt x="21449" y="26987"/>
                      <a:pt x="21582" y="25152"/>
                      <a:pt x="22783" y="24185"/>
                    </a:cubicBezTo>
                    <a:cubicBezTo>
                      <a:pt x="33624" y="15278"/>
                      <a:pt x="54406" y="5805"/>
                      <a:pt x="71017" y="1"/>
                    </a:cubicBezTo>
                    <a:close/>
                  </a:path>
                </a:pathLst>
              </a:custGeom>
              <a:solidFill>
                <a:srgbClr val="191919">
                  <a:alpha val="284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1" name="Google Shape;1501;p7"/>
              <p:cNvSpPr/>
              <p:nvPr/>
            </p:nvSpPr>
            <p:spPr>
              <a:xfrm>
                <a:off x="-2392900" y="3456250"/>
                <a:ext cx="184325" cy="255200"/>
              </a:xfrm>
              <a:custGeom>
                <a:avLst/>
                <a:gdLst/>
                <a:ahLst/>
                <a:cxnLst/>
                <a:rect l="l" t="t" r="r" b="b"/>
                <a:pathLst>
                  <a:path w="7373" h="10208" extrusionOk="0">
                    <a:moveTo>
                      <a:pt x="3670" y="0"/>
                    </a:moveTo>
                    <a:cubicBezTo>
                      <a:pt x="1835" y="0"/>
                      <a:pt x="1" y="10208"/>
                      <a:pt x="1" y="10208"/>
                    </a:cubicBezTo>
                    <a:lnTo>
                      <a:pt x="7372" y="10208"/>
                    </a:lnTo>
                    <a:cubicBezTo>
                      <a:pt x="7372" y="10208"/>
                      <a:pt x="5538" y="0"/>
                      <a:pt x="36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2" name="Google Shape;1502;p7"/>
              <p:cNvSpPr/>
              <p:nvPr/>
            </p:nvSpPr>
            <p:spPr>
              <a:xfrm>
                <a:off x="-2447950" y="3655550"/>
                <a:ext cx="293575" cy="111775"/>
              </a:xfrm>
              <a:custGeom>
                <a:avLst/>
                <a:gdLst/>
                <a:ahLst/>
                <a:cxnLst/>
                <a:rect l="l" t="t" r="r" b="b"/>
                <a:pathLst>
                  <a:path w="11743" h="4471" extrusionOk="0">
                    <a:moveTo>
                      <a:pt x="2002" y="1"/>
                    </a:moveTo>
                    <a:cubicBezTo>
                      <a:pt x="902" y="1"/>
                      <a:pt x="1" y="902"/>
                      <a:pt x="1" y="2002"/>
                    </a:cubicBezTo>
                    <a:lnTo>
                      <a:pt x="1" y="2469"/>
                    </a:lnTo>
                    <a:cubicBezTo>
                      <a:pt x="1" y="3570"/>
                      <a:pt x="902" y="4471"/>
                      <a:pt x="2002" y="4471"/>
                    </a:cubicBezTo>
                    <a:lnTo>
                      <a:pt x="9741" y="4471"/>
                    </a:lnTo>
                    <a:cubicBezTo>
                      <a:pt x="10875" y="4471"/>
                      <a:pt x="11743" y="3570"/>
                      <a:pt x="11743" y="2469"/>
                    </a:cubicBezTo>
                    <a:lnTo>
                      <a:pt x="11743" y="2002"/>
                    </a:lnTo>
                    <a:cubicBezTo>
                      <a:pt x="11743" y="902"/>
                      <a:pt x="10875" y="1"/>
                      <a:pt x="974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503" name="Google Shape;1503;p7"/>
          <p:cNvGrpSpPr/>
          <p:nvPr/>
        </p:nvGrpSpPr>
        <p:grpSpPr>
          <a:xfrm>
            <a:off x="6832683" y="4409614"/>
            <a:ext cx="3369488" cy="1707138"/>
            <a:chOff x="2087475" y="2783813"/>
            <a:chExt cx="3624275" cy="1836225"/>
          </a:xfrm>
        </p:grpSpPr>
        <p:sp>
          <p:nvSpPr>
            <p:cNvPr id="1504" name="Google Shape;1504;p7"/>
            <p:cNvSpPr/>
            <p:nvPr/>
          </p:nvSpPr>
          <p:spPr>
            <a:xfrm>
              <a:off x="2087475" y="3066513"/>
              <a:ext cx="1777125" cy="1163775"/>
            </a:xfrm>
            <a:custGeom>
              <a:avLst/>
              <a:gdLst/>
              <a:ahLst/>
              <a:cxnLst/>
              <a:rect l="l" t="t" r="r" b="b"/>
              <a:pathLst>
                <a:path w="71085" h="46551" extrusionOk="0">
                  <a:moveTo>
                    <a:pt x="71051" y="1"/>
                  </a:moveTo>
                  <a:cubicBezTo>
                    <a:pt x="59209" y="601"/>
                    <a:pt x="18213" y="15879"/>
                    <a:pt x="1301" y="29722"/>
                  </a:cubicBezTo>
                  <a:cubicBezTo>
                    <a:pt x="100" y="30723"/>
                    <a:pt x="0" y="32524"/>
                    <a:pt x="1101" y="33625"/>
                  </a:cubicBezTo>
                  <a:cubicBezTo>
                    <a:pt x="3569" y="36060"/>
                    <a:pt x="5371" y="39762"/>
                    <a:pt x="5904" y="44166"/>
                  </a:cubicBezTo>
                  <a:cubicBezTo>
                    <a:pt x="6057" y="45630"/>
                    <a:pt x="7285" y="46551"/>
                    <a:pt x="8555" y="46551"/>
                  </a:cubicBezTo>
                  <a:cubicBezTo>
                    <a:pt x="9222" y="46551"/>
                    <a:pt x="9901" y="46296"/>
                    <a:pt x="10441" y="45733"/>
                  </a:cubicBezTo>
                  <a:cubicBezTo>
                    <a:pt x="24151" y="31390"/>
                    <a:pt x="50203" y="12610"/>
                    <a:pt x="71051" y="568"/>
                  </a:cubicBezTo>
                  <a:cubicBezTo>
                    <a:pt x="71051" y="401"/>
                    <a:pt x="71051" y="201"/>
                    <a:pt x="7108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5" name="Google Shape;1505;p7"/>
            <p:cNvSpPr/>
            <p:nvPr/>
          </p:nvSpPr>
          <p:spPr>
            <a:xfrm>
              <a:off x="2335975" y="3080688"/>
              <a:ext cx="1529450" cy="1427300"/>
            </a:xfrm>
            <a:custGeom>
              <a:avLst/>
              <a:gdLst/>
              <a:ahLst/>
              <a:cxnLst/>
              <a:rect l="l" t="t" r="r" b="b"/>
              <a:pathLst>
                <a:path w="61178" h="57092" extrusionOk="0">
                  <a:moveTo>
                    <a:pt x="61111" y="1"/>
                  </a:moveTo>
                  <a:cubicBezTo>
                    <a:pt x="40830" y="11709"/>
                    <a:pt x="15678" y="29789"/>
                    <a:pt x="1668" y="43932"/>
                  </a:cubicBezTo>
                  <a:cubicBezTo>
                    <a:pt x="1" y="45633"/>
                    <a:pt x="1235" y="48435"/>
                    <a:pt x="3603" y="48435"/>
                  </a:cubicBezTo>
                  <a:cubicBezTo>
                    <a:pt x="10441" y="48469"/>
                    <a:pt x="18947" y="51604"/>
                    <a:pt x="23250" y="56208"/>
                  </a:cubicBezTo>
                  <a:cubicBezTo>
                    <a:pt x="23794" y="56806"/>
                    <a:pt x="24517" y="57091"/>
                    <a:pt x="25231" y="57091"/>
                  </a:cubicBezTo>
                  <a:cubicBezTo>
                    <a:pt x="26228" y="57091"/>
                    <a:pt x="27207" y="56537"/>
                    <a:pt x="27654" y="55507"/>
                  </a:cubicBezTo>
                  <a:cubicBezTo>
                    <a:pt x="34525" y="39529"/>
                    <a:pt x="48001" y="18180"/>
                    <a:pt x="61178" y="101"/>
                  </a:cubicBezTo>
                  <a:cubicBezTo>
                    <a:pt x="61144" y="34"/>
                    <a:pt x="61144" y="67"/>
                    <a:pt x="6111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6" name="Google Shape;1506;p7"/>
            <p:cNvSpPr/>
            <p:nvPr/>
          </p:nvSpPr>
          <p:spPr>
            <a:xfrm>
              <a:off x="3022650" y="3086538"/>
              <a:ext cx="858600" cy="1520275"/>
            </a:xfrm>
            <a:custGeom>
              <a:avLst/>
              <a:gdLst/>
              <a:ahLst/>
              <a:cxnLst/>
              <a:rect l="l" t="t" r="r" b="b"/>
              <a:pathLst>
                <a:path w="34344" h="60811" extrusionOk="0">
                  <a:moveTo>
                    <a:pt x="33610" y="0"/>
                  </a:moveTo>
                  <a:lnTo>
                    <a:pt x="33610" y="0"/>
                  </a:lnTo>
                  <a:cubicBezTo>
                    <a:pt x="20868" y="17479"/>
                    <a:pt x="7859" y="38027"/>
                    <a:pt x="820" y="53805"/>
                  </a:cubicBezTo>
                  <a:cubicBezTo>
                    <a:pt x="1" y="55627"/>
                    <a:pt x="1392" y="57532"/>
                    <a:pt x="3259" y="57532"/>
                  </a:cubicBezTo>
                  <a:cubicBezTo>
                    <a:pt x="3442" y="57532"/>
                    <a:pt x="3631" y="57514"/>
                    <a:pt x="3823" y="57475"/>
                  </a:cubicBezTo>
                  <a:cubicBezTo>
                    <a:pt x="5960" y="57013"/>
                    <a:pt x="8473" y="56796"/>
                    <a:pt x="11131" y="56796"/>
                  </a:cubicBezTo>
                  <a:cubicBezTo>
                    <a:pt x="17887" y="56796"/>
                    <a:pt x="25582" y="58197"/>
                    <a:pt x="30442" y="60543"/>
                  </a:cubicBezTo>
                  <a:cubicBezTo>
                    <a:pt x="30815" y="60727"/>
                    <a:pt x="31200" y="60811"/>
                    <a:pt x="31574" y="60811"/>
                  </a:cubicBezTo>
                  <a:cubicBezTo>
                    <a:pt x="33038" y="60811"/>
                    <a:pt x="34344" y="59529"/>
                    <a:pt x="34211" y="57908"/>
                  </a:cubicBezTo>
                  <a:cubicBezTo>
                    <a:pt x="32443" y="37794"/>
                    <a:pt x="32777" y="16745"/>
                    <a:pt x="3361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7" name="Google Shape;1507;p7"/>
            <p:cNvSpPr/>
            <p:nvPr/>
          </p:nvSpPr>
          <p:spPr>
            <a:xfrm>
              <a:off x="3878750" y="3065688"/>
              <a:ext cx="1833000" cy="1095200"/>
            </a:xfrm>
            <a:custGeom>
              <a:avLst/>
              <a:gdLst/>
              <a:ahLst/>
              <a:cxnLst/>
              <a:rect l="l" t="t" r="r" b="b"/>
              <a:pathLst>
                <a:path w="73320" h="43808" extrusionOk="0">
                  <a:moveTo>
                    <a:pt x="100" y="0"/>
                  </a:moveTo>
                  <a:lnTo>
                    <a:pt x="0" y="334"/>
                  </a:lnTo>
                  <a:cubicBezTo>
                    <a:pt x="23450" y="12276"/>
                    <a:pt x="51837" y="29588"/>
                    <a:pt x="67248" y="43131"/>
                  </a:cubicBezTo>
                  <a:cubicBezTo>
                    <a:pt x="67767" y="43597"/>
                    <a:pt x="68383" y="43807"/>
                    <a:pt x="68988" y="43807"/>
                  </a:cubicBezTo>
                  <a:cubicBezTo>
                    <a:pt x="70289" y="43807"/>
                    <a:pt x="71538" y="42833"/>
                    <a:pt x="71651" y="41330"/>
                  </a:cubicBezTo>
                  <a:cubicBezTo>
                    <a:pt x="71818" y="38961"/>
                    <a:pt x="72218" y="36326"/>
                    <a:pt x="72986" y="34125"/>
                  </a:cubicBezTo>
                  <a:cubicBezTo>
                    <a:pt x="73319" y="33091"/>
                    <a:pt x="73052" y="31956"/>
                    <a:pt x="72252" y="31256"/>
                  </a:cubicBezTo>
                  <a:cubicBezTo>
                    <a:pt x="56274" y="16712"/>
                    <a:pt x="11275" y="0"/>
                    <a:pt x="10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" name="Google Shape;1508;p7"/>
            <p:cNvSpPr/>
            <p:nvPr/>
          </p:nvSpPr>
          <p:spPr>
            <a:xfrm>
              <a:off x="3874575" y="3072363"/>
              <a:ext cx="1687900" cy="1388950"/>
            </a:xfrm>
            <a:custGeom>
              <a:avLst/>
              <a:gdLst/>
              <a:ahLst/>
              <a:cxnLst/>
              <a:rect l="l" t="t" r="r" b="b"/>
              <a:pathLst>
                <a:path w="67516" h="55558" extrusionOk="0">
                  <a:moveTo>
                    <a:pt x="67" y="0"/>
                  </a:moveTo>
                  <a:cubicBezTo>
                    <a:pt x="34" y="67"/>
                    <a:pt x="34" y="33"/>
                    <a:pt x="0" y="67"/>
                  </a:cubicBezTo>
                  <a:cubicBezTo>
                    <a:pt x="16979" y="16979"/>
                    <a:pt x="36593" y="38361"/>
                    <a:pt x="44466" y="54072"/>
                  </a:cubicBezTo>
                  <a:cubicBezTo>
                    <a:pt x="44945" y="55049"/>
                    <a:pt x="45883" y="55558"/>
                    <a:pt x="46835" y="55558"/>
                  </a:cubicBezTo>
                  <a:cubicBezTo>
                    <a:pt x="47605" y="55558"/>
                    <a:pt x="48384" y="55225"/>
                    <a:pt x="48935" y="54539"/>
                  </a:cubicBezTo>
                  <a:cubicBezTo>
                    <a:pt x="53238" y="49135"/>
                    <a:pt x="58676" y="46367"/>
                    <a:pt x="64080" y="46033"/>
                  </a:cubicBezTo>
                  <a:cubicBezTo>
                    <a:pt x="66481" y="45900"/>
                    <a:pt x="67515" y="42931"/>
                    <a:pt x="65681" y="41363"/>
                  </a:cubicBezTo>
                  <a:cubicBezTo>
                    <a:pt x="49936" y="28053"/>
                    <a:pt x="22650" y="11508"/>
                    <a:pt x="6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9" name="Google Shape;1509;p7"/>
            <p:cNvSpPr/>
            <p:nvPr/>
          </p:nvSpPr>
          <p:spPr>
            <a:xfrm>
              <a:off x="3833700" y="3074013"/>
              <a:ext cx="1148675" cy="1546025"/>
            </a:xfrm>
            <a:custGeom>
              <a:avLst/>
              <a:gdLst/>
              <a:ahLst/>
              <a:cxnLst/>
              <a:rect l="l" t="t" r="r" b="b"/>
              <a:pathLst>
                <a:path w="45947" h="61841" extrusionOk="0">
                  <a:moveTo>
                    <a:pt x="1635" y="1"/>
                  </a:moveTo>
                  <a:cubicBezTo>
                    <a:pt x="1602" y="34"/>
                    <a:pt x="1569" y="34"/>
                    <a:pt x="1502" y="34"/>
                  </a:cubicBezTo>
                  <a:cubicBezTo>
                    <a:pt x="1402" y="168"/>
                    <a:pt x="1302" y="334"/>
                    <a:pt x="1168" y="501"/>
                  </a:cubicBezTo>
                  <a:cubicBezTo>
                    <a:pt x="301" y="17547"/>
                    <a:pt x="1" y="38995"/>
                    <a:pt x="1869" y="59443"/>
                  </a:cubicBezTo>
                  <a:cubicBezTo>
                    <a:pt x="1989" y="60884"/>
                    <a:pt x="3215" y="61841"/>
                    <a:pt x="4515" y="61841"/>
                  </a:cubicBezTo>
                  <a:cubicBezTo>
                    <a:pt x="5021" y="61841"/>
                    <a:pt x="5538" y="61696"/>
                    <a:pt x="6005" y="61378"/>
                  </a:cubicBezTo>
                  <a:cubicBezTo>
                    <a:pt x="12280" y="57075"/>
                    <a:pt x="22400" y="54418"/>
                    <a:pt x="31722" y="54418"/>
                  </a:cubicBezTo>
                  <a:cubicBezTo>
                    <a:pt x="35335" y="54418"/>
                    <a:pt x="38828" y="54817"/>
                    <a:pt x="41931" y="55674"/>
                  </a:cubicBezTo>
                  <a:cubicBezTo>
                    <a:pt x="42172" y="55738"/>
                    <a:pt x="42409" y="55768"/>
                    <a:pt x="42637" y="55768"/>
                  </a:cubicBezTo>
                  <a:cubicBezTo>
                    <a:pt x="44562" y="55768"/>
                    <a:pt x="45947" y="53653"/>
                    <a:pt x="44933" y="51805"/>
                  </a:cubicBezTo>
                  <a:cubicBezTo>
                    <a:pt x="36427" y="36360"/>
                    <a:pt x="17847" y="16112"/>
                    <a:pt x="163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510" name="Google Shape;1510;p7"/>
            <p:cNvGrpSpPr/>
            <p:nvPr/>
          </p:nvGrpSpPr>
          <p:grpSpPr>
            <a:xfrm>
              <a:off x="2087475" y="2783813"/>
              <a:ext cx="3624275" cy="1836225"/>
              <a:chOff x="112275" y="2665738"/>
              <a:chExt cx="3624275" cy="1836225"/>
            </a:xfrm>
          </p:grpSpPr>
          <p:sp>
            <p:nvSpPr>
              <p:cNvPr id="1511" name="Google Shape;1511;p7"/>
              <p:cNvSpPr/>
              <p:nvPr/>
            </p:nvSpPr>
            <p:spPr>
              <a:xfrm>
                <a:off x="112275" y="2948438"/>
                <a:ext cx="1777125" cy="1163775"/>
              </a:xfrm>
              <a:custGeom>
                <a:avLst/>
                <a:gdLst/>
                <a:ahLst/>
                <a:cxnLst/>
                <a:rect l="l" t="t" r="r" b="b"/>
                <a:pathLst>
                  <a:path w="71085" h="46551" extrusionOk="0">
                    <a:moveTo>
                      <a:pt x="71051" y="1"/>
                    </a:moveTo>
                    <a:cubicBezTo>
                      <a:pt x="59209" y="601"/>
                      <a:pt x="18213" y="15879"/>
                      <a:pt x="1301" y="29722"/>
                    </a:cubicBezTo>
                    <a:cubicBezTo>
                      <a:pt x="100" y="30723"/>
                      <a:pt x="0" y="32524"/>
                      <a:pt x="1101" y="33625"/>
                    </a:cubicBezTo>
                    <a:cubicBezTo>
                      <a:pt x="3569" y="36060"/>
                      <a:pt x="5371" y="39762"/>
                      <a:pt x="5904" y="44166"/>
                    </a:cubicBezTo>
                    <a:cubicBezTo>
                      <a:pt x="6057" y="45630"/>
                      <a:pt x="7285" y="46551"/>
                      <a:pt x="8555" y="46551"/>
                    </a:cubicBezTo>
                    <a:cubicBezTo>
                      <a:pt x="9222" y="46551"/>
                      <a:pt x="9901" y="46296"/>
                      <a:pt x="10441" y="45733"/>
                    </a:cubicBezTo>
                    <a:cubicBezTo>
                      <a:pt x="24151" y="31390"/>
                      <a:pt x="50203" y="12610"/>
                      <a:pt x="71051" y="568"/>
                    </a:cubicBezTo>
                    <a:cubicBezTo>
                      <a:pt x="71051" y="401"/>
                      <a:pt x="71051" y="201"/>
                      <a:pt x="71084" y="1"/>
                    </a:cubicBezTo>
                    <a:close/>
                  </a:path>
                </a:pathLst>
              </a:custGeom>
              <a:solidFill>
                <a:srgbClr val="191919">
                  <a:alpha val="284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2" name="Google Shape;1512;p7"/>
              <p:cNvSpPr/>
              <p:nvPr/>
            </p:nvSpPr>
            <p:spPr>
              <a:xfrm>
                <a:off x="360775" y="2962613"/>
                <a:ext cx="1529450" cy="1427300"/>
              </a:xfrm>
              <a:custGeom>
                <a:avLst/>
                <a:gdLst/>
                <a:ahLst/>
                <a:cxnLst/>
                <a:rect l="l" t="t" r="r" b="b"/>
                <a:pathLst>
                  <a:path w="61178" h="57092" extrusionOk="0">
                    <a:moveTo>
                      <a:pt x="61111" y="1"/>
                    </a:moveTo>
                    <a:cubicBezTo>
                      <a:pt x="40830" y="11709"/>
                      <a:pt x="15678" y="29789"/>
                      <a:pt x="1668" y="43932"/>
                    </a:cubicBezTo>
                    <a:cubicBezTo>
                      <a:pt x="1" y="45633"/>
                      <a:pt x="1235" y="48435"/>
                      <a:pt x="3603" y="48435"/>
                    </a:cubicBezTo>
                    <a:cubicBezTo>
                      <a:pt x="10441" y="48469"/>
                      <a:pt x="18947" y="51604"/>
                      <a:pt x="23250" y="56208"/>
                    </a:cubicBezTo>
                    <a:cubicBezTo>
                      <a:pt x="23794" y="56806"/>
                      <a:pt x="24517" y="57091"/>
                      <a:pt x="25231" y="57091"/>
                    </a:cubicBezTo>
                    <a:cubicBezTo>
                      <a:pt x="26228" y="57091"/>
                      <a:pt x="27207" y="56537"/>
                      <a:pt x="27654" y="55507"/>
                    </a:cubicBezTo>
                    <a:cubicBezTo>
                      <a:pt x="34525" y="39529"/>
                      <a:pt x="48001" y="18180"/>
                      <a:pt x="61178" y="101"/>
                    </a:cubicBezTo>
                    <a:cubicBezTo>
                      <a:pt x="61144" y="34"/>
                      <a:pt x="61144" y="67"/>
                      <a:pt x="61111" y="1"/>
                    </a:cubicBezTo>
                    <a:close/>
                  </a:path>
                </a:pathLst>
              </a:custGeom>
              <a:solidFill>
                <a:srgbClr val="191919">
                  <a:alpha val="189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3" name="Google Shape;1513;p7"/>
              <p:cNvSpPr/>
              <p:nvPr/>
            </p:nvSpPr>
            <p:spPr>
              <a:xfrm>
                <a:off x="1047450" y="2968463"/>
                <a:ext cx="858600" cy="1520275"/>
              </a:xfrm>
              <a:custGeom>
                <a:avLst/>
                <a:gdLst/>
                <a:ahLst/>
                <a:cxnLst/>
                <a:rect l="l" t="t" r="r" b="b"/>
                <a:pathLst>
                  <a:path w="34344" h="60811" extrusionOk="0">
                    <a:moveTo>
                      <a:pt x="33610" y="0"/>
                    </a:moveTo>
                    <a:lnTo>
                      <a:pt x="33610" y="0"/>
                    </a:lnTo>
                    <a:cubicBezTo>
                      <a:pt x="20868" y="17479"/>
                      <a:pt x="7859" y="38027"/>
                      <a:pt x="820" y="53805"/>
                    </a:cubicBezTo>
                    <a:cubicBezTo>
                      <a:pt x="1" y="55627"/>
                      <a:pt x="1392" y="57532"/>
                      <a:pt x="3259" y="57532"/>
                    </a:cubicBezTo>
                    <a:cubicBezTo>
                      <a:pt x="3442" y="57532"/>
                      <a:pt x="3631" y="57514"/>
                      <a:pt x="3823" y="57475"/>
                    </a:cubicBezTo>
                    <a:cubicBezTo>
                      <a:pt x="5960" y="57013"/>
                      <a:pt x="8473" y="56796"/>
                      <a:pt x="11131" y="56796"/>
                    </a:cubicBezTo>
                    <a:cubicBezTo>
                      <a:pt x="17887" y="56796"/>
                      <a:pt x="25582" y="58197"/>
                      <a:pt x="30442" y="60543"/>
                    </a:cubicBezTo>
                    <a:cubicBezTo>
                      <a:pt x="30815" y="60727"/>
                      <a:pt x="31200" y="60811"/>
                      <a:pt x="31574" y="60811"/>
                    </a:cubicBezTo>
                    <a:cubicBezTo>
                      <a:pt x="33038" y="60811"/>
                      <a:pt x="34344" y="59529"/>
                      <a:pt x="34211" y="57908"/>
                    </a:cubicBezTo>
                    <a:cubicBezTo>
                      <a:pt x="32443" y="37794"/>
                      <a:pt x="32777" y="16745"/>
                      <a:pt x="33610" y="0"/>
                    </a:cubicBezTo>
                    <a:close/>
                  </a:path>
                </a:pathLst>
              </a:custGeom>
              <a:solidFill>
                <a:srgbClr val="191919">
                  <a:alpha val="150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4" name="Google Shape;1514;p7"/>
              <p:cNvSpPr/>
              <p:nvPr/>
            </p:nvSpPr>
            <p:spPr>
              <a:xfrm>
                <a:off x="1903550" y="2947613"/>
                <a:ext cx="1833000" cy="1095200"/>
              </a:xfrm>
              <a:custGeom>
                <a:avLst/>
                <a:gdLst/>
                <a:ahLst/>
                <a:cxnLst/>
                <a:rect l="l" t="t" r="r" b="b"/>
                <a:pathLst>
                  <a:path w="73320" h="43808" extrusionOk="0">
                    <a:moveTo>
                      <a:pt x="100" y="0"/>
                    </a:moveTo>
                    <a:lnTo>
                      <a:pt x="0" y="334"/>
                    </a:lnTo>
                    <a:cubicBezTo>
                      <a:pt x="23450" y="12276"/>
                      <a:pt x="51837" y="29588"/>
                      <a:pt x="67248" y="43131"/>
                    </a:cubicBezTo>
                    <a:cubicBezTo>
                      <a:pt x="67767" y="43597"/>
                      <a:pt x="68383" y="43807"/>
                      <a:pt x="68988" y="43807"/>
                    </a:cubicBezTo>
                    <a:cubicBezTo>
                      <a:pt x="70289" y="43807"/>
                      <a:pt x="71538" y="42833"/>
                      <a:pt x="71651" y="41330"/>
                    </a:cubicBezTo>
                    <a:cubicBezTo>
                      <a:pt x="71818" y="38961"/>
                      <a:pt x="72218" y="36326"/>
                      <a:pt x="72986" y="34125"/>
                    </a:cubicBezTo>
                    <a:cubicBezTo>
                      <a:pt x="73319" y="33091"/>
                      <a:pt x="73052" y="31956"/>
                      <a:pt x="72252" y="31256"/>
                    </a:cubicBezTo>
                    <a:cubicBezTo>
                      <a:pt x="56274" y="16712"/>
                      <a:pt x="11275" y="0"/>
                      <a:pt x="100" y="0"/>
                    </a:cubicBezTo>
                    <a:close/>
                  </a:path>
                </a:pathLst>
              </a:custGeom>
              <a:solidFill>
                <a:srgbClr val="191919">
                  <a:alpha val="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5" name="Google Shape;1515;p7"/>
              <p:cNvSpPr/>
              <p:nvPr/>
            </p:nvSpPr>
            <p:spPr>
              <a:xfrm>
                <a:off x="1899375" y="2954288"/>
                <a:ext cx="1687900" cy="1388950"/>
              </a:xfrm>
              <a:custGeom>
                <a:avLst/>
                <a:gdLst/>
                <a:ahLst/>
                <a:cxnLst/>
                <a:rect l="l" t="t" r="r" b="b"/>
                <a:pathLst>
                  <a:path w="67516" h="55558" extrusionOk="0">
                    <a:moveTo>
                      <a:pt x="67" y="0"/>
                    </a:moveTo>
                    <a:cubicBezTo>
                      <a:pt x="34" y="67"/>
                      <a:pt x="34" y="33"/>
                      <a:pt x="0" y="67"/>
                    </a:cubicBezTo>
                    <a:cubicBezTo>
                      <a:pt x="16979" y="16979"/>
                      <a:pt x="36593" y="38361"/>
                      <a:pt x="44466" y="54072"/>
                    </a:cubicBezTo>
                    <a:cubicBezTo>
                      <a:pt x="44945" y="55049"/>
                      <a:pt x="45883" y="55558"/>
                      <a:pt x="46835" y="55558"/>
                    </a:cubicBezTo>
                    <a:cubicBezTo>
                      <a:pt x="47605" y="55558"/>
                      <a:pt x="48384" y="55225"/>
                      <a:pt x="48935" y="54539"/>
                    </a:cubicBezTo>
                    <a:cubicBezTo>
                      <a:pt x="53238" y="49135"/>
                      <a:pt x="58676" y="46367"/>
                      <a:pt x="64080" y="46033"/>
                    </a:cubicBezTo>
                    <a:cubicBezTo>
                      <a:pt x="66481" y="45900"/>
                      <a:pt x="67515" y="42931"/>
                      <a:pt x="65681" y="41363"/>
                    </a:cubicBezTo>
                    <a:cubicBezTo>
                      <a:pt x="49936" y="28053"/>
                      <a:pt x="22650" y="11508"/>
                      <a:pt x="67" y="0"/>
                    </a:cubicBezTo>
                    <a:close/>
                  </a:path>
                </a:pathLst>
              </a:custGeom>
              <a:solidFill>
                <a:srgbClr val="191919">
                  <a:alpha val="61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6" name="Google Shape;1516;p7"/>
              <p:cNvSpPr/>
              <p:nvPr/>
            </p:nvSpPr>
            <p:spPr>
              <a:xfrm>
                <a:off x="1858500" y="2955938"/>
                <a:ext cx="1148675" cy="1546025"/>
              </a:xfrm>
              <a:custGeom>
                <a:avLst/>
                <a:gdLst/>
                <a:ahLst/>
                <a:cxnLst/>
                <a:rect l="l" t="t" r="r" b="b"/>
                <a:pathLst>
                  <a:path w="45947" h="61841" extrusionOk="0">
                    <a:moveTo>
                      <a:pt x="1635" y="1"/>
                    </a:moveTo>
                    <a:cubicBezTo>
                      <a:pt x="1602" y="34"/>
                      <a:pt x="1569" y="34"/>
                      <a:pt x="1502" y="34"/>
                    </a:cubicBezTo>
                    <a:cubicBezTo>
                      <a:pt x="1402" y="168"/>
                      <a:pt x="1302" y="334"/>
                      <a:pt x="1168" y="501"/>
                    </a:cubicBezTo>
                    <a:cubicBezTo>
                      <a:pt x="301" y="17547"/>
                      <a:pt x="1" y="38995"/>
                      <a:pt x="1869" y="59443"/>
                    </a:cubicBezTo>
                    <a:cubicBezTo>
                      <a:pt x="1989" y="60884"/>
                      <a:pt x="3215" y="61841"/>
                      <a:pt x="4515" y="61841"/>
                    </a:cubicBezTo>
                    <a:cubicBezTo>
                      <a:pt x="5021" y="61841"/>
                      <a:pt x="5538" y="61696"/>
                      <a:pt x="6005" y="61378"/>
                    </a:cubicBezTo>
                    <a:cubicBezTo>
                      <a:pt x="12280" y="57075"/>
                      <a:pt x="22400" y="54418"/>
                      <a:pt x="31722" y="54418"/>
                    </a:cubicBezTo>
                    <a:cubicBezTo>
                      <a:pt x="35335" y="54418"/>
                      <a:pt x="38828" y="54817"/>
                      <a:pt x="41931" y="55674"/>
                    </a:cubicBezTo>
                    <a:cubicBezTo>
                      <a:pt x="42172" y="55738"/>
                      <a:pt x="42409" y="55768"/>
                      <a:pt x="42637" y="55768"/>
                    </a:cubicBezTo>
                    <a:cubicBezTo>
                      <a:pt x="44562" y="55768"/>
                      <a:pt x="45947" y="53653"/>
                      <a:pt x="44933" y="51805"/>
                    </a:cubicBezTo>
                    <a:cubicBezTo>
                      <a:pt x="36427" y="36360"/>
                      <a:pt x="17847" y="16112"/>
                      <a:pt x="1635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7" name="Google Shape;1517;p7"/>
              <p:cNvSpPr/>
              <p:nvPr/>
            </p:nvSpPr>
            <p:spPr>
              <a:xfrm>
                <a:off x="112275" y="2948438"/>
                <a:ext cx="2249125" cy="1553525"/>
              </a:xfrm>
              <a:custGeom>
                <a:avLst/>
                <a:gdLst/>
                <a:ahLst/>
                <a:cxnLst/>
                <a:rect l="l" t="t" r="r" b="b"/>
                <a:pathLst>
                  <a:path w="89965" h="62141" extrusionOk="0">
                    <a:moveTo>
                      <a:pt x="71585" y="58242"/>
                    </a:moveTo>
                    <a:lnTo>
                      <a:pt x="71585" y="58242"/>
                    </a:lnTo>
                    <a:cubicBezTo>
                      <a:pt x="71590" y="58323"/>
                      <a:pt x="71595" y="58404"/>
                      <a:pt x="71601" y="58485"/>
                    </a:cubicBezTo>
                    <a:lnTo>
                      <a:pt x="71601" y="58485"/>
                    </a:lnTo>
                    <a:cubicBezTo>
                      <a:pt x="71593" y="58407"/>
                      <a:pt x="71585" y="58324"/>
                      <a:pt x="71585" y="58242"/>
                    </a:cubicBezTo>
                    <a:close/>
                    <a:moveTo>
                      <a:pt x="71017" y="1"/>
                    </a:moveTo>
                    <a:lnTo>
                      <a:pt x="71017" y="1"/>
                    </a:lnTo>
                    <a:cubicBezTo>
                      <a:pt x="59142" y="634"/>
                      <a:pt x="18180" y="15879"/>
                      <a:pt x="1301" y="29722"/>
                    </a:cubicBezTo>
                    <a:cubicBezTo>
                      <a:pt x="100" y="30723"/>
                      <a:pt x="0" y="32524"/>
                      <a:pt x="1101" y="33625"/>
                    </a:cubicBezTo>
                    <a:cubicBezTo>
                      <a:pt x="3569" y="36060"/>
                      <a:pt x="5371" y="39762"/>
                      <a:pt x="5871" y="44166"/>
                    </a:cubicBezTo>
                    <a:cubicBezTo>
                      <a:pt x="6046" y="45630"/>
                      <a:pt x="7281" y="46551"/>
                      <a:pt x="8544" y="46551"/>
                    </a:cubicBezTo>
                    <a:cubicBezTo>
                      <a:pt x="9208" y="46551"/>
                      <a:pt x="9879" y="46296"/>
                      <a:pt x="10408" y="45733"/>
                    </a:cubicBezTo>
                    <a:cubicBezTo>
                      <a:pt x="10808" y="45333"/>
                      <a:pt x="11208" y="44933"/>
                      <a:pt x="11608" y="44532"/>
                    </a:cubicBezTo>
                    <a:lnTo>
                      <a:pt x="11608" y="44532"/>
                    </a:lnTo>
                    <a:cubicBezTo>
                      <a:pt x="9974" y="46200"/>
                      <a:pt x="11175" y="49002"/>
                      <a:pt x="13543" y="49002"/>
                    </a:cubicBezTo>
                    <a:cubicBezTo>
                      <a:pt x="20381" y="49036"/>
                      <a:pt x="28887" y="52171"/>
                      <a:pt x="33190" y="56775"/>
                    </a:cubicBezTo>
                    <a:cubicBezTo>
                      <a:pt x="33734" y="57373"/>
                      <a:pt x="34457" y="57658"/>
                      <a:pt x="35171" y="57658"/>
                    </a:cubicBezTo>
                    <a:cubicBezTo>
                      <a:pt x="36168" y="57658"/>
                      <a:pt x="37147" y="57104"/>
                      <a:pt x="37594" y="56074"/>
                    </a:cubicBezTo>
                    <a:cubicBezTo>
                      <a:pt x="37794" y="55574"/>
                      <a:pt x="37994" y="55107"/>
                      <a:pt x="38227" y="54606"/>
                    </a:cubicBezTo>
                    <a:lnTo>
                      <a:pt x="38227" y="54606"/>
                    </a:lnTo>
                    <a:cubicBezTo>
                      <a:pt x="37408" y="56428"/>
                      <a:pt x="38799" y="58333"/>
                      <a:pt x="40666" y="58333"/>
                    </a:cubicBezTo>
                    <a:cubicBezTo>
                      <a:pt x="40849" y="58333"/>
                      <a:pt x="41038" y="58315"/>
                      <a:pt x="41230" y="58276"/>
                    </a:cubicBezTo>
                    <a:cubicBezTo>
                      <a:pt x="43367" y="57814"/>
                      <a:pt x="45880" y="57597"/>
                      <a:pt x="48538" y="57597"/>
                    </a:cubicBezTo>
                    <a:cubicBezTo>
                      <a:pt x="55294" y="57597"/>
                      <a:pt x="62989" y="58998"/>
                      <a:pt x="67849" y="61344"/>
                    </a:cubicBezTo>
                    <a:cubicBezTo>
                      <a:pt x="68217" y="61519"/>
                      <a:pt x="68597" y="61599"/>
                      <a:pt x="68967" y="61599"/>
                    </a:cubicBezTo>
                    <a:cubicBezTo>
                      <a:pt x="70405" y="61599"/>
                      <a:pt x="71694" y="60389"/>
                      <a:pt x="71625" y="58814"/>
                    </a:cubicBezTo>
                    <a:lnTo>
                      <a:pt x="71625" y="58814"/>
                    </a:lnTo>
                    <a:cubicBezTo>
                      <a:pt x="71648" y="59124"/>
                      <a:pt x="71677" y="59434"/>
                      <a:pt x="71718" y="59743"/>
                    </a:cubicBezTo>
                    <a:cubicBezTo>
                      <a:pt x="71838" y="61184"/>
                      <a:pt x="73064" y="62141"/>
                      <a:pt x="74364" y="62141"/>
                    </a:cubicBezTo>
                    <a:cubicBezTo>
                      <a:pt x="74870" y="62141"/>
                      <a:pt x="75387" y="61996"/>
                      <a:pt x="75854" y="61678"/>
                    </a:cubicBezTo>
                    <a:cubicBezTo>
                      <a:pt x="79557" y="59143"/>
                      <a:pt x="84560" y="57175"/>
                      <a:pt x="89964" y="56007"/>
                    </a:cubicBezTo>
                    <a:cubicBezTo>
                      <a:pt x="89764" y="55974"/>
                      <a:pt x="89531" y="55874"/>
                      <a:pt x="89331" y="55774"/>
                    </a:cubicBezTo>
                    <a:cubicBezTo>
                      <a:pt x="84466" y="53426"/>
                      <a:pt x="76762" y="52041"/>
                      <a:pt x="70001" y="52041"/>
                    </a:cubicBezTo>
                    <a:cubicBezTo>
                      <a:pt x="67350" y="52041"/>
                      <a:pt x="64844" y="52254"/>
                      <a:pt x="62712" y="52705"/>
                    </a:cubicBezTo>
                    <a:cubicBezTo>
                      <a:pt x="62205" y="52816"/>
                      <a:pt x="61561" y="52870"/>
                      <a:pt x="60853" y="52870"/>
                    </a:cubicBezTo>
                    <a:cubicBezTo>
                      <a:pt x="58578" y="52870"/>
                      <a:pt x="55657" y="52306"/>
                      <a:pt x="54639" y="51237"/>
                    </a:cubicBezTo>
                    <a:cubicBezTo>
                      <a:pt x="50369" y="46601"/>
                      <a:pt x="41830" y="43498"/>
                      <a:pt x="35025" y="43465"/>
                    </a:cubicBezTo>
                    <a:cubicBezTo>
                      <a:pt x="32657" y="43465"/>
                      <a:pt x="27620" y="40863"/>
                      <a:pt x="27353" y="38628"/>
                    </a:cubicBezTo>
                    <a:cubicBezTo>
                      <a:pt x="26853" y="34225"/>
                      <a:pt x="25051" y="30522"/>
                      <a:pt x="22550" y="28054"/>
                    </a:cubicBezTo>
                    <a:cubicBezTo>
                      <a:pt x="21449" y="26987"/>
                      <a:pt x="21582" y="25152"/>
                      <a:pt x="22783" y="24185"/>
                    </a:cubicBezTo>
                    <a:cubicBezTo>
                      <a:pt x="33624" y="15278"/>
                      <a:pt x="54406" y="5805"/>
                      <a:pt x="71017" y="1"/>
                    </a:cubicBezTo>
                    <a:close/>
                  </a:path>
                </a:pathLst>
              </a:custGeom>
              <a:solidFill>
                <a:srgbClr val="191919">
                  <a:alpha val="284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8" name="Google Shape;1518;p7"/>
              <p:cNvSpPr/>
              <p:nvPr/>
            </p:nvSpPr>
            <p:spPr>
              <a:xfrm>
                <a:off x="1820150" y="2665738"/>
                <a:ext cx="184325" cy="255200"/>
              </a:xfrm>
              <a:custGeom>
                <a:avLst/>
                <a:gdLst/>
                <a:ahLst/>
                <a:cxnLst/>
                <a:rect l="l" t="t" r="r" b="b"/>
                <a:pathLst>
                  <a:path w="7373" h="10208" extrusionOk="0">
                    <a:moveTo>
                      <a:pt x="3670" y="0"/>
                    </a:moveTo>
                    <a:cubicBezTo>
                      <a:pt x="1835" y="0"/>
                      <a:pt x="1" y="10208"/>
                      <a:pt x="1" y="10208"/>
                    </a:cubicBezTo>
                    <a:lnTo>
                      <a:pt x="7372" y="10208"/>
                    </a:lnTo>
                    <a:cubicBezTo>
                      <a:pt x="7372" y="10208"/>
                      <a:pt x="5538" y="0"/>
                      <a:pt x="36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9" name="Google Shape;1519;p7"/>
              <p:cNvSpPr/>
              <p:nvPr/>
            </p:nvSpPr>
            <p:spPr>
              <a:xfrm>
                <a:off x="1765100" y="2865038"/>
                <a:ext cx="293575" cy="111775"/>
              </a:xfrm>
              <a:custGeom>
                <a:avLst/>
                <a:gdLst/>
                <a:ahLst/>
                <a:cxnLst/>
                <a:rect l="l" t="t" r="r" b="b"/>
                <a:pathLst>
                  <a:path w="11743" h="4471" extrusionOk="0">
                    <a:moveTo>
                      <a:pt x="2002" y="1"/>
                    </a:moveTo>
                    <a:cubicBezTo>
                      <a:pt x="902" y="1"/>
                      <a:pt x="1" y="902"/>
                      <a:pt x="1" y="2002"/>
                    </a:cubicBezTo>
                    <a:lnTo>
                      <a:pt x="1" y="2469"/>
                    </a:lnTo>
                    <a:cubicBezTo>
                      <a:pt x="1" y="3570"/>
                      <a:pt x="902" y="4471"/>
                      <a:pt x="2002" y="4471"/>
                    </a:cubicBezTo>
                    <a:lnTo>
                      <a:pt x="9741" y="4471"/>
                    </a:lnTo>
                    <a:cubicBezTo>
                      <a:pt x="10875" y="4471"/>
                      <a:pt x="11743" y="3570"/>
                      <a:pt x="11743" y="2469"/>
                    </a:cubicBezTo>
                    <a:lnTo>
                      <a:pt x="11743" y="2002"/>
                    </a:lnTo>
                    <a:cubicBezTo>
                      <a:pt x="11743" y="902"/>
                      <a:pt x="10875" y="1"/>
                      <a:pt x="974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520" name="Google Shape;1520;p7"/>
          <p:cNvSpPr txBox="1">
            <a:spLocks noGrp="1"/>
          </p:cNvSpPr>
          <p:nvPr>
            <p:ph type="subTitle" idx="1"/>
          </p:nvPr>
        </p:nvSpPr>
        <p:spPr>
          <a:xfrm>
            <a:off x="720000" y="1719750"/>
            <a:ext cx="6606000" cy="229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●"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999999"/>
              </a:buClr>
              <a:buSzPts val="600"/>
              <a:buFont typeface="Open Sans"/>
              <a:buChar char="■"/>
              <a:defRPr/>
            </a:lvl9pPr>
          </a:lstStyle>
          <a:p>
            <a:endParaRPr/>
          </a:p>
        </p:txBody>
      </p:sp>
      <p:sp>
        <p:nvSpPr>
          <p:cNvPr id="1521" name="Google Shape;1521;p7"/>
          <p:cNvSpPr txBox="1">
            <a:spLocks noGrp="1"/>
          </p:cNvSpPr>
          <p:nvPr>
            <p:ph type="title"/>
          </p:nvPr>
        </p:nvSpPr>
        <p:spPr>
          <a:xfrm>
            <a:off x="720000" y="532925"/>
            <a:ext cx="7704000" cy="484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13" name="Google Shape;1813;p9"/>
          <p:cNvGrpSpPr/>
          <p:nvPr/>
        </p:nvGrpSpPr>
        <p:grpSpPr>
          <a:xfrm>
            <a:off x="50125" y="0"/>
            <a:ext cx="8858300" cy="5317875"/>
            <a:chOff x="50125" y="0"/>
            <a:chExt cx="8858300" cy="5317875"/>
          </a:xfrm>
        </p:grpSpPr>
        <p:sp>
          <p:nvSpPr>
            <p:cNvPr id="1814" name="Google Shape;1814;p9"/>
            <p:cNvSpPr/>
            <p:nvPr/>
          </p:nvSpPr>
          <p:spPr>
            <a:xfrm>
              <a:off x="1626250" y="15512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0"/>
                  </a:moveTo>
                  <a:cubicBezTo>
                    <a:pt x="2001" y="1702"/>
                    <a:pt x="0" y="6505"/>
                    <a:pt x="2569" y="6505"/>
                  </a:cubicBezTo>
                  <a:cubicBezTo>
                    <a:pt x="5137" y="6505"/>
                    <a:pt x="3236" y="1802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5" name="Google Shape;1815;p9"/>
            <p:cNvSpPr/>
            <p:nvPr/>
          </p:nvSpPr>
          <p:spPr>
            <a:xfrm>
              <a:off x="3958725" y="519550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0"/>
                  </a:moveTo>
                  <a:cubicBezTo>
                    <a:pt x="1969" y="1668"/>
                    <a:pt x="1" y="6505"/>
                    <a:pt x="2569" y="6505"/>
                  </a:cubicBezTo>
                  <a:cubicBezTo>
                    <a:pt x="5138" y="6505"/>
                    <a:pt x="3237" y="1802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6" name="Google Shape;1816;p9"/>
            <p:cNvSpPr/>
            <p:nvPr/>
          </p:nvSpPr>
          <p:spPr>
            <a:xfrm>
              <a:off x="1291000" y="1710400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36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7" name="Google Shape;1817;p9"/>
            <p:cNvSpPr/>
            <p:nvPr/>
          </p:nvSpPr>
          <p:spPr>
            <a:xfrm>
              <a:off x="447900" y="0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8" name="Google Shape;1818;p9"/>
            <p:cNvSpPr/>
            <p:nvPr/>
          </p:nvSpPr>
          <p:spPr>
            <a:xfrm>
              <a:off x="50125" y="1522775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2001" y="1701"/>
                    <a:pt x="0" y="6505"/>
                    <a:pt x="2569" y="6505"/>
                  </a:cubicBezTo>
                  <a:cubicBezTo>
                    <a:pt x="5137" y="6505"/>
                    <a:pt x="3269" y="1801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9" name="Google Shape;1819;p9"/>
            <p:cNvSpPr/>
            <p:nvPr/>
          </p:nvSpPr>
          <p:spPr>
            <a:xfrm>
              <a:off x="2361775" y="311075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1968" y="1668"/>
                    <a:pt x="0" y="6505"/>
                    <a:pt x="2569" y="6505"/>
                  </a:cubicBezTo>
                  <a:cubicBezTo>
                    <a:pt x="5137" y="6505"/>
                    <a:pt x="3236" y="1801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0" name="Google Shape;1820;p9"/>
            <p:cNvSpPr/>
            <p:nvPr/>
          </p:nvSpPr>
          <p:spPr>
            <a:xfrm>
              <a:off x="1150075" y="229350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0"/>
                  </a:moveTo>
                  <a:cubicBezTo>
                    <a:pt x="2002" y="1701"/>
                    <a:pt x="0" y="6538"/>
                    <a:pt x="2569" y="6538"/>
                  </a:cubicBezTo>
                  <a:cubicBezTo>
                    <a:pt x="5137" y="6538"/>
                    <a:pt x="3269" y="1801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1" name="Google Shape;1821;p9"/>
            <p:cNvSpPr/>
            <p:nvPr/>
          </p:nvSpPr>
          <p:spPr>
            <a:xfrm>
              <a:off x="3177350" y="203500"/>
              <a:ext cx="131775" cy="167625"/>
            </a:xfrm>
            <a:custGeom>
              <a:avLst/>
              <a:gdLst/>
              <a:ahLst/>
              <a:cxnLst/>
              <a:rect l="l" t="t" r="r" b="b"/>
              <a:pathLst>
                <a:path w="5271" h="6705" extrusionOk="0">
                  <a:moveTo>
                    <a:pt x="2636" y="0"/>
                  </a:moveTo>
                  <a:cubicBezTo>
                    <a:pt x="2035" y="1735"/>
                    <a:pt x="0" y="6705"/>
                    <a:pt x="2636" y="6705"/>
                  </a:cubicBezTo>
                  <a:cubicBezTo>
                    <a:pt x="5271" y="6705"/>
                    <a:pt x="3336" y="1868"/>
                    <a:pt x="2636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2" name="Google Shape;1822;p9"/>
            <p:cNvSpPr/>
            <p:nvPr/>
          </p:nvSpPr>
          <p:spPr>
            <a:xfrm>
              <a:off x="4516625" y="287725"/>
              <a:ext cx="132625" cy="167625"/>
            </a:xfrm>
            <a:custGeom>
              <a:avLst/>
              <a:gdLst/>
              <a:ahLst/>
              <a:cxnLst/>
              <a:rect l="l" t="t" r="r" b="b"/>
              <a:pathLst>
                <a:path w="5305" h="6705" extrusionOk="0">
                  <a:moveTo>
                    <a:pt x="2670" y="0"/>
                  </a:moveTo>
                  <a:cubicBezTo>
                    <a:pt x="2069" y="1735"/>
                    <a:pt x="1" y="6705"/>
                    <a:pt x="2670" y="6705"/>
                  </a:cubicBezTo>
                  <a:cubicBezTo>
                    <a:pt x="5305" y="6705"/>
                    <a:pt x="3370" y="1835"/>
                    <a:pt x="2670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3" name="Google Shape;1823;p9"/>
            <p:cNvSpPr/>
            <p:nvPr/>
          </p:nvSpPr>
          <p:spPr>
            <a:xfrm>
              <a:off x="2141600" y="97487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702"/>
                    <a:pt x="1" y="6505"/>
                    <a:pt x="2569" y="6505"/>
                  </a:cubicBezTo>
                  <a:cubicBezTo>
                    <a:pt x="5138" y="6505"/>
                    <a:pt x="3270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4" name="Google Shape;1824;p9"/>
            <p:cNvSpPr/>
            <p:nvPr/>
          </p:nvSpPr>
          <p:spPr>
            <a:xfrm>
              <a:off x="1764675" y="1737100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2002" y="1668"/>
                    <a:pt x="0" y="6505"/>
                    <a:pt x="2569" y="6505"/>
                  </a:cubicBezTo>
                  <a:cubicBezTo>
                    <a:pt x="5137" y="6505"/>
                    <a:pt x="3269" y="1768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5" name="Google Shape;1825;p9"/>
            <p:cNvSpPr/>
            <p:nvPr/>
          </p:nvSpPr>
          <p:spPr>
            <a:xfrm>
              <a:off x="3074775" y="111997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702"/>
                    <a:pt x="0" y="6505"/>
                    <a:pt x="2569" y="6505"/>
                  </a:cubicBezTo>
                  <a:cubicBezTo>
                    <a:pt x="5137" y="6505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6" name="Google Shape;1826;p9"/>
            <p:cNvSpPr/>
            <p:nvPr/>
          </p:nvSpPr>
          <p:spPr>
            <a:xfrm>
              <a:off x="415375" y="124172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702"/>
                    <a:pt x="0" y="6505"/>
                    <a:pt x="2569" y="6505"/>
                  </a:cubicBezTo>
                  <a:cubicBezTo>
                    <a:pt x="5137" y="6505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7" name="Google Shape;1827;p9"/>
            <p:cNvSpPr/>
            <p:nvPr/>
          </p:nvSpPr>
          <p:spPr>
            <a:xfrm>
              <a:off x="380350" y="2140700"/>
              <a:ext cx="132625" cy="167650"/>
            </a:xfrm>
            <a:custGeom>
              <a:avLst/>
              <a:gdLst/>
              <a:ahLst/>
              <a:cxnLst/>
              <a:rect l="l" t="t" r="r" b="b"/>
              <a:pathLst>
                <a:path w="5305" h="6706" extrusionOk="0">
                  <a:moveTo>
                    <a:pt x="2636" y="1"/>
                  </a:moveTo>
                  <a:cubicBezTo>
                    <a:pt x="2069" y="1735"/>
                    <a:pt x="0" y="6706"/>
                    <a:pt x="2636" y="6706"/>
                  </a:cubicBezTo>
                  <a:cubicBezTo>
                    <a:pt x="5304" y="6706"/>
                    <a:pt x="3370" y="1836"/>
                    <a:pt x="2636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8" name="Google Shape;1828;p9"/>
            <p:cNvSpPr/>
            <p:nvPr/>
          </p:nvSpPr>
          <p:spPr>
            <a:xfrm>
              <a:off x="3653525" y="2276650"/>
              <a:ext cx="132625" cy="167625"/>
            </a:xfrm>
            <a:custGeom>
              <a:avLst/>
              <a:gdLst/>
              <a:ahLst/>
              <a:cxnLst/>
              <a:rect l="l" t="t" r="r" b="b"/>
              <a:pathLst>
                <a:path w="5305" h="6705" extrusionOk="0">
                  <a:moveTo>
                    <a:pt x="2669" y="0"/>
                  </a:moveTo>
                  <a:cubicBezTo>
                    <a:pt x="2068" y="1735"/>
                    <a:pt x="0" y="6705"/>
                    <a:pt x="2669" y="6705"/>
                  </a:cubicBezTo>
                  <a:cubicBezTo>
                    <a:pt x="5304" y="6705"/>
                    <a:pt x="3369" y="1868"/>
                    <a:pt x="26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9" name="Google Shape;1829;p9"/>
            <p:cNvSpPr/>
            <p:nvPr/>
          </p:nvSpPr>
          <p:spPr>
            <a:xfrm>
              <a:off x="2307550" y="155862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668"/>
                    <a:pt x="1" y="6505"/>
                    <a:pt x="2569" y="6505"/>
                  </a:cubicBezTo>
                  <a:cubicBezTo>
                    <a:pt x="5138" y="6505"/>
                    <a:pt x="3270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0" name="Google Shape;1830;p9"/>
            <p:cNvSpPr/>
            <p:nvPr/>
          </p:nvSpPr>
          <p:spPr>
            <a:xfrm>
              <a:off x="3263250" y="1710400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1" name="Google Shape;1831;p9"/>
            <p:cNvSpPr/>
            <p:nvPr/>
          </p:nvSpPr>
          <p:spPr>
            <a:xfrm>
              <a:off x="82625" y="503700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1" y="6539"/>
                    <a:pt x="2569" y="6539"/>
                  </a:cubicBezTo>
                  <a:cubicBezTo>
                    <a:pt x="5138" y="6539"/>
                    <a:pt x="3270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2" name="Google Shape;1832;p9"/>
            <p:cNvSpPr/>
            <p:nvPr/>
          </p:nvSpPr>
          <p:spPr>
            <a:xfrm>
              <a:off x="3912025" y="1474400"/>
              <a:ext cx="131800" cy="167650"/>
            </a:xfrm>
            <a:custGeom>
              <a:avLst/>
              <a:gdLst/>
              <a:ahLst/>
              <a:cxnLst/>
              <a:rect l="l" t="t" r="r" b="b"/>
              <a:pathLst>
                <a:path w="5272" h="6706" extrusionOk="0">
                  <a:moveTo>
                    <a:pt x="2636" y="0"/>
                  </a:moveTo>
                  <a:cubicBezTo>
                    <a:pt x="2036" y="1735"/>
                    <a:pt x="1" y="6705"/>
                    <a:pt x="2636" y="6705"/>
                  </a:cubicBezTo>
                  <a:cubicBezTo>
                    <a:pt x="5271" y="6705"/>
                    <a:pt x="3337" y="1868"/>
                    <a:pt x="2636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3" name="Google Shape;1833;p9"/>
            <p:cNvSpPr/>
            <p:nvPr/>
          </p:nvSpPr>
          <p:spPr>
            <a:xfrm>
              <a:off x="4092800" y="1049300"/>
              <a:ext cx="132600" cy="167650"/>
            </a:xfrm>
            <a:custGeom>
              <a:avLst/>
              <a:gdLst/>
              <a:ahLst/>
              <a:cxnLst/>
              <a:rect l="l" t="t" r="r" b="b"/>
              <a:pathLst>
                <a:path w="5304" h="6706" extrusionOk="0">
                  <a:moveTo>
                    <a:pt x="2669" y="1"/>
                  </a:moveTo>
                  <a:cubicBezTo>
                    <a:pt x="2068" y="1735"/>
                    <a:pt x="0" y="6705"/>
                    <a:pt x="2669" y="6705"/>
                  </a:cubicBezTo>
                  <a:cubicBezTo>
                    <a:pt x="5304" y="6705"/>
                    <a:pt x="3369" y="1835"/>
                    <a:pt x="26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4" name="Google Shape;1834;p9"/>
            <p:cNvSpPr/>
            <p:nvPr/>
          </p:nvSpPr>
          <p:spPr>
            <a:xfrm>
              <a:off x="2616950" y="174042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0"/>
                  </a:moveTo>
                  <a:cubicBezTo>
                    <a:pt x="2002" y="1702"/>
                    <a:pt x="0" y="6505"/>
                    <a:pt x="2569" y="6505"/>
                  </a:cubicBezTo>
                  <a:cubicBezTo>
                    <a:pt x="5137" y="6505"/>
                    <a:pt x="3269" y="1802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189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5" name="Google Shape;1835;p9"/>
            <p:cNvSpPr/>
            <p:nvPr/>
          </p:nvSpPr>
          <p:spPr>
            <a:xfrm>
              <a:off x="3572625" y="189302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669"/>
                    <a:pt x="1" y="6505"/>
                    <a:pt x="2569" y="6505"/>
                  </a:cubicBezTo>
                  <a:cubicBezTo>
                    <a:pt x="5138" y="6505"/>
                    <a:pt x="3270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189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6" name="Google Shape;1836;p9"/>
            <p:cNvSpPr/>
            <p:nvPr/>
          </p:nvSpPr>
          <p:spPr>
            <a:xfrm>
              <a:off x="392025" y="68632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669"/>
                    <a:pt x="0" y="6506"/>
                    <a:pt x="2569" y="6506"/>
                  </a:cubicBezTo>
                  <a:cubicBezTo>
                    <a:pt x="5137" y="6506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7" name="Google Shape;1837;p9"/>
            <p:cNvSpPr/>
            <p:nvPr/>
          </p:nvSpPr>
          <p:spPr>
            <a:xfrm>
              <a:off x="6047850" y="15512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0"/>
                  </a:moveTo>
                  <a:cubicBezTo>
                    <a:pt x="2001" y="1702"/>
                    <a:pt x="0" y="6505"/>
                    <a:pt x="2569" y="6505"/>
                  </a:cubicBezTo>
                  <a:cubicBezTo>
                    <a:pt x="5137" y="6505"/>
                    <a:pt x="3236" y="1802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8" name="Google Shape;1838;p9"/>
            <p:cNvSpPr/>
            <p:nvPr/>
          </p:nvSpPr>
          <p:spPr>
            <a:xfrm>
              <a:off x="8380325" y="519550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0"/>
                  </a:moveTo>
                  <a:cubicBezTo>
                    <a:pt x="1969" y="1668"/>
                    <a:pt x="1" y="6505"/>
                    <a:pt x="2569" y="6505"/>
                  </a:cubicBezTo>
                  <a:cubicBezTo>
                    <a:pt x="5138" y="6505"/>
                    <a:pt x="3237" y="1802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9" name="Google Shape;1839;p9"/>
            <p:cNvSpPr/>
            <p:nvPr/>
          </p:nvSpPr>
          <p:spPr>
            <a:xfrm>
              <a:off x="5712600" y="1710400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36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0" name="Google Shape;1840;p9"/>
            <p:cNvSpPr/>
            <p:nvPr/>
          </p:nvSpPr>
          <p:spPr>
            <a:xfrm>
              <a:off x="4869500" y="0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1" name="Google Shape;1841;p9"/>
            <p:cNvSpPr/>
            <p:nvPr/>
          </p:nvSpPr>
          <p:spPr>
            <a:xfrm>
              <a:off x="4471725" y="1522775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2001" y="1701"/>
                    <a:pt x="0" y="6505"/>
                    <a:pt x="2569" y="6505"/>
                  </a:cubicBezTo>
                  <a:cubicBezTo>
                    <a:pt x="5137" y="6505"/>
                    <a:pt x="3269" y="1801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2" name="Google Shape;1842;p9"/>
            <p:cNvSpPr/>
            <p:nvPr/>
          </p:nvSpPr>
          <p:spPr>
            <a:xfrm>
              <a:off x="6783375" y="311075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1968" y="1668"/>
                    <a:pt x="0" y="6505"/>
                    <a:pt x="2569" y="6505"/>
                  </a:cubicBezTo>
                  <a:cubicBezTo>
                    <a:pt x="5137" y="6505"/>
                    <a:pt x="3236" y="1801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3" name="Google Shape;1843;p9"/>
            <p:cNvSpPr/>
            <p:nvPr/>
          </p:nvSpPr>
          <p:spPr>
            <a:xfrm>
              <a:off x="5571675" y="229350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0"/>
                  </a:moveTo>
                  <a:cubicBezTo>
                    <a:pt x="2002" y="1701"/>
                    <a:pt x="0" y="6538"/>
                    <a:pt x="2569" y="6538"/>
                  </a:cubicBezTo>
                  <a:cubicBezTo>
                    <a:pt x="5137" y="6538"/>
                    <a:pt x="3269" y="1801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4" name="Google Shape;1844;p9"/>
            <p:cNvSpPr/>
            <p:nvPr/>
          </p:nvSpPr>
          <p:spPr>
            <a:xfrm>
              <a:off x="7598950" y="203500"/>
              <a:ext cx="131775" cy="167625"/>
            </a:xfrm>
            <a:custGeom>
              <a:avLst/>
              <a:gdLst/>
              <a:ahLst/>
              <a:cxnLst/>
              <a:rect l="l" t="t" r="r" b="b"/>
              <a:pathLst>
                <a:path w="5271" h="6705" extrusionOk="0">
                  <a:moveTo>
                    <a:pt x="2636" y="0"/>
                  </a:moveTo>
                  <a:cubicBezTo>
                    <a:pt x="2035" y="1735"/>
                    <a:pt x="0" y="6705"/>
                    <a:pt x="2636" y="6705"/>
                  </a:cubicBezTo>
                  <a:cubicBezTo>
                    <a:pt x="5271" y="6705"/>
                    <a:pt x="3336" y="1868"/>
                    <a:pt x="2636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5" name="Google Shape;1845;p9"/>
            <p:cNvSpPr/>
            <p:nvPr/>
          </p:nvSpPr>
          <p:spPr>
            <a:xfrm>
              <a:off x="6563200" y="97487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702"/>
                    <a:pt x="1" y="6505"/>
                    <a:pt x="2569" y="6505"/>
                  </a:cubicBezTo>
                  <a:cubicBezTo>
                    <a:pt x="5138" y="6505"/>
                    <a:pt x="3270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6" name="Google Shape;1846;p9"/>
            <p:cNvSpPr/>
            <p:nvPr/>
          </p:nvSpPr>
          <p:spPr>
            <a:xfrm>
              <a:off x="6186275" y="1737100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2002" y="1668"/>
                    <a:pt x="0" y="6505"/>
                    <a:pt x="2569" y="6505"/>
                  </a:cubicBezTo>
                  <a:cubicBezTo>
                    <a:pt x="5137" y="6505"/>
                    <a:pt x="3269" y="1768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7" name="Google Shape;1847;p9"/>
            <p:cNvSpPr/>
            <p:nvPr/>
          </p:nvSpPr>
          <p:spPr>
            <a:xfrm>
              <a:off x="7496375" y="111997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702"/>
                    <a:pt x="0" y="6505"/>
                    <a:pt x="2569" y="6505"/>
                  </a:cubicBezTo>
                  <a:cubicBezTo>
                    <a:pt x="5137" y="6505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8" name="Google Shape;1848;p9"/>
            <p:cNvSpPr/>
            <p:nvPr/>
          </p:nvSpPr>
          <p:spPr>
            <a:xfrm>
              <a:off x="4760775" y="108932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702"/>
                    <a:pt x="0" y="6505"/>
                    <a:pt x="2569" y="6505"/>
                  </a:cubicBezTo>
                  <a:cubicBezTo>
                    <a:pt x="5137" y="6505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9" name="Google Shape;1849;p9"/>
            <p:cNvSpPr/>
            <p:nvPr/>
          </p:nvSpPr>
          <p:spPr>
            <a:xfrm>
              <a:off x="4801950" y="2140700"/>
              <a:ext cx="132625" cy="167650"/>
            </a:xfrm>
            <a:custGeom>
              <a:avLst/>
              <a:gdLst/>
              <a:ahLst/>
              <a:cxnLst/>
              <a:rect l="l" t="t" r="r" b="b"/>
              <a:pathLst>
                <a:path w="5305" h="6706" extrusionOk="0">
                  <a:moveTo>
                    <a:pt x="2636" y="1"/>
                  </a:moveTo>
                  <a:cubicBezTo>
                    <a:pt x="2069" y="1735"/>
                    <a:pt x="0" y="6706"/>
                    <a:pt x="2636" y="6706"/>
                  </a:cubicBezTo>
                  <a:cubicBezTo>
                    <a:pt x="5304" y="6706"/>
                    <a:pt x="3370" y="1836"/>
                    <a:pt x="2636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0" name="Google Shape;1850;p9"/>
            <p:cNvSpPr/>
            <p:nvPr/>
          </p:nvSpPr>
          <p:spPr>
            <a:xfrm>
              <a:off x="8075125" y="2276650"/>
              <a:ext cx="132625" cy="167625"/>
            </a:xfrm>
            <a:custGeom>
              <a:avLst/>
              <a:gdLst/>
              <a:ahLst/>
              <a:cxnLst/>
              <a:rect l="l" t="t" r="r" b="b"/>
              <a:pathLst>
                <a:path w="5305" h="6705" extrusionOk="0">
                  <a:moveTo>
                    <a:pt x="2669" y="0"/>
                  </a:moveTo>
                  <a:cubicBezTo>
                    <a:pt x="2068" y="1735"/>
                    <a:pt x="0" y="6705"/>
                    <a:pt x="2669" y="6705"/>
                  </a:cubicBezTo>
                  <a:cubicBezTo>
                    <a:pt x="5304" y="6705"/>
                    <a:pt x="3369" y="1868"/>
                    <a:pt x="26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1" name="Google Shape;1851;p9"/>
            <p:cNvSpPr/>
            <p:nvPr/>
          </p:nvSpPr>
          <p:spPr>
            <a:xfrm>
              <a:off x="6729150" y="155862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668"/>
                    <a:pt x="1" y="6505"/>
                    <a:pt x="2569" y="6505"/>
                  </a:cubicBezTo>
                  <a:cubicBezTo>
                    <a:pt x="5138" y="6505"/>
                    <a:pt x="3270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2" name="Google Shape;1852;p9"/>
            <p:cNvSpPr/>
            <p:nvPr/>
          </p:nvSpPr>
          <p:spPr>
            <a:xfrm>
              <a:off x="7684850" y="1710400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3" name="Google Shape;1853;p9"/>
            <p:cNvSpPr/>
            <p:nvPr/>
          </p:nvSpPr>
          <p:spPr>
            <a:xfrm>
              <a:off x="4504225" y="503700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1" y="6539"/>
                    <a:pt x="2569" y="6539"/>
                  </a:cubicBezTo>
                  <a:cubicBezTo>
                    <a:pt x="5138" y="6539"/>
                    <a:pt x="3270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4" name="Google Shape;1854;p9"/>
            <p:cNvSpPr/>
            <p:nvPr/>
          </p:nvSpPr>
          <p:spPr>
            <a:xfrm>
              <a:off x="8333625" y="1474400"/>
              <a:ext cx="131800" cy="167650"/>
            </a:xfrm>
            <a:custGeom>
              <a:avLst/>
              <a:gdLst/>
              <a:ahLst/>
              <a:cxnLst/>
              <a:rect l="l" t="t" r="r" b="b"/>
              <a:pathLst>
                <a:path w="5272" h="6706" extrusionOk="0">
                  <a:moveTo>
                    <a:pt x="2636" y="0"/>
                  </a:moveTo>
                  <a:cubicBezTo>
                    <a:pt x="2036" y="1735"/>
                    <a:pt x="1" y="6705"/>
                    <a:pt x="2636" y="6705"/>
                  </a:cubicBezTo>
                  <a:cubicBezTo>
                    <a:pt x="5271" y="6705"/>
                    <a:pt x="3337" y="1868"/>
                    <a:pt x="2636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5" name="Google Shape;1855;p9"/>
            <p:cNvSpPr/>
            <p:nvPr/>
          </p:nvSpPr>
          <p:spPr>
            <a:xfrm>
              <a:off x="4813625" y="68632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669"/>
                    <a:pt x="0" y="6506"/>
                    <a:pt x="2569" y="6506"/>
                  </a:cubicBezTo>
                  <a:cubicBezTo>
                    <a:pt x="5137" y="6506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6" name="Google Shape;1856;p9"/>
            <p:cNvSpPr/>
            <p:nvPr/>
          </p:nvSpPr>
          <p:spPr>
            <a:xfrm>
              <a:off x="6169800" y="1177000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36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7" name="Google Shape;1857;p9"/>
            <p:cNvSpPr/>
            <p:nvPr/>
          </p:nvSpPr>
          <p:spPr>
            <a:xfrm flipH="1">
              <a:off x="1517850" y="765563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702"/>
                    <a:pt x="0" y="6505"/>
                    <a:pt x="2569" y="6505"/>
                  </a:cubicBezTo>
                  <a:cubicBezTo>
                    <a:pt x="5137" y="6505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8" name="Google Shape;1858;p9"/>
            <p:cNvSpPr/>
            <p:nvPr/>
          </p:nvSpPr>
          <p:spPr>
            <a:xfrm flipH="1">
              <a:off x="1329375" y="1355988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9" name="Google Shape;1859;p9"/>
            <p:cNvSpPr/>
            <p:nvPr/>
          </p:nvSpPr>
          <p:spPr>
            <a:xfrm>
              <a:off x="7751450" y="755550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36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0" name="Google Shape;1860;p9"/>
            <p:cNvSpPr/>
            <p:nvPr/>
          </p:nvSpPr>
          <p:spPr>
            <a:xfrm>
              <a:off x="8225125" y="782250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2002" y="1668"/>
                    <a:pt x="0" y="6505"/>
                    <a:pt x="2569" y="6505"/>
                  </a:cubicBezTo>
                  <a:cubicBezTo>
                    <a:pt x="5137" y="6505"/>
                    <a:pt x="3269" y="1768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1" name="Google Shape;1861;p9"/>
            <p:cNvSpPr/>
            <p:nvPr/>
          </p:nvSpPr>
          <p:spPr>
            <a:xfrm>
              <a:off x="3335788" y="712175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36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2" name="Google Shape;1862;p9"/>
            <p:cNvSpPr/>
            <p:nvPr/>
          </p:nvSpPr>
          <p:spPr>
            <a:xfrm>
              <a:off x="3809463" y="738875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2002" y="1668"/>
                    <a:pt x="0" y="6505"/>
                    <a:pt x="2569" y="6505"/>
                  </a:cubicBezTo>
                  <a:cubicBezTo>
                    <a:pt x="5137" y="6505"/>
                    <a:pt x="3269" y="1768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3" name="Google Shape;1863;p9"/>
            <p:cNvSpPr/>
            <p:nvPr/>
          </p:nvSpPr>
          <p:spPr>
            <a:xfrm>
              <a:off x="1716500" y="2260650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0"/>
                  </a:moveTo>
                  <a:cubicBezTo>
                    <a:pt x="2001" y="1702"/>
                    <a:pt x="0" y="6505"/>
                    <a:pt x="2569" y="6505"/>
                  </a:cubicBezTo>
                  <a:cubicBezTo>
                    <a:pt x="5137" y="6505"/>
                    <a:pt x="3236" y="1802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4" name="Google Shape;1864;p9"/>
            <p:cNvSpPr/>
            <p:nvPr/>
          </p:nvSpPr>
          <p:spPr>
            <a:xfrm>
              <a:off x="4048975" y="262507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0"/>
                  </a:moveTo>
                  <a:cubicBezTo>
                    <a:pt x="1969" y="1668"/>
                    <a:pt x="1" y="6505"/>
                    <a:pt x="2569" y="6505"/>
                  </a:cubicBezTo>
                  <a:cubicBezTo>
                    <a:pt x="5138" y="6505"/>
                    <a:pt x="3237" y="1802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5" name="Google Shape;1865;p9"/>
            <p:cNvSpPr/>
            <p:nvPr/>
          </p:nvSpPr>
          <p:spPr>
            <a:xfrm>
              <a:off x="1381250" y="3815925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36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6" name="Google Shape;1866;p9"/>
            <p:cNvSpPr/>
            <p:nvPr/>
          </p:nvSpPr>
          <p:spPr>
            <a:xfrm>
              <a:off x="538150" y="2105525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7" name="Google Shape;1867;p9"/>
            <p:cNvSpPr/>
            <p:nvPr/>
          </p:nvSpPr>
          <p:spPr>
            <a:xfrm>
              <a:off x="140375" y="3628300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2001" y="1701"/>
                    <a:pt x="0" y="6505"/>
                    <a:pt x="2569" y="6505"/>
                  </a:cubicBezTo>
                  <a:cubicBezTo>
                    <a:pt x="5137" y="6505"/>
                    <a:pt x="3269" y="1801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8" name="Google Shape;1868;p9"/>
            <p:cNvSpPr/>
            <p:nvPr/>
          </p:nvSpPr>
          <p:spPr>
            <a:xfrm>
              <a:off x="2452025" y="2416600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1968" y="1668"/>
                    <a:pt x="0" y="6505"/>
                    <a:pt x="2569" y="6505"/>
                  </a:cubicBezTo>
                  <a:cubicBezTo>
                    <a:pt x="5137" y="6505"/>
                    <a:pt x="3236" y="1801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9" name="Google Shape;1869;p9"/>
            <p:cNvSpPr/>
            <p:nvPr/>
          </p:nvSpPr>
          <p:spPr>
            <a:xfrm>
              <a:off x="1240325" y="2334875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0"/>
                  </a:moveTo>
                  <a:cubicBezTo>
                    <a:pt x="2002" y="1701"/>
                    <a:pt x="0" y="6538"/>
                    <a:pt x="2569" y="6538"/>
                  </a:cubicBezTo>
                  <a:cubicBezTo>
                    <a:pt x="5137" y="6538"/>
                    <a:pt x="3269" y="1801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0" name="Google Shape;1870;p9"/>
            <p:cNvSpPr/>
            <p:nvPr/>
          </p:nvSpPr>
          <p:spPr>
            <a:xfrm>
              <a:off x="3267600" y="2309025"/>
              <a:ext cx="131775" cy="167625"/>
            </a:xfrm>
            <a:custGeom>
              <a:avLst/>
              <a:gdLst/>
              <a:ahLst/>
              <a:cxnLst/>
              <a:rect l="l" t="t" r="r" b="b"/>
              <a:pathLst>
                <a:path w="5271" h="6705" extrusionOk="0">
                  <a:moveTo>
                    <a:pt x="2636" y="0"/>
                  </a:moveTo>
                  <a:cubicBezTo>
                    <a:pt x="2035" y="1735"/>
                    <a:pt x="0" y="6705"/>
                    <a:pt x="2636" y="6705"/>
                  </a:cubicBezTo>
                  <a:cubicBezTo>
                    <a:pt x="5271" y="6705"/>
                    <a:pt x="3336" y="1868"/>
                    <a:pt x="2636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1" name="Google Shape;1871;p9"/>
            <p:cNvSpPr/>
            <p:nvPr/>
          </p:nvSpPr>
          <p:spPr>
            <a:xfrm>
              <a:off x="4606875" y="2393250"/>
              <a:ext cx="132625" cy="167625"/>
            </a:xfrm>
            <a:custGeom>
              <a:avLst/>
              <a:gdLst/>
              <a:ahLst/>
              <a:cxnLst/>
              <a:rect l="l" t="t" r="r" b="b"/>
              <a:pathLst>
                <a:path w="5305" h="6705" extrusionOk="0">
                  <a:moveTo>
                    <a:pt x="2670" y="0"/>
                  </a:moveTo>
                  <a:cubicBezTo>
                    <a:pt x="2069" y="1735"/>
                    <a:pt x="1" y="6705"/>
                    <a:pt x="2670" y="6705"/>
                  </a:cubicBezTo>
                  <a:cubicBezTo>
                    <a:pt x="5305" y="6705"/>
                    <a:pt x="3370" y="1835"/>
                    <a:pt x="2670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2" name="Google Shape;1872;p9"/>
            <p:cNvSpPr/>
            <p:nvPr/>
          </p:nvSpPr>
          <p:spPr>
            <a:xfrm>
              <a:off x="2231850" y="3080400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702"/>
                    <a:pt x="1" y="6505"/>
                    <a:pt x="2569" y="6505"/>
                  </a:cubicBezTo>
                  <a:cubicBezTo>
                    <a:pt x="5138" y="6505"/>
                    <a:pt x="3270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3" name="Google Shape;1873;p9"/>
            <p:cNvSpPr/>
            <p:nvPr/>
          </p:nvSpPr>
          <p:spPr>
            <a:xfrm>
              <a:off x="1854925" y="3842625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2002" y="1668"/>
                    <a:pt x="0" y="6505"/>
                    <a:pt x="2569" y="6505"/>
                  </a:cubicBezTo>
                  <a:cubicBezTo>
                    <a:pt x="5137" y="6505"/>
                    <a:pt x="3269" y="1768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4" name="Google Shape;1874;p9"/>
            <p:cNvSpPr/>
            <p:nvPr/>
          </p:nvSpPr>
          <p:spPr>
            <a:xfrm>
              <a:off x="3165025" y="3225500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702"/>
                    <a:pt x="0" y="6505"/>
                    <a:pt x="2569" y="6505"/>
                  </a:cubicBezTo>
                  <a:cubicBezTo>
                    <a:pt x="5137" y="6505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5" name="Google Shape;1875;p9"/>
            <p:cNvSpPr/>
            <p:nvPr/>
          </p:nvSpPr>
          <p:spPr>
            <a:xfrm>
              <a:off x="505625" y="3347250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702"/>
                    <a:pt x="0" y="6505"/>
                    <a:pt x="2569" y="6505"/>
                  </a:cubicBezTo>
                  <a:cubicBezTo>
                    <a:pt x="5137" y="6505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6" name="Google Shape;1876;p9"/>
            <p:cNvSpPr/>
            <p:nvPr/>
          </p:nvSpPr>
          <p:spPr>
            <a:xfrm>
              <a:off x="470600" y="4246225"/>
              <a:ext cx="132625" cy="167650"/>
            </a:xfrm>
            <a:custGeom>
              <a:avLst/>
              <a:gdLst/>
              <a:ahLst/>
              <a:cxnLst/>
              <a:rect l="l" t="t" r="r" b="b"/>
              <a:pathLst>
                <a:path w="5305" h="6706" extrusionOk="0">
                  <a:moveTo>
                    <a:pt x="2636" y="1"/>
                  </a:moveTo>
                  <a:cubicBezTo>
                    <a:pt x="2069" y="1735"/>
                    <a:pt x="0" y="6706"/>
                    <a:pt x="2636" y="6706"/>
                  </a:cubicBezTo>
                  <a:cubicBezTo>
                    <a:pt x="5304" y="6706"/>
                    <a:pt x="3370" y="1836"/>
                    <a:pt x="2636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7" name="Google Shape;1877;p9"/>
            <p:cNvSpPr/>
            <p:nvPr/>
          </p:nvSpPr>
          <p:spPr>
            <a:xfrm>
              <a:off x="3743775" y="4382175"/>
              <a:ext cx="132625" cy="167625"/>
            </a:xfrm>
            <a:custGeom>
              <a:avLst/>
              <a:gdLst/>
              <a:ahLst/>
              <a:cxnLst/>
              <a:rect l="l" t="t" r="r" b="b"/>
              <a:pathLst>
                <a:path w="5305" h="6705" extrusionOk="0">
                  <a:moveTo>
                    <a:pt x="2669" y="0"/>
                  </a:moveTo>
                  <a:cubicBezTo>
                    <a:pt x="2068" y="1735"/>
                    <a:pt x="0" y="6705"/>
                    <a:pt x="2669" y="6705"/>
                  </a:cubicBezTo>
                  <a:cubicBezTo>
                    <a:pt x="5304" y="6705"/>
                    <a:pt x="3369" y="1868"/>
                    <a:pt x="26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8" name="Google Shape;1878;p9"/>
            <p:cNvSpPr/>
            <p:nvPr/>
          </p:nvSpPr>
          <p:spPr>
            <a:xfrm>
              <a:off x="2397800" y="3664150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668"/>
                    <a:pt x="1" y="6505"/>
                    <a:pt x="2569" y="6505"/>
                  </a:cubicBezTo>
                  <a:cubicBezTo>
                    <a:pt x="5138" y="6505"/>
                    <a:pt x="3270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9" name="Google Shape;1879;p9"/>
            <p:cNvSpPr/>
            <p:nvPr/>
          </p:nvSpPr>
          <p:spPr>
            <a:xfrm>
              <a:off x="3353500" y="3815925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0" name="Google Shape;1880;p9"/>
            <p:cNvSpPr/>
            <p:nvPr/>
          </p:nvSpPr>
          <p:spPr>
            <a:xfrm>
              <a:off x="172875" y="2609225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1" y="6539"/>
                    <a:pt x="2569" y="6539"/>
                  </a:cubicBezTo>
                  <a:cubicBezTo>
                    <a:pt x="5138" y="6539"/>
                    <a:pt x="3270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1" name="Google Shape;1881;p9"/>
            <p:cNvSpPr/>
            <p:nvPr/>
          </p:nvSpPr>
          <p:spPr>
            <a:xfrm>
              <a:off x="4002275" y="3579925"/>
              <a:ext cx="131800" cy="167650"/>
            </a:xfrm>
            <a:custGeom>
              <a:avLst/>
              <a:gdLst/>
              <a:ahLst/>
              <a:cxnLst/>
              <a:rect l="l" t="t" r="r" b="b"/>
              <a:pathLst>
                <a:path w="5272" h="6706" extrusionOk="0">
                  <a:moveTo>
                    <a:pt x="2636" y="0"/>
                  </a:moveTo>
                  <a:cubicBezTo>
                    <a:pt x="2036" y="1735"/>
                    <a:pt x="1" y="6705"/>
                    <a:pt x="2636" y="6705"/>
                  </a:cubicBezTo>
                  <a:cubicBezTo>
                    <a:pt x="5271" y="6705"/>
                    <a:pt x="3337" y="1868"/>
                    <a:pt x="2636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2" name="Google Shape;1882;p9"/>
            <p:cNvSpPr/>
            <p:nvPr/>
          </p:nvSpPr>
          <p:spPr>
            <a:xfrm>
              <a:off x="4183050" y="3154825"/>
              <a:ext cx="132600" cy="167650"/>
            </a:xfrm>
            <a:custGeom>
              <a:avLst/>
              <a:gdLst/>
              <a:ahLst/>
              <a:cxnLst/>
              <a:rect l="l" t="t" r="r" b="b"/>
              <a:pathLst>
                <a:path w="5304" h="6706" extrusionOk="0">
                  <a:moveTo>
                    <a:pt x="2669" y="1"/>
                  </a:moveTo>
                  <a:cubicBezTo>
                    <a:pt x="2068" y="1735"/>
                    <a:pt x="0" y="6705"/>
                    <a:pt x="2669" y="6705"/>
                  </a:cubicBezTo>
                  <a:cubicBezTo>
                    <a:pt x="5304" y="6705"/>
                    <a:pt x="3369" y="1835"/>
                    <a:pt x="26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3" name="Google Shape;1883;p9"/>
            <p:cNvSpPr/>
            <p:nvPr/>
          </p:nvSpPr>
          <p:spPr>
            <a:xfrm>
              <a:off x="2025875" y="244327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1969" y="1668"/>
                    <a:pt x="1" y="6505"/>
                    <a:pt x="2569" y="6505"/>
                  </a:cubicBezTo>
                  <a:cubicBezTo>
                    <a:pt x="5138" y="6505"/>
                    <a:pt x="3236" y="1769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189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4" name="Google Shape;1884;p9"/>
            <p:cNvSpPr/>
            <p:nvPr/>
          </p:nvSpPr>
          <p:spPr>
            <a:xfrm>
              <a:off x="3576975" y="2491650"/>
              <a:ext cx="131800" cy="167650"/>
            </a:xfrm>
            <a:custGeom>
              <a:avLst/>
              <a:gdLst/>
              <a:ahLst/>
              <a:cxnLst/>
              <a:rect l="l" t="t" r="r" b="b"/>
              <a:pathLst>
                <a:path w="5272" h="6706" extrusionOk="0">
                  <a:moveTo>
                    <a:pt x="2636" y="0"/>
                  </a:moveTo>
                  <a:cubicBezTo>
                    <a:pt x="2036" y="1735"/>
                    <a:pt x="1" y="6705"/>
                    <a:pt x="2636" y="6705"/>
                  </a:cubicBezTo>
                  <a:cubicBezTo>
                    <a:pt x="5271" y="6705"/>
                    <a:pt x="3337" y="1835"/>
                    <a:pt x="2636" y="0"/>
                  </a:cubicBezTo>
                  <a:close/>
                </a:path>
              </a:pathLst>
            </a:custGeom>
            <a:solidFill>
              <a:srgbClr val="191919">
                <a:alpha val="189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5" name="Google Shape;1885;p9"/>
            <p:cNvSpPr/>
            <p:nvPr/>
          </p:nvSpPr>
          <p:spPr>
            <a:xfrm>
              <a:off x="2707200" y="3845950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0"/>
                  </a:moveTo>
                  <a:cubicBezTo>
                    <a:pt x="2002" y="1702"/>
                    <a:pt x="0" y="6505"/>
                    <a:pt x="2569" y="6505"/>
                  </a:cubicBezTo>
                  <a:cubicBezTo>
                    <a:pt x="5137" y="6505"/>
                    <a:pt x="3269" y="1802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189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6" name="Google Shape;1886;p9"/>
            <p:cNvSpPr/>
            <p:nvPr/>
          </p:nvSpPr>
          <p:spPr>
            <a:xfrm>
              <a:off x="482275" y="2791850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669"/>
                    <a:pt x="0" y="6506"/>
                    <a:pt x="2569" y="6506"/>
                  </a:cubicBezTo>
                  <a:cubicBezTo>
                    <a:pt x="5137" y="6506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7" name="Google Shape;1887;p9"/>
            <p:cNvSpPr/>
            <p:nvPr/>
          </p:nvSpPr>
          <p:spPr>
            <a:xfrm>
              <a:off x="6138100" y="2260650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0"/>
                  </a:moveTo>
                  <a:cubicBezTo>
                    <a:pt x="2001" y="1702"/>
                    <a:pt x="0" y="6505"/>
                    <a:pt x="2569" y="6505"/>
                  </a:cubicBezTo>
                  <a:cubicBezTo>
                    <a:pt x="5137" y="6505"/>
                    <a:pt x="3236" y="1802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8" name="Google Shape;1888;p9"/>
            <p:cNvSpPr/>
            <p:nvPr/>
          </p:nvSpPr>
          <p:spPr>
            <a:xfrm>
              <a:off x="8470575" y="262507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0"/>
                  </a:moveTo>
                  <a:cubicBezTo>
                    <a:pt x="1969" y="1668"/>
                    <a:pt x="1" y="6505"/>
                    <a:pt x="2569" y="6505"/>
                  </a:cubicBezTo>
                  <a:cubicBezTo>
                    <a:pt x="5138" y="6505"/>
                    <a:pt x="3237" y="1802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9" name="Google Shape;1889;p9"/>
            <p:cNvSpPr/>
            <p:nvPr/>
          </p:nvSpPr>
          <p:spPr>
            <a:xfrm>
              <a:off x="5802850" y="3815925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36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0" name="Google Shape;1890;p9"/>
            <p:cNvSpPr/>
            <p:nvPr/>
          </p:nvSpPr>
          <p:spPr>
            <a:xfrm>
              <a:off x="4959750" y="2105525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1" name="Google Shape;1891;p9"/>
            <p:cNvSpPr/>
            <p:nvPr/>
          </p:nvSpPr>
          <p:spPr>
            <a:xfrm>
              <a:off x="4561975" y="3628300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2001" y="1701"/>
                    <a:pt x="0" y="6505"/>
                    <a:pt x="2569" y="6505"/>
                  </a:cubicBezTo>
                  <a:cubicBezTo>
                    <a:pt x="5137" y="6505"/>
                    <a:pt x="3269" y="1801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2" name="Google Shape;1892;p9"/>
            <p:cNvSpPr/>
            <p:nvPr/>
          </p:nvSpPr>
          <p:spPr>
            <a:xfrm>
              <a:off x="6873625" y="2416600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1968" y="1668"/>
                    <a:pt x="0" y="6505"/>
                    <a:pt x="2569" y="6505"/>
                  </a:cubicBezTo>
                  <a:cubicBezTo>
                    <a:pt x="5137" y="6505"/>
                    <a:pt x="3236" y="1801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3" name="Google Shape;1893;p9"/>
            <p:cNvSpPr/>
            <p:nvPr/>
          </p:nvSpPr>
          <p:spPr>
            <a:xfrm>
              <a:off x="5661925" y="2334875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0"/>
                  </a:moveTo>
                  <a:cubicBezTo>
                    <a:pt x="2002" y="1701"/>
                    <a:pt x="0" y="6538"/>
                    <a:pt x="2569" y="6538"/>
                  </a:cubicBezTo>
                  <a:cubicBezTo>
                    <a:pt x="5137" y="6538"/>
                    <a:pt x="3269" y="1801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4" name="Google Shape;1894;p9"/>
            <p:cNvSpPr/>
            <p:nvPr/>
          </p:nvSpPr>
          <p:spPr>
            <a:xfrm>
              <a:off x="7689200" y="2309025"/>
              <a:ext cx="131775" cy="167625"/>
            </a:xfrm>
            <a:custGeom>
              <a:avLst/>
              <a:gdLst/>
              <a:ahLst/>
              <a:cxnLst/>
              <a:rect l="l" t="t" r="r" b="b"/>
              <a:pathLst>
                <a:path w="5271" h="6705" extrusionOk="0">
                  <a:moveTo>
                    <a:pt x="2636" y="0"/>
                  </a:moveTo>
                  <a:cubicBezTo>
                    <a:pt x="2035" y="1735"/>
                    <a:pt x="0" y="6705"/>
                    <a:pt x="2636" y="6705"/>
                  </a:cubicBezTo>
                  <a:cubicBezTo>
                    <a:pt x="5271" y="6705"/>
                    <a:pt x="3336" y="1868"/>
                    <a:pt x="2636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5" name="Google Shape;1895;p9"/>
            <p:cNvSpPr/>
            <p:nvPr/>
          </p:nvSpPr>
          <p:spPr>
            <a:xfrm>
              <a:off x="6653450" y="3080400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702"/>
                    <a:pt x="1" y="6505"/>
                    <a:pt x="2569" y="6505"/>
                  </a:cubicBezTo>
                  <a:cubicBezTo>
                    <a:pt x="5138" y="6505"/>
                    <a:pt x="3270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6" name="Google Shape;1896;p9"/>
            <p:cNvSpPr/>
            <p:nvPr/>
          </p:nvSpPr>
          <p:spPr>
            <a:xfrm>
              <a:off x="6276525" y="3842625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2002" y="1668"/>
                    <a:pt x="0" y="6505"/>
                    <a:pt x="2569" y="6505"/>
                  </a:cubicBezTo>
                  <a:cubicBezTo>
                    <a:pt x="5137" y="6505"/>
                    <a:pt x="3269" y="1768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7" name="Google Shape;1897;p9"/>
            <p:cNvSpPr/>
            <p:nvPr/>
          </p:nvSpPr>
          <p:spPr>
            <a:xfrm>
              <a:off x="7586625" y="3225500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702"/>
                    <a:pt x="0" y="6505"/>
                    <a:pt x="2569" y="6505"/>
                  </a:cubicBezTo>
                  <a:cubicBezTo>
                    <a:pt x="5137" y="6505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8" name="Google Shape;1898;p9"/>
            <p:cNvSpPr/>
            <p:nvPr/>
          </p:nvSpPr>
          <p:spPr>
            <a:xfrm>
              <a:off x="4851025" y="3194850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702"/>
                    <a:pt x="0" y="6505"/>
                    <a:pt x="2569" y="6505"/>
                  </a:cubicBezTo>
                  <a:cubicBezTo>
                    <a:pt x="5137" y="6505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9" name="Google Shape;1899;p9"/>
            <p:cNvSpPr/>
            <p:nvPr/>
          </p:nvSpPr>
          <p:spPr>
            <a:xfrm>
              <a:off x="4892200" y="4246225"/>
              <a:ext cx="132625" cy="167650"/>
            </a:xfrm>
            <a:custGeom>
              <a:avLst/>
              <a:gdLst/>
              <a:ahLst/>
              <a:cxnLst/>
              <a:rect l="l" t="t" r="r" b="b"/>
              <a:pathLst>
                <a:path w="5305" h="6706" extrusionOk="0">
                  <a:moveTo>
                    <a:pt x="2636" y="1"/>
                  </a:moveTo>
                  <a:cubicBezTo>
                    <a:pt x="2069" y="1735"/>
                    <a:pt x="0" y="6706"/>
                    <a:pt x="2636" y="6706"/>
                  </a:cubicBezTo>
                  <a:cubicBezTo>
                    <a:pt x="5304" y="6706"/>
                    <a:pt x="3370" y="1836"/>
                    <a:pt x="2636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0" name="Google Shape;1900;p9"/>
            <p:cNvSpPr/>
            <p:nvPr/>
          </p:nvSpPr>
          <p:spPr>
            <a:xfrm>
              <a:off x="8165375" y="4382175"/>
              <a:ext cx="132625" cy="167625"/>
            </a:xfrm>
            <a:custGeom>
              <a:avLst/>
              <a:gdLst/>
              <a:ahLst/>
              <a:cxnLst/>
              <a:rect l="l" t="t" r="r" b="b"/>
              <a:pathLst>
                <a:path w="5305" h="6705" extrusionOk="0">
                  <a:moveTo>
                    <a:pt x="2669" y="0"/>
                  </a:moveTo>
                  <a:cubicBezTo>
                    <a:pt x="2068" y="1735"/>
                    <a:pt x="0" y="6705"/>
                    <a:pt x="2669" y="6705"/>
                  </a:cubicBezTo>
                  <a:cubicBezTo>
                    <a:pt x="5304" y="6705"/>
                    <a:pt x="3369" y="1868"/>
                    <a:pt x="26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1" name="Google Shape;1901;p9"/>
            <p:cNvSpPr/>
            <p:nvPr/>
          </p:nvSpPr>
          <p:spPr>
            <a:xfrm>
              <a:off x="6819400" y="3664150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668"/>
                    <a:pt x="1" y="6505"/>
                    <a:pt x="2569" y="6505"/>
                  </a:cubicBezTo>
                  <a:cubicBezTo>
                    <a:pt x="5138" y="6505"/>
                    <a:pt x="3270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2" name="Google Shape;1902;p9"/>
            <p:cNvSpPr/>
            <p:nvPr/>
          </p:nvSpPr>
          <p:spPr>
            <a:xfrm>
              <a:off x="7775100" y="3815925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3" name="Google Shape;1903;p9"/>
            <p:cNvSpPr/>
            <p:nvPr/>
          </p:nvSpPr>
          <p:spPr>
            <a:xfrm>
              <a:off x="4594475" y="2609225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1" y="6539"/>
                    <a:pt x="2569" y="6539"/>
                  </a:cubicBezTo>
                  <a:cubicBezTo>
                    <a:pt x="5138" y="6539"/>
                    <a:pt x="3270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4" name="Google Shape;1904;p9"/>
            <p:cNvSpPr/>
            <p:nvPr/>
          </p:nvSpPr>
          <p:spPr>
            <a:xfrm>
              <a:off x="8423875" y="3579925"/>
              <a:ext cx="131800" cy="167650"/>
            </a:xfrm>
            <a:custGeom>
              <a:avLst/>
              <a:gdLst/>
              <a:ahLst/>
              <a:cxnLst/>
              <a:rect l="l" t="t" r="r" b="b"/>
              <a:pathLst>
                <a:path w="5272" h="6706" extrusionOk="0">
                  <a:moveTo>
                    <a:pt x="2636" y="0"/>
                  </a:moveTo>
                  <a:cubicBezTo>
                    <a:pt x="2036" y="1735"/>
                    <a:pt x="1" y="6705"/>
                    <a:pt x="2636" y="6705"/>
                  </a:cubicBezTo>
                  <a:cubicBezTo>
                    <a:pt x="5271" y="6705"/>
                    <a:pt x="3337" y="1868"/>
                    <a:pt x="2636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5" name="Google Shape;1905;p9"/>
            <p:cNvSpPr/>
            <p:nvPr/>
          </p:nvSpPr>
          <p:spPr>
            <a:xfrm>
              <a:off x="4903875" y="2791850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669"/>
                    <a:pt x="0" y="6506"/>
                    <a:pt x="2569" y="6506"/>
                  </a:cubicBezTo>
                  <a:cubicBezTo>
                    <a:pt x="5137" y="6506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6" name="Google Shape;1906;p9"/>
            <p:cNvSpPr/>
            <p:nvPr/>
          </p:nvSpPr>
          <p:spPr>
            <a:xfrm>
              <a:off x="6260050" y="3282525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36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7" name="Google Shape;1907;p9"/>
            <p:cNvSpPr/>
            <p:nvPr/>
          </p:nvSpPr>
          <p:spPr>
            <a:xfrm flipH="1">
              <a:off x="1608100" y="2871088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702"/>
                    <a:pt x="0" y="6505"/>
                    <a:pt x="2569" y="6505"/>
                  </a:cubicBezTo>
                  <a:cubicBezTo>
                    <a:pt x="5137" y="6505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8" name="Google Shape;1908;p9"/>
            <p:cNvSpPr/>
            <p:nvPr/>
          </p:nvSpPr>
          <p:spPr>
            <a:xfrm flipH="1">
              <a:off x="1419625" y="3461513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9" name="Google Shape;1909;p9"/>
            <p:cNvSpPr/>
            <p:nvPr/>
          </p:nvSpPr>
          <p:spPr>
            <a:xfrm>
              <a:off x="7841700" y="2861075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36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0" name="Google Shape;1910;p9"/>
            <p:cNvSpPr/>
            <p:nvPr/>
          </p:nvSpPr>
          <p:spPr>
            <a:xfrm>
              <a:off x="8315375" y="2887775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2002" y="1668"/>
                    <a:pt x="0" y="6505"/>
                    <a:pt x="2569" y="6505"/>
                  </a:cubicBezTo>
                  <a:cubicBezTo>
                    <a:pt x="5137" y="6505"/>
                    <a:pt x="3269" y="1768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1" name="Google Shape;1911;p9"/>
            <p:cNvSpPr/>
            <p:nvPr/>
          </p:nvSpPr>
          <p:spPr>
            <a:xfrm>
              <a:off x="3426038" y="2817700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36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2" name="Google Shape;1912;p9"/>
            <p:cNvSpPr/>
            <p:nvPr/>
          </p:nvSpPr>
          <p:spPr>
            <a:xfrm>
              <a:off x="3899713" y="2844400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2002" y="1668"/>
                    <a:pt x="0" y="6505"/>
                    <a:pt x="2569" y="6505"/>
                  </a:cubicBezTo>
                  <a:cubicBezTo>
                    <a:pt x="5137" y="6505"/>
                    <a:pt x="3269" y="1768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913" name="Google Shape;1913;p9"/>
            <p:cNvGrpSpPr/>
            <p:nvPr/>
          </p:nvGrpSpPr>
          <p:grpSpPr>
            <a:xfrm>
              <a:off x="359500" y="182650"/>
              <a:ext cx="8548925" cy="3978550"/>
              <a:chOff x="359500" y="182650"/>
              <a:chExt cx="8548925" cy="3978550"/>
            </a:xfrm>
          </p:grpSpPr>
          <p:sp>
            <p:nvSpPr>
              <p:cNvPr id="1914" name="Google Shape;1914;p9"/>
              <p:cNvSpPr/>
              <p:nvPr/>
            </p:nvSpPr>
            <p:spPr>
              <a:xfrm>
                <a:off x="1935625" y="337750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1969" y="1668"/>
                      <a:pt x="1" y="6505"/>
                      <a:pt x="2569" y="6505"/>
                    </a:cubicBezTo>
                    <a:cubicBezTo>
                      <a:pt x="5138" y="6505"/>
                      <a:pt x="3236" y="1769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5" name="Google Shape;1915;p9"/>
              <p:cNvSpPr/>
              <p:nvPr/>
            </p:nvSpPr>
            <p:spPr>
              <a:xfrm>
                <a:off x="4268125" y="701350"/>
                <a:ext cx="128450" cy="16262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5" extrusionOk="0">
                    <a:moveTo>
                      <a:pt x="2569" y="0"/>
                    </a:moveTo>
                    <a:cubicBezTo>
                      <a:pt x="1969" y="1702"/>
                      <a:pt x="0" y="6505"/>
                      <a:pt x="2569" y="6505"/>
                    </a:cubicBezTo>
                    <a:cubicBezTo>
                      <a:pt x="5137" y="6505"/>
                      <a:pt x="3236" y="1802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6" name="Google Shape;1916;p9"/>
              <p:cNvSpPr/>
              <p:nvPr/>
            </p:nvSpPr>
            <p:spPr>
              <a:xfrm>
                <a:off x="1600375" y="1893025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1969" y="1669"/>
                      <a:pt x="1" y="6505"/>
                      <a:pt x="2569" y="6505"/>
                    </a:cubicBezTo>
                    <a:cubicBezTo>
                      <a:pt x="5138" y="6505"/>
                      <a:pt x="3237" y="1802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7" name="Google Shape;1917;p9"/>
              <p:cNvSpPr/>
              <p:nvPr/>
            </p:nvSpPr>
            <p:spPr>
              <a:xfrm>
                <a:off x="757275" y="182650"/>
                <a:ext cx="128450" cy="16262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5" extrusionOk="0">
                    <a:moveTo>
                      <a:pt x="2569" y="0"/>
                    </a:moveTo>
                    <a:cubicBezTo>
                      <a:pt x="2002" y="1668"/>
                      <a:pt x="1" y="6505"/>
                      <a:pt x="2569" y="6505"/>
                    </a:cubicBezTo>
                    <a:cubicBezTo>
                      <a:pt x="5138" y="6505"/>
                      <a:pt x="3270" y="1801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8" name="Google Shape;1918;p9"/>
              <p:cNvSpPr/>
              <p:nvPr/>
            </p:nvSpPr>
            <p:spPr>
              <a:xfrm>
                <a:off x="359500" y="1704575"/>
                <a:ext cx="128450" cy="16347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39" extrusionOk="0">
                    <a:moveTo>
                      <a:pt x="2569" y="0"/>
                    </a:moveTo>
                    <a:cubicBezTo>
                      <a:pt x="2002" y="1701"/>
                      <a:pt x="1" y="6538"/>
                      <a:pt x="2569" y="6538"/>
                    </a:cubicBezTo>
                    <a:cubicBezTo>
                      <a:pt x="5138" y="6538"/>
                      <a:pt x="3270" y="1801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9" name="Google Shape;1919;p9"/>
              <p:cNvSpPr/>
              <p:nvPr/>
            </p:nvSpPr>
            <p:spPr>
              <a:xfrm>
                <a:off x="2670325" y="492875"/>
                <a:ext cx="128450" cy="16262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5" extrusionOk="0">
                    <a:moveTo>
                      <a:pt x="2569" y="0"/>
                    </a:moveTo>
                    <a:cubicBezTo>
                      <a:pt x="2002" y="1701"/>
                      <a:pt x="0" y="6505"/>
                      <a:pt x="2569" y="6505"/>
                    </a:cubicBezTo>
                    <a:cubicBezTo>
                      <a:pt x="5137" y="6505"/>
                      <a:pt x="3269" y="1801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0" name="Google Shape;1920;p9"/>
              <p:cNvSpPr/>
              <p:nvPr/>
            </p:nvSpPr>
            <p:spPr>
              <a:xfrm>
                <a:off x="1459450" y="411975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0"/>
                    </a:moveTo>
                    <a:cubicBezTo>
                      <a:pt x="2002" y="1668"/>
                      <a:pt x="1" y="6505"/>
                      <a:pt x="2569" y="6505"/>
                    </a:cubicBezTo>
                    <a:cubicBezTo>
                      <a:pt x="5138" y="6505"/>
                      <a:pt x="3270" y="1802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1" name="Google Shape;1921;p9"/>
              <p:cNvSpPr/>
              <p:nvPr/>
            </p:nvSpPr>
            <p:spPr>
              <a:xfrm>
                <a:off x="3486725" y="386125"/>
                <a:ext cx="131800" cy="167650"/>
              </a:xfrm>
              <a:custGeom>
                <a:avLst/>
                <a:gdLst/>
                <a:ahLst/>
                <a:cxnLst/>
                <a:rect l="l" t="t" r="r" b="b"/>
                <a:pathLst>
                  <a:path w="5272" h="6706" extrusionOk="0">
                    <a:moveTo>
                      <a:pt x="2636" y="0"/>
                    </a:moveTo>
                    <a:cubicBezTo>
                      <a:pt x="2036" y="1735"/>
                      <a:pt x="1" y="6705"/>
                      <a:pt x="2636" y="6705"/>
                    </a:cubicBezTo>
                    <a:cubicBezTo>
                      <a:pt x="5271" y="6705"/>
                      <a:pt x="3337" y="1835"/>
                      <a:pt x="2636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2" name="Google Shape;1922;p9"/>
              <p:cNvSpPr/>
              <p:nvPr/>
            </p:nvSpPr>
            <p:spPr>
              <a:xfrm>
                <a:off x="4826025" y="469525"/>
                <a:ext cx="132625" cy="167625"/>
              </a:xfrm>
              <a:custGeom>
                <a:avLst/>
                <a:gdLst/>
                <a:ahLst/>
                <a:cxnLst/>
                <a:rect l="l" t="t" r="r" b="b"/>
                <a:pathLst>
                  <a:path w="5305" h="6705" extrusionOk="0">
                    <a:moveTo>
                      <a:pt x="2669" y="0"/>
                    </a:moveTo>
                    <a:cubicBezTo>
                      <a:pt x="2069" y="1735"/>
                      <a:pt x="0" y="6705"/>
                      <a:pt x="2669" y="6705"/>
                    </a:cubicBezTo>
                    <a:cubicBezTo>
                      <a:pt x="5304" y="6705"/>
                      <a:pt x="3370" y="1868"/>
                      <a:pt x="26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3" name="Google Shape;1923;p9"/>
              <p:cNvSpPr/>
              <p:nvPr/>
            </p:nvSpPr>
            <p:spPr>
              <a:xfrm>
                <a:off x="2451000" y="1156675"/>
                <a:ext cx="128450" cy="16347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39" extrusionOk="0">
                    <a:moveTo>
                      <a:pt x="2569" y="0"/>
                    </a:moveTo>
                    <a:cubicBezTo>
                      <a:pt x="2002" y="1702"/>
                      <a:pt x="0" y="6538"/>
                      <a:pt x="2569" y="6538"/>
                    </a:cubicBezTo>
                    <a:cubicBezTo>
                      <a:pt x="5137" y="6538"/>
                      <a:pt x="3269" y="1802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4" name="Google Shape;1924;p9"/>
              <p:cNvSpPr/>
              <p:nvPr/>
            </p:nvSpPr>
            <p:spPr>
              <a:xfrm>
                <a:off x="3384150" y="1302600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2002" y="1669"/>
                      <a:pt x="1" y="6506"/>
                      <a:pt x="2569" y="6506"/>
                    </a:cubicBezTo>
                    <a:cubicBezTo>
                      <a:pt x="5138" y="6506"/>
                      <a:pt x="3270" y="1769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5" name="Google Shape;1925;p9"/>
              <p:cNvSpPr/>
              <p:nvPr/>
            </p:nvSpPr>
            <p:spPr>
              <a:xfrm>
                <a:off x="724750" y="1423525"/>
                <a:ext cx="128450" cy="16347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39" extrusionOk="0">
                    <a:moveTo>
                      <a:pt x="2569" y="1"/>
                    </a:moveTo>
                    <a:cubicBezTo>
                      <a:pt x="2002" y="1702"/>
                      <a:pt x="1" y="6539"/>
                      <a:pt x="2569" y="6539"/>
                    </a:cubicBezTo>
                    <a:cubicBezTo>
                      <a:pt x="5138" y="6539"/>
                      <a:pt x="3270" y="1802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6" name="Google Shape;1926;p9"/>
              <p:cNvSpPr/>
              <p:nvPr/>
            </p:nvSpPr>
            <p:spPr>
              <a:xfrm>
                <a:off x="4220600" y="1657025"/>
                <a:ext cx="132600" cy="167650"/>
              </a:xfrm>
              <a:custGeom>
                <a:avLst/>
                <a:gdLst/>
                <a:ahLst/>
                <a:cxnLst/>
                <a:rect l="l" t="t" r="r" b="b"/>
                <a:pathLst>
                  <a:path w="5304" h="6706" extrusionOk="0">
                    <a:moveTo>
                      <a:pt x="2669" y="1"/>
                    </a:moveTo>
                    <a:cubicBezTo>
                      <a:pt x="2068" y="1735"/>
                      <a:pt x="0" y="6706"/>
                      <a:pt x="2669" y="6706"/>
                    </a:cubicBezTo>
                    <a:cubicBezTo>
                      <a:pt x="5304" y="6706"/>
                      <a:pt x="3369" y="1835"/>
                      <a:pt x="26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7" name="Google Shape;1927;p9"/>
              <p:cNvSpPr/>
              <p:nvPr/>
            </p:nvSpPr>
            <p:spPr>
              <a:xfrm>
                <a:off x="4859375" y="1383500"/>
                <a:ext cx="132625" cy="167650"/>
              </a:xfrm>
              <a:custGeom>
                <a:avLst/>
                <a:gdLst/>
                <a:ahLst/>
                <a:cxnLst/>
                <a:rect l="l" t="t" r="r" b="b"/>
                <a:pathLst>
                  <a:path w="5305" h="6706" extrusionOk="0">
                    <a:moveTo>
                      <a:pt x="2669" y="1"/>
                    </a:moveTo>
                    <a:cubicBezTo>
                      <a:pt x="2069" y="1735"/>
                      <a:pt x="1" y="6705"/>
                      <a:pt x="2669" y="6705"/>
                    </a:cubicBezTo>
                    <a:cubicBezTo>
                      <a:pt x="5305" y="6705"/>
                      <a:pt x="3370" y="1869"/>
                      <a:pt x="26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8" name="Google Shape;1928;p9"/>
              <p:cNvSpPr/>
              <p:nvPr/>
            </p:nvSpPr>
            <p:spPr>
              <a:xfrm>
                <a:off x="6357225" y="337750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1969" y="1668"/>
                      <a:pt x="1" y="6505"/>
                      <a:pt x="2569" y="6505"/>
                    </a:cubicBezTo>
                    <a:cubicBezTo>
                      <a:pt x="5138" y="6505"/>
                      <a:pt x="3236" y="1769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9" name="Google Shape;1929;p9"/>
              <p:cNvSpPr/>
              <p:nvPr/>
            </p:nvSpPr>
            <p:spPr>
              <a:xfrm>
                <a:off x="8689725" y="701350"/>
                <a:ext cx="128450" cy="16262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5" extrusionOk="0">
                    <a:moveTo>
                      <a:pt x="2569" y="0"/>
                    </a:moveTo>
                    <a:cubicBezTo>
                      <a:pt x="1969" y="1702"/>
                      <a:pt x="0" y="6505"/>
                      <a:pt x="2569" y="6505"/>
                    </a:cubicBezTo>
                    <a:cubicBezTo>
                      <a:pt x="5137" y="6505"/>
                      <a:pt x="3236" y="1802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0" name="Google Shape;1930;p9"/>
              <p:cNvSpPr/>
              <p:nvPr/>
            </p:nvSpPr>
            <p:spPr>
              <a:xfrm>
                <a:off x="6021975" y="1893025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1969" y="1669"/>
                      <a:pt x="1" y="6505"/>
                      <a:pt x="2569" y="6505"/>
                    </a:cubicBezTo>
                    <a:cubicBezTo>
                      <a:pt x="5138" y="6505"/>
                      <a:pt x="3237" y="1802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1" name="Google Shape;1931;p9"/>
              <p:cNvSpPr/>
              <p:nvPr/>
            </p:nvSpPr>
            <p:spPr>
              <a:xfrm>
                <a:off x="5178875" y="182650"/>
                <a:ext cx="128450" cy="16262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5" extrusionOk="0">
                    <a:moveTo>
                      <a:pt x="2569" y="0"/>
                    </a:moveTo>
                    <a:cubicBezTo>
                      <a:pt x="2002" y="1668"/>
                      <a:pt x="1" y="6505"/>
                      <a:pt x="2569" y="6505"/>
                    </a:cubicBezTo>
                    <a:cubicBezTo>
                      <a:pt x="5138" y="6505"/>
                      <a:pt x="3270" y="1801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2" name="Google Shape;1932;p9"/>
              <p:cNvSpPr/>
              <p:nvPr/>
            </p:nvSpPr>
            <p:spPr>
              <a:xfrm>
                <a:off x="4781100" y="1704575"/>
                <a:ext cx="128450" cy="16347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39" extrusionOk="0">
                    <a:moveTo>
                      <a:pt x="2569" y="0"/>
                    </a:moveTo>
                    <a:cubicBezTo>
                      <a:pt x="2002" y="1701"/>
                      <a:pt x="1" y="6538"/>
                      <a:pt x="2569" y="6538"/>
                    </a:cubicBezTo>
                    <a:cubicBezTo>
                      <a:pt x="5138" y="6538"/>
                      <a:pt x="3270" y="1801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3" name="Google Shape;1933;p9"/>
              <p:cNvSpPr/>
              <p:nvPr/>
            </p:nvSpPr>
            <p:spPr>
              <a:xfrm>
                <a:off x="7091925" y="492875"/>
                <a:ext cx="128450" cy="16262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5" extrusionOk="0">
                    <a:moveTo>
                      <a:pt x="2569" y="0"/>
                    </a:moveTo>
                    <a:cubicBezTo>
                      <a:pt x="2002" y="1701"/>
                      <a:pt x="0" y="6505"/>
                      <a:pt x="2569" y="6505"/>
                    </a:cubicBezTo>
                    <a:cubicBezTo>
                      <a:pt x="5137" y="6505"/>
                      <a:pt x="3269" y="1801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4" name="Google Shape;1934;p9"/>
              <p:cNvSpPr/>
              <p:nvPr/>
            </p:nvSpPr>
            <p:spPr>
              <a:xfrm>
                <a:off x="5881050" y="411975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0"/>
                    </a:moveTo>
                    <a:cubicBezTo>
                      <a:pt x="2002" y="1668"/>
                      <a:pt x="1" y="6505"/>
                      <a:pt x="2569" y="6505"/>
                    </a:cubicBezTo>
                    <a:cubicBezTo>
                      <a:pt x="5138" y="6505"/>
                      <a:pt x="3270" y="1802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5" name="Google Shape;1935;p9"/>
              <p:cNvSpPr/>
              <p:nvPr/>
            </p:nvSpPr>
            <p:spPr>
              <a:xfrm>
                <a:off x="7908325" y="386125"/>
                <a:ext cx="131800" cy="167650"/>
              </a:xfrm>
              <a:custGeom>
                <a:avLst/>
                <a:gdLst/>
                <a:ahLst/>
                <a:cxnLst/>
                <a:rect l="l" t="t" r="r" b="b"/>
                <a:pathLst>
                  <a:path w="5272" h="6706" extrusionOk="0">
                    <a:moveTo>
                      <a:pt x="2636" y="0"/>
                    </a:moveTo>
                    <a:cubicBezTo>
                      <a:pt x="2036" y="1735"/>
                      <a:pt x="1" y="6705"/>
                      <a:pt x="2636" y="6705"/>
                    </a:cubicBezTo>
                    <a:cubicBezTo>
                      <a:pt x="5271" y="6705"/>
                      <a:pt x="3337" y="1835"/>
                      <a:pt x="2636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6" name="Google Shape;1936;p9"/>
              <p:cNvSpPr/>
              <p:nvPr/>
            </p:nvSpPr>
            <p:spPr>
              <a:xfrm>
                <a:off x="6872600" y="1156675"/>
                <a:ext cx="128450" cy="16347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39" extrusionOk="0">
                    <a:moveTo>
                      <a:pt x="2569" y="0"/>
                    </a:moveTo>
                    <a:cubicBezTo>
                      <a:pt x="2002" y="1702"/>
                      <a:pt x="0" y="6538"/>
                      <a:pt x="2569" y="6538"/>
                    </a:cubicBezTo>
                    <a:cubicBezTo>
                      <a:pt x="5137" y="6538"/>
                      <a:pt x="3269" y="1802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7" name="Google Shape;1937;p9"/>
              <p:cNvSpPr/>
              <p:nvPr/>
            </p:nvSpPr>
            <p:spPr>
              <a:xfrm>
                <a:off x="7805750" y="1302600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2002" y="1669"/>
                      <a:pt x="1" y="6506"/>
                      <a:pt x="2569" y="6506"/>
                    </a:cubicBezTo>
                    <a:cubicBezTo>
                      <a:pt x="5138" y="6506"/>
                      <a:pt x="3270" y="1769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8" name="Google Shape;1938;p9"/>
              <p:cNvSpPr/>
              <p:nvPr/>
            </p:nvSpPr>
            <p:spPr>
              <a:xfrm>
                <a:off x="5146350" y="1423525"/>
                <a:ext cx="128450" cy="16347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39" extrusionOk="0">
                    <a:moveTo>
                      <a:pt x="2569" y="1"/>
                    </a:moveTo>
                    <a:cubicBezTo>
                      <a:pt x="2002" y="1702"/>
                      <a:pt x="1" y="6539"/>
                      <a:pt x="2569" y="6539"/>
                    </a:cubicBezTo>
                    <a:cubicBezTo>
                      <a:pt x="5138" y="6539"/>
                      <a:pt x="3270" y="1802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9" name="Google Shape;1939;p9"/>
              <p:cNvSpPr/>
              <p:nvPr/>
            </p:nvSpPr>
            <p:spPr>
              <a:xfrm>
                <a:off x="7038550" y="1740425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0"/>
                    </a:moveTo>
                    <a:cubicBezTo>
                      <a:pt x="2002" y="1702"/>
                      <a:pt x="0" y="6505"/>
                      <a:pt x="2569" y="6505"/>
                    </a:cubicBezTo>
                    <a:cubicBezTo>
                      <a:pt x="5137" y="6505"/>
                      <a:pt x="3269" y="1802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0" name="Google Shape;1940;p9"/>
              <p:cNvSpPr/>
              <p:nvPr/>
            </p:nvSpPr>
            <p:spPr>
              <a:xfrm>
                <a:off x="7994225" y="1893025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2002" y="1669"/>
                      <a:pt x="1" y="6505"/>
                      <a:pt x="2569" y="6505"/>
                    </a:cubicBezTo>
                    <a:cubicBezTo>
                      <a:pt x="5138" y="6505"/>
                      <a:pt x="3270" y="1802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1" name="Google Shape;1941;p9"/>
              <p:cNvSpPr/>
              <p:nvPr/>
            </p:nvSpPr>
            <p:spPr>
              <a:xfrm>
                <a:off x="8642200" y="1657025"/>
                <a:ext cx="132600" cy="167650"/>
              </a:xfrm>
              <a:custGeom>
                <a:avLst/>
                <a:gdLst/>
                <a:ahLst/>
                <a:cxnLst/>
                <a:rect l="l" t="t" r="r" b="b"/>
                <a:pathLst>
                  <a:path w="5304" h="6706" extrusionOk="0">
                    <a:moveTo>
                      <a:pt x="2669" y="1"/>
                    </a:moveTo>
                    <a:cubicBezTo>
                      <a:pt x="2068" y="1735"/>
                      <a:pt x="0" y="6706"/>
                      <a:pt x="2669" y="6706"/>
                    </a:cubicBezTo>
                    <a:cubicBezTo>
                      <a:pt x="5304" y="6706"/>
                      <a:pt x="3369" y="1835"/>
                      <a:pt x="26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2" name="Google Shape;1942;p9"/>
              <p:cNvSpPr/>
              <p:nvPr/>
            </p:nvSpPr>
            <p:spPr>
              <a:xfrm>
                <a:off x="5374950" y="966325"/>
                <a:ext cx="128450" cy="16347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39" extrusionOk="0">
                    <a:moveTo>
                      <a:pt x="2569" y="1"/>
                    </a:moveTo>
                    <a:cubicBezTo>
                      <a:pt x="2002" y="1702"/>
                      <a:pt x="1" y="6539"/>
                      <a:pt x="2569" y="6539"/>
                    </a:cubicBezTo>
                    <a:cubicBezTo>
                      <a:pt x="5138" y="6539"/>
                      <a:pt x="3270" y="1802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3" name="Google Shape;1943;p9"/>
              <p:cNvSpPr/>
              <p:nvPr/>
            </p:nvSpPr>
            <p:spPr>
              <a:xfrm>
                <a:off x="5679750" y="1271125"/>
                <a:ext cx="128450" cy="16347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39" extrusionOk="0">
                    <a:moveTo>
                      <a:pt x="2569" y="1"/>
                    </a:moveTo>
                    <a:cubicBezTo>
                      <a:pt x="2002" y="1702"/>
                      <a:pt x="1" y="6539"/>
                      <a:pt x="2569" y="6539"/>
                    </a:cubicBezTo>
                    <a:cubicBezTo>
                      <a:pt x="5138" y="6539"/>
                      <a:pt x="3270" y="1802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4" name="Google Shape;1944;p9"/>
              <p:cNvSpPr/>
              <p:nvPr/>
            </p:nvSpPr>
            <p:spPr>
              <a:xfrm flipH="1">
                <a:off x="1208475" y="948188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2002" y="1669"/>
                      <a:pt x="1" y="6506"/>
                      <a:pt x="2569" y="6506"/>
                    </a:cubicBezTo>
                    <a:cubicBezTo>
                      <a:pt x="5138" y="6506"/>
                      <a:pt x="3270" y="1769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5" name="Google Shape;1945;p9"/>
              <p:cNvSpPr/>
              <p:nvPr/>
            </p:nvSpPr>
            <p:spPr>
              <a:xfrm>
                <a:off x="8060825" y="938175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1969" y="1669"/>
                      <a:pt x="1" y="6505"/>
                      <a:pt x="2569" y="6505"/>
                    </a:cubicBezTo>
                    <a:cubicBezTo>
                      <a:pt x="5138" y="6505"/>
                      <a:pt x="3237" y="1802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6" name="Google Shape;1946;p9"/>
              <p:cNvSpPr/>
              <p:nvPr/>
            </p:nvSpPr>
            <p:spPr>
              <a:xfrm>
                <a:off x="3645163" y="894800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1969" y="1669"/>
                      <a:pt x="1" y="6505"/>
                      <a:pt x="2569" y="6505"/>
                    </a:cubicBezTo>
                    <a:cubicBezTo>
                      <a:pt x="5138" y="6505"/>
                      <a:pt x="3237" y="1802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7" name="Google Shape;1947;p9"/>
              <p:cNvSpPr/>
              <p:nvPr/>
            </p:nvSpPr>
            <p:spPr>
              <a:xfrm>
                <a:off x="4358375" y="2806875"/>
                <a:ext cx="128450" cy="16262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5" extrusionOk="0">
                    <a:moveTo>
                      <a:pt x="2569" y="0"/>
                    </a:moveTo>
                    <a:cubicBezTo>
                      <a:pt x="1969" y="1702"/>
                      <a:pt x="0" y="6505"/>
                      <a:pt x="2569" y="6505"/>
                    </a:cubicBezTo>
                    <a:cubicBezTo>
                      <a:pt x="5137" y="6505"/>
                      <a:pt x="3236" y="1802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8" name="Google Shape;1948;p9"/>
              <p:cNvSpPr/>
              <p:nvPr/>
            </p:nvSpPr>
            <p:spPr>
              <a:xfrm>
                <a:off x="1690625" y="3998550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1969" y="1669"/>
                      <a:pt x="1" y="6505"/>
                      <a:pt x="2569" y="6505"/>
                    </a:cubicBezTo>
                    <a:cubicBezTo>
                      <a:pt x="5138" y="6505"/>
                      <a:pt x="3237" y="1802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9" name="Google Shape;1949;p9"/>
              <p:cNvSpPr/>
              <p:nvPr/>
            </p:nvSpPr>
            <p:spPr>
              <a:xfrm>
                <a:off x="847525" y="2288175"/>
                <a:ext cx="128450" cy="16262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5" extrusionOk="0">
                    <a:moveTo>
                      <a:pt x="2569" y="0"/>
                    </a:moveTo>
                    <a:cubicBezTo>
                      <a:pt x="2002" y="1668"/>
                      <a:pt x="1" y="6505"/>
                      <a:pt x="2569" y="6505"/>
                    </a:cubicBezTo>
                    <a:cubicBezTo>
                      <a:pt x="5138" y="6505"/>
                      <a:pt x="3270" y="1801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0" name="Google Shape;1950;p9"/>
              <p:cNvSpPr/>
              <p:nvPr/>
            </p:nvSpPr>
            <p:spPr>
              <a:xfrm>
                <a:off x="449750" y="3810100"/>
                <a:ext cx="128450" cy="16347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39" extrusionOk="0">
                    <a:moveTo>
                      <a:pt x="2569" y="0"/>
                    </a:moveTo>
                    <a:cubicBezTo>
                      <a:pt x="2002" y="1701"/>
                      <a:pt x="1" y="6538"/>
                      <a:pt x="2569" y="6538"/>
                    </a:cubicBezTo>
                    <a:cubicBezTo>
                      <a:pt x="5138" y="6538"/>
                      <a:pt x="3270" y="1801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1" name="Google Shape;1951;p9"/>
              <p:cNvSpPr/>
              <p:nvPr/>
            </p:nvSpPr>
            <p:spPr>
              <a:xfrm>
                <a:off x="2760575" y="2598400"/>
                <a:ext cx="128450" cy="16262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5" extrusionOk="0">
                    <a:moveTo>
                      <a:pt x="2569" y="0"/>
                    </a:moveTo>
                    <a:cubicBezTo>
                      <a:pt x="2002" y="1701"/>
                      <a:pt x="0" y="6505"/>
                      <a:pt x="2569" y="6505"/>
                    </a:cubicBezTo>
                    <a:cubicBezTo>
                      <a:pt x="5137" y="6505"/>
                      <a:pt x="3269" y="1801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2" name="Google Shape;1952;p9"/>
              <p:cNvSpPr/>
              <p:nvPr/>
            </p:nvSpPr>
            <p:spPr>
              <a:xfrm>
                <a:off x="1549700" y="2517500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0"/>
                    </a:moveTo>
                    <a:cubicBezTo>
                      <a:pt x="2002" y="1668"/>
                      <a:pt x="1" y="6505"/>
                      <a:pt x="2569" y="6505"/>
                    </a:cubicBezTo>
                    <a:cubicBezTo>
                      <a:pt x="5138" y="6505"/>
                      <a:pt x="3270" y="1802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3" name="Google Shape;1953;p9"/>
              <p:cNvSpPr/>
              <p:nvPr/>
            </p:nvSpPr>
            <p:spPr>
              <a:xfrm>
                <a:off x="4916275" y="2575050"/>
                <a:ext cx="132625" cy="167625"/>
              </a:xfrm>
              <a:custGeom>
                <a:avLst/>
                <a:gdLst/>
                <a:ahLst/>
                <a:cxnLst/>
                <a:rect l="l" t="t" r="r" b="b"/>
                <a:pathLst>
                  <a:path w="5305" h="6705" extrusionOk="0">
                    <a:moveTo>
                      <a:pt x="2669" y="0"/>
                    </a:moveTo>
                    <a:cubicBezTo>
                      <a:pt x="2069" y="1735"/>
                      <a:pt x="0" y="6705"/>
                      <a:pt x="2669" y="6705"/>
                    </a:cubicBezTo>
                    <a:cubicBezTo>
                      <a:pt x="5304" y="6705"/>
                      <a:pt x="3370" y="1868"/>
                      <a:pt x="26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4" name="Google Shape;1954;p9"/>
              <p:cNvSpPr/>
              <p:nvPr/>
            </p:nvSpPr>
            <p:spPr>
              <a:xfrm>
                <a:off x="2541250" y="3262200"/>
                <a:ext cx="128450" cy="16347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39" extrusionOk="0">
                    <a:moveTo>
                      <a:pt x="2569" y="0"/>
                    </a:moveTo>
                    <a:cubicBezTo>
                      <a:pt x="2002" y="1702"/>
                      <a:pt x="0" y="6538"/>
                      <a:pt x="2569" y="6538"/>
                    </a:cubicBezTo>
                    <a:cubicBezTo>
                      <a:pt x="5137" y="6538"/>
                      <a:pt x="3269" y="1802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5" name="Google Shape;1955;p9"/>
              <p:cNvSpPr/>
              <p:nvPr/>
            </p:nvSpPr>
            <p:spPr>
              <a:xfrm>
                <a:off x="3474400" y="3408125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2002" y="1669"/>
                      <a:pt x="1" y="6506"/>
                      <a:pt x="2569" y="6506"/>
                    </a:cubicBezTo>
                    <a:cubicBezTo>
                      <a:pt x="5138" y="6506"/>
                      <a:pt x="3270" y="1769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6" name="Google Shape;1956;p9"/>
              <p:cNvSpPr/>
              <p:nvPr/>
            </p:nvSpPr>
            <p:spPr>
              <a:xfrm>
                <a:off x="815000" y="3529050"/>
                <a:ext cx="128450" cy="16347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39" extrusionOk="0">
                    <a:moveTo>
                      <a:pt x="2569" y="1"/>
                    </a:moveTo>
                    <a:cubicBezTo>
                      <a:pt x="2002" y="1702"/>
                      <a:pt x="1" y="6539"/>
                      <a:pt x="2569" y="6539"/>
                    </a:cubicBezTo>
                    <a:cubicBezTo>
                      <a:pt x="5138" y="6539"/>
                      <a:pt x="3270" y="1802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7" name="Google Shape;1957;p9"/>
              <p:cNvSpPr/>
              <p:nvPr/>
            </p:nvSpPr>
            <p:spPr>
              <a:xfrm>
                <a:off x="3662875" y="3998550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2002" y="1669"/>
                      <a:pt x="1" y="6505"/>
                      <a:pt x="2569" y="6505"/>
                    </a:cubicBezTo>
                    <a:cubicBezTo>
                      <a:pt x="5138" y="6505"/>
                      <a:pt x="3270" y="1802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8" name="Google Shape;1958;p9"/>
              <p:cNvSpPr/>
              <p:nvPr/>
            </p:nvSpPr>
            <p:spPr>
              <a:xfrm>
                <a:off x="4310850" y="3762550"/>
                <a:ext cx="132600" cy="167650"/>
              </a:xfrm>
              <a:custGeom>
                <a:avLst/>
                <a:gdLst/>
                <a:ahLst/>
                <a:cxnLst/>
                <a:rect l="l" t="t" r="r" b="b"/>
                <a:pathLst>
                  <a:path w="5304" h="6706" extrusionOk="0">
                    <a:moveTo>
                      <a:pt x="2669" y="1"/>
                    </a:moveTo>
                    <a:cubicBezTo>
                      <a:pt x="2068" y="1735"/>
                      <a:pt x="0" y="6706"/>
                      <a:pt x="2669" y="6706"/>
                    </a:cubicBezTo>
                    <a:cubicBezTo>
                      <a:pt x="5304" y="6706"/>
                      <a:pt x="3369" y="1835"/>
                      <a:pt x="26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9" name="Google Shape;1959;p9"/>
              <p:cNvSpPr/>
              <p:nvPr/>
            </p:nvSpPr>
            <p:spPr>
              <a:xfrm>
                <a:off x="4949625" y="3489025"/>
                <a:ext cx="132625" cy="167650"/>
              </a:xfrm>
              <a:custGeom>
                <a:avLst/>
                <a:gdLst/>
                <a:ahLst/>
                <a:cxnLst/>
                <a:rect l="l" t="t" r="r" b="b"/>
                <a:pathLst>
                  <a:path w="5305" h="6706" extrusionOk="0">
                    <a:moveTo>
                      <a:pt x="2669" y="1"/>
                    </a:moveTo>
                    <a:cubicBezTo>
                      <a:pt x="2069" y="1735"/>
                      <a:pt x="1" y="6705"/>
                      <a:pt x="2669" y="6705"/>
                    </a:cubicBezTo>
                    <a:cubicBezTo>
                      <a:pt x="5305" y="6705"/>
                      <a:pt x="3370" y="1869"/>
                      <a:pt x="26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0" name="Google Shape;1960;p9"/>
              <p:cNvSpPr/>
              <p:nvPr/>
            </p:nvSpPr>
            <p:spPr>
              <a:xfrm>
                <a:off x="6447475" y="2443275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1969" y="1668"/>
                      <a:pt x="1" y="6505"/>
                      <a:pt x="2569" y="6505"/>
                    </a:cubicBezTo>
                    <a:cubicBezTo>
                      <a:pt x="5138" y="6505"/>
                      <a:pt x="3236" y="1769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1" name="Google Shape;1961;p9"/>
              <p:cNvSpPr/>
              <p:nvPr/>
            </p:nvSpPr>
            <p:spPr>
              <a:xfrm>
                <a:off x="8779975" y="2806875"/>
                <a:ext cx="128450" cy="16262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5" extrusionOk="0">
                    <a:moveTo>
                      <a:pt x="2569" y="0"/>
                    </a:moveTo>
                    <a:cubicBezTo>
                      <a:pt x="1969" y="1702"/>
                      <a:pt x="0" y="6505"/>
                      <a:pt x="2569" y="6505"/>
                    </a:cubicBezTo>
                    <a:cubicBezTo>
                      <a:pt x="5137" y="6505"/>
                      <a:pt x="3236" y="1802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2" name="Google Shape;1962;p9"/>
              <p:cNvSpPr/>
              <p:nvPr/>
            </p:nvSpPr>
            <p:spPr>
              <a:xfrm>
                <a:off x="6112225" y="3998550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1969" y="1669"/>
                      <a:pt x="1" y="6505"/>
                      <a:pt x="2569" y="6505"/>
                    </a:cubicBezTo>
                    <a:cubicBezTo>
                      <a:pt x="5138" y="6505"/>
                      <a:pt x="3237" y="1802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3" name="Google Shape;1963;p9"/>
              <p:cNvSpPr/>
              <p:nvPr/>
            </p:nvSpPr>
            <p:spPr>
              <a:xfrm>
                <a:off x="5269125" y="2288175"/>
                <a:ext cx="128450" cy="16262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5" extrusionOk="0">
                    <a:moveTo>
                      <a:pt x="2569" y="0"/>
                    </a:moveTo>
                    <a:cubicBezTo>
                      <a:pt x="2002" y="1668"/>
                      <a:pt x="1" y="6505"/>
                      <a:pt x="2569" y="6505"/>
                    </a:cubicBezTo>
                    <a:cubicBezTo>
                      <a:pt x="5138" y="6505"/>
                      <a:pt x="3270" y="1801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4" name="Google Shape;1964;p9"/>
              <p:cNvSpPr/>
              <p:nvPr/>
            </p:nvSpPr>
            <p:spPr>
              <a:xfrm>
                <a:off x="4871350" y="3810100"/>
                <a:ext cx="128450" cy="16347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39" extrusionOk="0">
                    <a:moveTo>
                      <a:pt x="2569" y="0"/>
                    </a:moveTo>
                    <a:cubicBezTo>
                      <a:pt x="2002" y="1701"/>
                      <a:pt x="1" y="6538"/>
                      <a:pt x="2569" y="6538"/>
                    </a:cubicBezTo>
                    <a:cubicBezTo>
                      <a:pt x="5138" y="6538"/>
                      <a:pt x="3270" y="1801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5" name="Google Shape;1965;p9"/>
              <p:cNvSpPr/>
              <p:nvPr/>
            </p:nvSpPr>
            <p:spPr>
              <a:xfrm>
                <a:off x="7182175" y="2598400"/>
                <a:ext cx="128450" cy="16262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5" extrusionOk="0">
                    <a:moveTo>
                      <a:pt x="2569" y="0"/>
                    </a:moveTo>
                    <a:cubicBezTo>
                      <a:pt x="2002" y="1701"/>
                      <a:pt x="0" y="6505"/>
                      <a:pt x="2569" y="6505"/>
                    </a:cubicBezTo>
                    <a:cubicBezTo>
                      <a:pt x="5137" y="6505"/>
                      <a:pt x="3269" y="1801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6" name="Google Shape;1966;p9"/>
              <p:cNvSpPr/>
              <p:nvPr/>
            </p:nvSpPr>
            <p:spPr>
              <a:xfrm>
                <a:off x="5971300" y="2517500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0"/>
                    </a:moveTo>
                    <a:cubicBezTo>
                      <a:pt x="2002" y="1668"/>
                      <a:pt x="1" y="6505"/>
                      <a:pt x="2569" y="6505"/>
                    </a:cubicBezTo>
                    <a:cubicBezTo>
                      <a:pt x="5138" y="6505"/>
                      <a:pt x="3270" y="1802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7" name="Google Shape;1967;p9"/>
              <p:cNvSpPr/>
              <p:nvPr/>
            </p:nvSpPr>
            <p:spPr>
              <a:xfrm>
                <a:off x="7998575" y="2491650"/>
                <a:ext cx="131800" cy="167650"/>
              </a:xfrm>
              <a:custGeom>
                <a:avLst/>
                <a:gdLst/>
                <a:ahLst/>
                <a:cxnLst/>
                <a:rect l="l" t="t" r="r" b="b"/>
                <a:pathLst>
                  <a:path w="5272" h="6706" extrusionOk="0">
                    <a:moveTo>
                      <a:pt x="2636" y="0"/>
                    </a:moveTo>
                    <a:cubicBezTo>
                      <a:pt x="2036" y="1735"/>
                      <a:pt x="1" y="6705"/>
                      <a:pt x="2636" y="6705"/>
                    </a:cubicBezTo>
                    <a:cubicBezTo>
                      <a:pt x="5271" y="6705"/>
                      <a:pt x="3337" y="1835"/>
                      <a:pt x="2636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8" name="Google Shape;1968;p9"/>
              <p:cNvSpPr/>
              <p:nvPr/>
            </p:nvSpPr>
            <p:spPr>
              <a:xfrm>
                <a:off x="6962850" y="3262200"/>
                <a:ext cx="128450" cy="16347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39" extrusionOk="0">
                    <a:moveTo>
                      <a:pt x="2569" y="0"/>
                    </a:moveTo>
                    <a:cubicBezTo>
                      <a:pt x="2002" y="1702"/>
                      <a:pt x="0" y="6538"/>
                      <a:pt x="2569" y="6538"/>
                    </a:cubicBezTo>
                    <a:cubicBezTo>
                      <a:pt x="5137" y="6538"/>
                      <a:pt x="3269" y="1802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9" name="Google Shape;1969;p9"/>
              <p:cNvSpPr/>
              <p:nvPr/>
            </p:nvSpPr>
            <p:spPr>
              <a:xfrm>
                <a:off x="7896000" y="3408125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2002" y="1669"/>
                      <a:pt x="1" y="6506"/>
                      <a:pt x="2569" y="6506"/>
                    </a:cubicBezTo>
                    <a:cubicBezTo>
                      <a:pt x="5138" y="6506"/>
                      <a:pt x="3270" y="1769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0" name="Google Shape;1970;p9"/>
              <p:cNvSpPr/>
              <p:nvPr/>
            </p:nvSpPr>
            <p:spPr>
              <a:xfrm>
                <a:off x="5236600" y="3529050"/>
                <a:ext cx="128450" cy="16347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39" extrusionOk="0">
                    <a:moveTo>
                      <a:pt x="2569" y="1"/>
                    </a:moveTo>
                    <a:cubicBezTo>
                      <a:pt x="2002" y="1702"/>
                      <a:pt x="1" y="6539"/>
                      <a:pt x="2569" y="6539"/>
                    </a:cubicBezTo>
                    <a:cubicBezTo>
                      <a:pt x="5138" y="6539"/>
                      <a:pt x="3270" y="1802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1" name="Google Shape;1971;p9"/>
              <p:cNvSpPr/>
              <p:nvPr/>
            </p:nvSpPr>
            <p:spPr>
              <a:xfrm>
                <a:off x="7128800" y="3845950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0"/>
                    </a:moveTo>
                    <a:cubicBezTo>
                      <a:pt x="2002" y="1702"/>
                      <a:pt x="0" y="6505"/>
                      <a:pt x="2569" y="6505"/>
                    </a:cubicBezTo>
                    <a:cubicBezTo>
                      <a:pt x="5137" y="6505"/>
                      <a:pt x="3269" y="1802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2" name="Google Shape;1972;p9"/>
              <p:cNvSpPr/>
              <p:nvPr/>
            </p:nvSpPr>
            <p:spPr>
              <a:xfrm>
                <a:off x="8084475" y="3998550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2002" y="1669"/>
                      <a:pt x="1" y="6505"/>
                      <a:pt x="2569" y="6505"/>
                    </a:cubicBezTo>
                    <a:cubicBezTo>
                      <a:pt x="5138" y="6505"/>
                      <a:pt x="3270" y="1802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3" name="Google Shape;1973;p9"/>
              <p:cNvSpPr/>
              <p:nvPr/>
            </p:nvSpPr>
            <p:spPr>
              <a:xfrm>
                <a:off x="8732450" y="3762550"/>
                <a:ext cx="132600" cy="167650"/>
              </a:xfrm>
              <a:custGeom>
                <a:avLst/>
                <a:gdLst/>
                <a:ahLst/>
                <a:cxnLst/>
                <a:rect l="l" t="t" r="r" b="b"/>
                <a:pathLst>
                  <a:path w="5304" h="6706" extrusionOk="0">
                    <a:moveTo>
                      <a:pt x="2669" y="1"/>
                    </a:moveTo>
                    <a:cubicBezTo>
                      <a:pt x="2068" y="1735"/>
                      <a:pt x="0" y="6706"/>
                      <a:pt x="2669" y="6706"/>
                    </a:cubicBezTo>
                    <a:cubicBezTo>
                      <a:pt x="5304" y="6706"/>
                      <a:pt x="3369" y="1835"/>
                      <a:pt x="26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4" name="Google Shape;1974;p9"/>
              <p:cNvSpPr/>
              <p:nvPr/>
            </p:nvSpPr>
            <p:spPr>
              <a:xfrm>
                <a:off x="5465200" y="3071850"/>
                <a:ext cx="128450" cy="16347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39" extrusionOk="0">
                    <a:moveTo>
                      <a:pt x="2569" y="1"/>
                    </a:moveTo>
                    <a:cubicBezTo>
                      <a:pt x="2002" y="1702"/>
                      <a:pt x="1" y="6539"/>
                      <a:pt x="2569" y="6539"/>
                    </a:cubicBezTo>
                    <a:cubicBezTo>
                      <a:pt x="5138" y="6539"/>
                      <a:pt x="3270" y="1802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5" name="Google Shape;1975;p9"/>
              <p:cNvSpPr/>
              <p:nvPr/>
            </p:nvSpPr>
            <p:spPr>
              <a:xfrm>
                <a:off x="5770000" y="3376650"/>
                <a:ext cx="128450" cy="16347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39" extrusionOk="0">
                    <a:moveTo>
                      <a:pt x="2569" y="1"/>
                    </a:moveTo>
                    <a:cubicBezTo>
                      <a:pt x="2002" y="1702"/>
                      <a:pt x="1" y="6539"/>
                      <a:pt x="2569" y="6539"/>
                    </a:cubicBezTo>
                    <a:cubicBezTo>
                      <a:pt x="5138" y="6539"/>
                      <a:pt x="3270" y="1802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6" name="Google Shape;1976;p9"/>
              <p:cNvSpPr/>
              <p:nvPr/>
            </p:nvSpPr>
            <p:spPr>
              <a:xfrm flipH="1">
                <a:off x="1298725" y="3053713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2002" y="1669"/>
                      <a:pt x="1" y="6506"/>
                      <a:pt x="2569" y="6506"/>
                    </a:cubicBezTo>
                    <a:cubicBezTo>
                      <a:pt x="5138" y="6506"/>
                      <a:pt x="3270" y="1769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7" name="Google Shape;1977;p9"/>
              <p:cNvSpPr/>
              <p:nvPr/>
            </p:nvSpPr>
            <p:spPr>
              <a:xfrm>
                <a:off x="8151075" y="3043700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1969" y="1669"/>
                      <a:pt x="1" y="6505"/>
                      <a:pt x="2569" y="6505"/>
                    </a:cubicBezTo>
                    <a:cubicBezTo>
                      <a:pt x="5138" y="6505"/>
                      <a:pt x="3237" y="1802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8" name="Google Shape;1978;p9"/>
              <p:cNvSpPr/>
              <p:nvPr/>
            </p:nvSpPr>
            <p:spPr>
              <a:xfrm>
                <a:off x="3735413" y="3000325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1969" y="1669"/>
                      <a:pt x="1" y="6505"/>
                      <a:pt x="2569" y="6505"/>
                    </a:cubicBezTo>
                    <a:cubicBezTo>
                      <a:pt x="5138" y="6505"/>
                      <a:pt x="3237" y="1802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979" name="Google Shape;1979;p9"/>
            <p:cNvSpPr/>
            <p:nvPr/>
          </p:nvSpPr>
          <p:spPr>
            <a:xfrm>
              <a:off x="2011825" y="433547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1969" y="1668"/>
                    <a:pt x="1" y="6505"/>
                    <a:pt x="2569" y="6505"/>
                  </a:cubicBezTo>
                  <a:cubicBezTo>
                    <a:pt x="5138" y="6505"/>
                    <a:pt x="3236" y="1769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0" name="Google Shape;1980;p9"/>
            <p:cNvSpPr/>
            <p:nvPr/>
          </p:nvSpPr>
          <p:spPr>
            <a:xfrm>
              <a:off x="4344325" y="4699075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1969" y="1702"/>
                    <a:pt x="0" y="6505"/>
                    <a:pt x="2569" y="6505"/>
                  </a:cubicBezTo>
                  <a:cubicBezTo>
                    <a:pt x="5137" y="6505"/>
                    <a:pt x="3236" y="1802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1" name="Google Shape;1981;p9"/>
            <p:cNvSpPr/>
            <p:nvPr/>
          </p:nvSpPr>
          <p:spPr>
            <a:xfrm>
              <a:off x="833475" y="4180375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2002" y="1668"/>
                    <a:pt x="1" y="6505"/>
                    <a:pt x="2569" y="6505"/>
                  </a:cubicBezTo>
                  <a:cubicBezTo>
                    <a:pt x="5138" y="6505"/>
                    <a:pt x="3270" y="1801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2" name="Google Shape;1982;p9"/>
            <p:cNvSpPr/>
            <p:nvPr/>
          </p:nvSpPr>
          <p:spPr>
            <a:xfrm>
              <a:off x="2746525" y="4490600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2002" y="1701"/>
                    <a:pt x="0" y="6505"/>
                    <a:pt x="2569" y="6505"/>
                  </a:cubicBezTo>
                  <a:cubicBezTo>
                    <a:pt x="5137" y="6505"/>
                    <a:pt x="3269" y="1801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3" name="Google Shape;1983;p9"/>
            <p:cNvSpPr/>
            <p:nvPr/>
          </p:nvSpPr>
          <p:spPr>
            <a:xfrm>
              <a:off x="1535650" y="4409700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0"/>
                  </a:moveTo>
                  <a:cubicBezTo>
                    <a:pt x="2002" y="1668"/>
                    <a:pt x="1" y="6505"/>
                    <a:pt x="2569" y="6505"/>
                  </a:cubicBezTo>
                  <a:cubicBezTo>
                    <a:pt x="5138" y="6505"/>
                    <a:pt x="3270" y="1802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4" name="Google Shape;1984;p9"/>
            <p:cNvSpPr/>
            <p:nvPr/>
          </p:nvSpPr>
          <p:spPr>
            <a:xfrm>
              <a:off x="3562925" y="4383850"/>
              <a:ext cx="131800" cy="167650"/>
            </a:xfrm>
            <a:custGeom>
              <a:avLst/>
              <a:gdLst/>
              <a:ahLst/>
              <a:cxnLst/>
              <a:rect l="l" t="t" r="r" b="b"/>
              <a:pathLst>
                <a:path w="5272" h="6706" extrusionOk="0">
                  <a:moveTo>
                    <a:pt x="2636" y="0"/>
                  </a:moveTo>
                  <a:cubicBezTo>
                    <a:pt x="2036" y="1735"/>
                    <a:pt x="1" y="6705"/>
                    <a:pt x="2636" y="6705"/>
                  </a:cubicBezTo>
                  <a:cubicBezTo>
                    <a:pt x="5271" y="6705"/>
                    <a:pt x="3337" y="1835"/>
                    <a:pt x="2636" y="0"/>
                  </a:cubicBezTo>
                  <a:close/>
                </a:path>
              </a:pathLst>
            </a:custGeom>
            <a:solidFill>
              <a:srgbClr val="191919">
                <a:alpha val="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5" name="Google Shape;1985;p9"/>
            <p:cNvSpPr/>
            <p:nvPr/>
          </p:nvSpPr>
          <p:spPr>
            <a:xfrm>
              <a:off x="4902225" y="4467250"/>
              <a:ext cx="132625" cy="167625"/>
            </a:xfrm>
            <a:custGeom>
              <a:avLst/>
              <a:gdLst/>
              <a:ahLst/>
              <a:cxnLst/>
              <a:rect l="l" t="t" r="r" b="b"/>
              <a:pathLst>
                <a:path w="5305" h="6705" extrusionOk="0">
                  <a:moveTo>
                    <a:pt x="2669" y="0"/>
                  </a:moveTo>
                  <a:cubicBezTo>
                    <a:pt x="2069" y="1735"/>
                    <a:pt x="0" y="6705"/>
                    <a:pt x="2669" y="6705"/>
                  </a:cubicBezTo>
                  <a:cubicBezTo>
                    <a:pt x="5304" y="6705"/>
                    <a:pt x="3370" y="1868"/>
                    <a:pt x="2669" y="0"/>
                  </a:cubicBezTo>
                  <a:close/>
                </a:path>
              </a:pathLst>
            </a:custGeom>
            <a:solidFill>
              <a:srgbClr val="191919">
                <a:alpha val="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6" name="Google Shape;1986;p9"/>
            <p:cNvSpPr/>
            <p:nvPr/>
          </p:nvSpPr>
          <p:spPr>
            <a:xfrm>
              <a:off x="2527200" y="5154400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0"/>
                  </a:moveTo>
                  <a:cubicBezTo>
                    <a:pt x="2002" y="1702"/>
                    <a:pt x="0" y="6538"/>
                    <a:pt x="2569" y="6538"/>
                  </a:cubicBezTo>
                  <a:cubicBezTo>
                    <a:pt x="5137" y="6538"/>
                    <a:pt x="3269" y="1802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7" name="Google Shape;1987;p9"/>
            <p:cNvSpPr/>
            <p:nvPr/>
          </p:nvSpPr>
          <p:spPr>
            <a:xfrm>
              <a:off x="6433425" y="433547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1969" y="1668"/>
                    <a:pt x="1" y="6505"/>
                    <a:pt x="2569" y="6505"/>
                  </a:cubicBezTo>
                  <a:cubicBezTo>
                    <a:pt x="5138" y="6505"/>
                    <a:pt x="3236" y="1769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8" name="Google Shape;1988;p9"/>
            <p:cNvSpPr/>
            <p:nvPr/>
          </p:nvSpPr>
          <p:spPr>
            <a:xfrm>
              <a:off x="8765925" y="4699075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1969" y="1702"/>
                    <a:pt x="0" y="6505"/>
                    <a:pt x="2569" y="6505"/>
                  </a:cubicBezTo>
                  <a:cubicBezTo>
                    <a:pt x="5137" y="6505"/>
                    <a:pt x="3236" y="1802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9" name="Google Shape;1989;p9"/>
            <p:cNvSpPr/>
            <p:nvPr/>
          </p:nvSpPr>
          <p:spPr>
            <a:xfrm>
              <a:off x="5255075" y="4180375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2002" y="1668"/>
                    <a:pt x="1" y="6505"/>
                    <a:pt x="2569" y="6505"/>
                  </a:cubicBezTo>
                  <a:cubicBezTo>
                    <a:pt x="5138" y="6505"/>
                    <a:pt x="3270" y="1801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0" name="Google Shape;1990;p9"/>
            <p:cNvSpPr/>
            <p:nvPr/>
          </p:nvSpPr>
          <p:spPr>
            <a:xfrm>
              <a:off x="7168125" y="4490600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2002" y="1701"/>
                    <a:pt x="0" y="6505"/>
                    <a:pt x="2569" y="6505"/>
                  </a:cubicBezTo>
                  <a:cubicBezTo>
                    <a:pt x="5137" y="6505"/>
                    <a:pt x="3269" y="1801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1" name="Google Shape;1991;p9"/>
            <p:cNvSpPr/>
            <p:nvPr/>
          </p:nvSpPr>
          <p:spPr>
            <a:xfrm>
              <a:off x="5957250" y="4409700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0"/>
                  </a:moveTo>
                  <a:cubicBezTo>
                    <a:pt x="2002" y="1668"/>
                    <a:pt x="1" y="6505"/>
                    <a:pt x="2569" y="6505"/>
                  </a:cubicBezTo>
                  <a:cubicBezTo>
                    <a:pt x="5138" y="6505"/>
                    <a:pt x="3270" y="1802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2" name="Google Shape;1992;p9"/>
            <p:cNvSpPr/>
            <p:nvPr/>
          </p:nvSpPr>
          <p:spPr>
            <a:xfrm>
              <a:off x="7984525" y="4383850"/>
              <a:ext cx="131800" cy="167650"/>
            </a:xfrm>
            <a:custGeom>
              <a:avLst/>
              <a:gdLst/>
              <a:ahLst/>
              <a:cxnLst/>
              <a:rect l="l" t="t" r="r" b="b"/>
              <a:pathLst>
                <a:path w="5272" h="6706" extrusionOk="0">
                  <a:moveTo>
                    <a:pt x="2636" y="0"/>
                  </a:moveTo>
                  <a:cubicBezTo>
                    <a:pt x="2036" y="1735"/>
                    <a:pt x="1" y="6705"/>
                    <a:pt x="2636" y="6705"/>
                  </a:cubicBezTo>
                  <a:cubicBezTo>
                    <a:pt x="5271" y="6705"/>
                    <a:pt x="3337" y="1835"/>
                    <a:pt x="2636" y="0"/>
                  </a:cubicBezTo>
                  <a:close/>
                </a:path>
              </a:pathLst>
            </a:custGeom>
            <a:solidFill>
              <a:srgbClr val="191919">
                <a:alpha val="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3" name="Google Shape;1993;p9"/>
            <p:cNvSpPr/>
            <p:nvPr/>
          </p:nvSpPr>
          <p:spPr>
            <a:xfrm>
              <a:off x="6948800" y="5154400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0"/>
                  </a:moveTo>
                  <a:cubicBezTo>
                    <a:pt x="2002" y="1702"/>
                    <a:pt x="0" y="6538"/>
                    <a:pt x="2569" y="6538"/>
                  </a:cubicBezTo>
                  <a:cubicBezTo>
                    <a:pt x="5137" y="6538"/>
                    <a:pt x="3269" y="1802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4" name="Google Shape;1994;p9"/>
            <p:cNvSpPr/>
            <p:nvPr/>
          </p:nvSpPr>
          <p:spPr>
            <a:xfrm>
              <a:off x="5451150" y="4964050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1" y="6539"/>
                    <a:pt x="2569" y="6539"/>
                  </a:cubicBezTo>
                  <a:cubicBezTo>
                    <a:pt x="5138" y="6539"/>
                    <a:pt x="3270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5" name="Google Shape;1995;p9"/>
            <p:cNvSpPr/>
            <p:nvPr/>
          </p:nvSpPr>
          <p:spPr>
            <a:xfrm flipH="1">
              <a:off x="1284675" y="4945913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669"/>
                    <a:pt x="1" y="6506"/>
                    <a:pt x="2569" y="6506"/>
                  </a:cubicBezTo>
                  <a:cubicBezTo>
                    <a:pt x="5138" y="6506"/>
                    <a:pt x="3270" y="1769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6" name="Google Shape;1996;p9"/>
            <p:cNvSpPr/>
            <p:nvPr/>
          </p:nvSpPr>
          <p:spPr>
            <a:xfrm>
              <a:off x="8137025" y="4935900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1969" y="1669"/>
                    <a:pt x="1" y="6505"/>
                    <a:pt x="2569" y="6505"/>
                  </a:cubicBezTo>
                  <a:cubicBezTo>
                    <a:pt x="5138" y="6505"/>
                    <a:pt x="3237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7" name="Google Shape;1997;p9"/>
            <p:cNvSpPr/>
            <p:nvPr/>
          </p:nvSpPr>
          <p:spPr>
            <a:xfrm>
              <a:off x="3721363" y="489252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1969" y="1669"/>
                    <a:pt x="1" y="6505"/>
                    <a:pt x="2569" y="6505"/>
                  </a:cubicBezTo>
                  <a:cubicBezTo>
                    <a:pt x="5138" y="6505"/>
                    <a:pt x="3237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98" name="Google Shape;1998;p9"/>
          <p:cNvSpPr txBox="1">
            <a:spLocks noGrp="1"/>
          </p:cNvSpPr>
          <p:nvPr>
            <p:ph type="subTitle" idx="1"/>
          </p:nvPr>
        </p:nvSpPr>
        <p:spPr>
          <a:xfrm flipH="1">
            <a:off x="4617125" y="1959450"/>
            <a:ext cx="3816900" cy="168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99" name="Google Shape;1999;p9"/>
          <p:cNvSpPr txBox="1">
            <a:spLocks noGrp="1"/>
          </p:cNvSpPr>
          <p:nvPr>
            <p:ph type="title"/>
          </p:nvPr>
        </p:nvSpPr>
        <p:spPr>
          <a:xfrm>
            <a:off x="720000" y="532925"/>
            <a:ext cx="7704000" cy="484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2000" name="Google Shape;2000;p9"/>
          <p:cNvGrpSpPr/>
          <p:nvPr/>
        </p:nvGrpSpPr>
        <p:grpSpPr>
          <a:xfrm>
            <a:off x="5064546" y="4152368"/>
            <a:ext cx="3369488" cy="1707138"/>
            <a:chOff x="4915213" y="3574313"/>
            <a:chExt cx="3624275" cy="1836225"/>
          </a:xfrm>
        </p:grpSpPr>
        <p:grpSp>
          <p:nvGrpSpPr>
            <p:cNvPr id="2001" name="Google Shape;2001;p9"/>
            <p:cNvGrpSpPr/>
            <p:nvPr/>
          </p:nvGrpSpPr>
          <p:grpSpPr>
            <a:xfrm>
              <a:off x="4915213" y="3574313"/>
              <a:ext cx="3624275" cy="1836225"/>
              <a:chOff x="6533200" y="2928913"/>
              <a:chExt cx="3624275" cy="1836225"/>
            </a:xfrm>
          </p:grpSpPr>
          <p:sp>
            <p:nvSpPr>
              <p:cNvPr id="2002" name="Google Shape;2002;p9"/>
              <p:cNvSpPr/>
              <p:nvPr/>
            </p:nvSpPr>
            <p:spPr>
              <a:xfrm>
                <a:off x="6533200" y="3211613"/>
                <a:ext cx="1777125" cy="1163775"/>
              </a:xfrm>
              <a:custGeom>
                <a:avLst/>
                <a:gdLst/>
                <a:ahLst/>
                <a:cxnLst/>
                <a:rect l="l" t="t" r="r" b="b"/>
                <a:pathLst>
                  <a:path w="71085" h="46551" extrusionOk="0">
                    <a:moveTo>
                      <a:pt x="71051" y="1"/>
                    </a:moveTo>
                    <a:cubicBezTo>
                      <a:pt x="59209" y="601"/>
                      <a:pt x="18213" y="15879"/>
                      <a:pt x="1301" y="29722"/>
                    </a:cubicBezTo>
                    <a:cubicBezTo>
                      <a:pt x="100" y="30723"/>
                      <a:pt x="0" y="32524"/>
                      <a:pt x="1101" y="33625"/>
                    </a:cubicBezTo>
                    <a:cubicBezTo>
                      <a:pt x="3569" y="36060"/>
                      <a:pt x="5371" y="39762"/>
                      <a:pt x="5904" y="44166"/>
                    </a:cubicBezTo>
                    <a:cubicBezTo>
                      <a:pt x="6057" y="45630"/>
                      <a:pt x="7285" y="46551"/>
                      <a:pt x="8555" y="46551"/>
                    </a:cubicBezTo>
                    <a:cubicBezTo>
                      <a:pt x="9222" y="46551"/>
                      <a:pt x="9901" y="46296"/>
                      <a:pt x="10441" y="45733"/>
                    </a:cubicBezTo>
                    <a:cubicBezTo>
                      <a:pt x="24151" y="31390"/>
                      <a:pt x="50203" y="12610"/>
                      <a:pt x="71051" y="568"/>
                    </a:cubicBezTo>
                    <a:cubicBezTo>
                      <a:pt x="71051" y="401"/>
                      <a:pt x="71051" y="201"/>
                      <a:pt x="71084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3" name="Google Shape;2003;p9"/>
              <p:cNvSpPr/>
              <p:nvPr/>
            </p:nvSpPr>
            <p:spPr>
              <a:xfrm>
                <a:off x="6781700" y="3225788"/>
                <a:ext cx="1529450" cy="1427300"/>
              </a:xfrm>
              <a:custGeom>
                <a:avLst/>
                <a:gdLst/>
                <a:ahLst/>
                <a:cxnLst/>
                <a:rect l="l" t="t" r="r" b="b"/>
                <a:pathLst>
                  <a:path w="61178" h="57092" extrusionOk="0">
                    <a:moveTo>
                      <a:pt x="61111" y="1"/>
                    </a:moveTo>
                    <a:cubicBezTo>
                      <a:pt x="40830" y="11709"/>
                      <a:pt x="15678" y="29789"/>
                      <a:pt x="1668" y="43932"/>
                    </a:cubicBezTo>
                    <a:cubicBezTo>
                      <a:pt x="1" y="45633"/>
                      <a:pt x="1235" y="48435"/>
                      <a:pt x="3603" y="48435"/>
                    </a:cubicBezTo>
                    <a:cubicBezTo>
                      <a:pt x="10441" y="48469"/>
                      <a:pt x="18947" y="51604"/>
                      <a:pt x="23250" y="56208"/>
                    </a:cubicBezTo>
                    <a:cubicBezTo>
                      <a:pt x="23794" y="56806"/>
                      <a:pt x="24517" y="57091"/>
                      <a:pt x="25231" y="57091"/>
                    </a:cubicBezTo>
                    <a:cubicBezTo>
                      <a:pt x="26228" y="57091"/>
                      <a:pt x="27207" y="56537"/>
                      <a:pt x="27654" y="55507"/>
                    </a:cubicBezTo>
                    <a:cubicBezTo>
                      <a:pt x="34525" y="39529"/>
                      <a:pt x="48001" y="18180"/>
                      <a:pt x="61178" y="101"/>
                    </a:cubicBezTo>
                    <a:cubicBezTo>
                      <a:pt x="61144" y="34"/>
                      <a:pt x="61144" y="67"/>
                      <a:pt x="61111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4" name="Google Shape;2004;p9"/>
              <p:cNvSpPr/>
              <p:nvPr/>
            </p:nvSpPr>
            <p:spPr>
              <a:xfrm>
                <a:off x="7468375" y="3231638"/>
                <a:ext cx="858600" cy="1520275"/>
              </a:xfrm>
              <a:custGeom>
                <a:avLst/>
                <a:gdLst/>
                <a:ahLst/>
                <a:cxnLst/>
                <a:rect l="l" t="t" r="r" b="b"/>
                <a:pathLst>
                  <a:path w="34344" h="60811" extrusionOk="0">
                    <a:moveTo>
                      <a:pt x="33610" y="0"/>
                    </a:moveTo>
                    <a:lnTo>
                      <a:pt x="33610" y="0"/>
                    </a:lnTo>
                    <a:cubicBezTo>
                      <a:pt x="20868" y="17479"/>
                      <a:pt x="7859" y="38027"/>
                      <a:pt x="820" y="53805"/>
                    </a:cubicBezTo>
                    <a:cubicBezTo>
                      <a:pt x="1" y="55627"/>
                      <a:pt x="1392" y="57532"/>
                      <a:pt x="3259" y="57532"/>
                    </a:cubicBezTo>
                    <a:cubicBezTo>
                      <a:pt x="3442" y="57532"/>
                      <a:pt x="3631" y="57514"/>
                      <a:pt x="3823" y="57475"/>
                    </a:cubicBezTo>
                    <a:cubicBezTo>
                      <a:pt x="5960" y="57013"/>
                      <a:pt x="8473" y="56796"/>
                      <a:pt x="11131" y="56796"/>
                    </a:cubicBezTo>
                    <a:cubicBezTo>
                      <a:pt x="17887" y="56796"/>
                      <a:pt x="25582" y="58197"/>
                      <a:pt x="30442" y="60543"/>
                    </a:cubicBezTo>
                    <a:cubicBezTo>
                      <a:pt x="30815" y="60727"/>
                      <a:pt x="31200" y="60811"/>
                      <a:pt x="31574" y="60811"/>
                    </a:cubicBezTo>
                    <a:cubicBezTo>
                      <a:pt x="33038" y="60811"/>
                      <a:pt x="34344" y="59529"/>
                      <a:pt x="34211" y="57908"/>
                    </a:cubicBezTo>
                    <a:cubicBezTo>
                      <a:pt x="32443" y="37794"/>
                      <a:pt x="32777" y="16745"/>
                      <a:pt x="33610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5" name="Google Shape;2005;p9"/>
              <p:cNvSpPr/>
              <p:nvPr/>
            </p:nvSpPr>
            <p:spPr>
              <a:xfrm>
                <a:off x="8324475" y="3210788"/>
                <a:ext cx="1833000" cy="1095200"/>
              </a:xfrm>
              <a:custGeom>
                <a:avLst/>
                <a:gdLst/>
                <a:ahLst/>
                <a:cxnLst/>
                <a:rect l="l" t="t" r="r" b="b"/>
                <a:pathLst>
                  <a:path w="73320" h="43808" extrusionOk="0">
                    <a:moveTo>
                      <a:pt x="100" y="0"/>
                    </a:moveTo>
                    <a:lnTo>
                      <a:pt x="0" y="334"/>
                    </a:lnTo>
                    <a:cubicBezTo>
                      <a:pt x="23450" y="12276"/>
                      <a:pt x="51837" y="29588"/>
                      <a:pt x="67248" y="43131"/>
                    </a:cubicBezTo>
                    <a:cubicBezTo>
                      <a:pt x="67767" y="43597"/>
                      <a:pt x="68383" y="43807"/>
                      <a:pt x="68988" y="43807"/>
                    </a:cubicBezTo>
                    <a:cubicBezTo>
                      <a:pt x="70289" y="43807"/>
                      <a:pt x="71538" y="42833"/>
                      <a:pt x="71651" y="41330"/>
                    </a:cubicBezTo>
                    <a:cubicBezTo>
                      <a:pt x="71818" y="38961"/>
                      <a:pt x="72218" y="36326"/>
                      <a:pt x="72986" y="34125"/>
                    </a:cubicBezTo>
                    <a:cubicBezTo>
                      <a:pt x="73319" y="33091"/>
                      <a:pt x="73052" y="31956"/>
                      <a:pt x="72252" y="31256"/>
                    </a:cubicBezTo>
                    <a:cubicBezTo>
                      <a:pt x="56274" y="16712"/>
                      <a:pt x="11275" y="0"/>
                      <a:pt x="100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6" name="Google Shape;2006;p9"/>
              <p:cNvSpPr/>
              <p:nvPr/>
            </p:nvSpPr>
            <p:spPr>
              <a:xfrm>
                <a:off x="8320300" y="3217463"/>
                <a:ext cx="1687900" cy="1388950"/>
              </a:xfrm>
              <a:custGeom>
                <a:avLst/>
                <a:gdLst/>
                <a:ahLst/>
                <a:cxnLst/>
                <a:rect l="l" t="t" r="r" b="b"/>
                <a:pathLst>
                  <a:path w="67516" h="55558" extrusionOk="0">
                    <a:moveTo>
                      <a:pt x="67" y="0"/>
                    </a:moveTo>
                    <a:cubicBezTo>
                      <a:pt x="34" y="67"/>
                      <a:pt x="34" y="33"/>
                      <a:pt x="0" y="67"/>
                    </a:cubicBezTo>
                    <a:cubicBezTo>
                      <a:pt x="16979" y="16979"/>
                      <a:pt x="36593" y="38361"/>
                      <a:pt x="44466" y="54072"/>
                    </a:cubicBezTo>
                    <a:cubicBezTo>
                      <a:pt x="44945" y="55049"/>
                      <a:pt x="45883" y="55558"/>
                      <a:pt x="46835" y="55558"/>
                    </a:cubicBezTo>
                    <a:cubicBezTo>
                      <a:pt x="47605" y="55558"/>
                      <a:pt x="48384" y="55225"/>
                      <a:pt x="48935" y="54539"/>
                    </a:cubicBezTo>
                    <a:cubicBezTo>
                      <a:pt x="53238" y="49135"/>
                      <a:pt x="58676" y="46367"/>
                      <a:pt x="64080" y="46033"/>
                    </a:cubicBezTo>
                    <a:cubicBezTo>
                      <a:pt x="66481" y="45900"/>
                      <a:pt x="67515" y="42931"/>
                      <a:pt x="65681" y="41363"/>
                    </a:cubicBezTo>
                    <a:cubicBezTo>
                      <a:pt x="49936" y="28053"/>
                      <a:pt x="22650" y="11508"/>
                      <a:pt x="67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7" name="Google Shape;2007;p9"/>
              <p:cNvSpPr/>
              <p:nvPr/>
            </p:nvSpPr>
            <p:spPr>
              <a:xfrm>
                <a:off x="8279425" y="3219113"/>
                <a:ext cx="1148675" cy="1546025"/>
              </a:xfrm>
              <a:custGeom>
                <a:avLst/>
                <a:gdLst/>
                <a:ahLst/>
                <a:cxnLst/>
                <a:rect l="l" t="t" r="r" b="b"/>
                <a:pathLst>
                  <a:path w="45947" h="61841" extrusionOk="0">
                    <a:moveTo>
                      <a:pt x="1635" y="1"/>
                    </a:moveTo>
                    <a:cubicBezTo>
                      <a:pt x="1602" y="34"/>
                      <a:pt x="1569" y="34"/>
                      <a:pt x="1502" y="34"/>
                    </a:cubicBezTo>
                    <a:cubicBezTo>
                      <a:pt x="1402" y="168"/>
                      <a:pt x="1302" y="334"/>
                      <a:pt x="1168" y="501"/>
                    </a:cubicBezTo>
                    <a:cubicBezTo>
                      <a:pt x="301" y="17547"/>
                      <a:pt x="1" y="38995"/>
                      <a:pt x="1869" y="59443"/>
                    </a:cubicBezTo>
                    <a:cubicBezTo>
                      <a:pt x="1989" y="60884"/>
                      <a:pt x="3215" y="61841"/>
                      <a:pt x="4515" y="61841"/>
                    </a:cubicBezTo>
                    <a:cubicBezTo>
                      <a:pt x="5021" y="61841"/>
                      <a:pt x="5538" y="61696"/>
                      <a:pt x="6005" y="61378"/>
                    </a:cubicBezTo>
                    <a:cubicBezTo>
                      <a:pt x="12280" y="57075"/>
                      <a:pt x="22400" y="54418"/>
                      <a:pt x="31722" y="54418"/>
                    </a:cubicBezTo>
                    <a:cubicBezTo>
                      <a:pt x="35335" y="54418"/>
                      <a:pt x="38828" y="54817"/>
                      <a:pt x="41931" y="55674"/>
                    </a:cubicBezTo>
                    <a:cubicBezTo>
                      <a:pt x="42172" y="55738"/>
                      <a:pt x="42409" y="55768"/>
                      <a:pt x="42637" y="55768"/>
                    </a:cubicBezTo>
                    <a:cubicBezTo>
                      <a:pt x="44562" y="55768"/>
                      <a:pt x="45947" y="53653"/>
                      <a:pt x="44933" y="51805"/>
                    </a:cubicBezTo>
                    <a:cubicBezTo>
                      <a:pt x="36427" y="36360"/>
                      <a:pt x="17847" y="16112"/>
                      <a:pt x="1635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008" name="Google Shape;2008;p9"/>
              <p:cNvGrpSpPr/>
              <p:nvPr/>
            </p:nvGrpSpPr>
            <p:grpSpPr>
              <a:xfrm>
                <a:off x="6533200" y="2928913"/>
                <a:ext cx="3624275" cy="1836225"/>
                <a:chOff x="112275" y="2665738"/>
                <a:chExt cx="3624275" cy="1836225"/>
              </a:xfrm>
            </p:grpSpPr>
            <p:sp>
              <p:nvSpPr>
                <p:cNvPr id="2009" name="Google Shape;2009;p9"/>
                <p:cNvSpPr/>
                <p:nvPr/>
              </p:nvSpPr>
              <p:spPr>
                <a:xfrm>
                  <a:off x="112275" y="2948438"/>
                  <a:ext cx="1777125" cy="1163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085" h="46551" extrusionOk="0">
                      <a:moveTo>
                        <a:pt x="71051" y="1"/>
                      </a:moveTo>
                      <a:cubicBezTo>
                        <a:pt x="59209" y="601"/>
                        <a:pt x="18213" y="15879"/>
                        <a:pt x="1301" y="29722"/>
                      </a:cubicBezTo>
                      <a:cubicBezTo>
                        <a:pt x="100" y="30723"/>
                        <a:pt x="0" y="32524"/>
                        <a:pt x="1101" y="33625"/>
                      </a:cubicBezTo>
                      <a:cubicBezTo>
                        <a:pt x="3569" y="36060"/>
                        <a:pt x="5371" y="39762"/>
                        <a:pt x="5904" y="44166"/>
                      </a:cubicBezTo>
                      <a:cubicBezTo>
                        <a:pt x="6057" y="45630"/>
                        <a:pt x="7285" y="46551"/>
                        <a:pt x="8555" y="46551"/>
                      </a:cubicBezTo>
                      <a:cubicBezTo>
                        <a:pt x="9222" y="46551"/>
                        <a:pt x="9901" y="46296"/>
                        <a:pt x="10441" y="45733"/>
                      </a:cubicBezTo>
                      <a:cubicBezTo>
                        <a:pt x="24151" y="31390"/>
                        <a:pt x="50203" y="12610"/>
                        <a:pt x="71051" y="568"/>
                      </a:cubicBezTo>
                      <a:cubicBezTo>
                        <a:pt x="71051" y="401"/>
                        <a:pt x="71051" y="201"/>
                        <a:pt x="71084" y="1"/>
                      </a:cubicBezTo>
                      <a:close/>
                    </a:path>
                  </a:pathLst>
                </a:custGeom>
                <a:solidFill>
                  <a:srgbClr val="191919">
                    <a:alpha val="2849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10" name="Google Shape;2010;p9"/>
                <p:cNvSpPr/>
                <p:nvPr/>
              </p:nvSpPr>
              <p:spPr>
                <a:xfrm>
                  <a:off x="360775" y="2962613"/>
                  <a:ext cx="1529450" cy="1427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178" h="57092" extrusionOk="0">
                      <a:moveTo>
                        <a:pt x="61111" y="1"/>
                      </a:moveTo>
                      <a:cubicBezTo>
                        <a:pt x="40830" y="11709"/>
                        <a:pt x="15678" y="29789"/>
                        <a:pt x="1668" y="43932"/>
                      </a:cubicBezTo>
                      <a:cubicBezTo>
                        <a:pt x="1" y="45633"/>
                        <a:pt x="1235" y="48435"/>
                        <a:pt x="3603" y="48435"/>
                      </a:cubicBezTo>
                      <a:cubicBezTo>
                        <a:pt x="10441" y="48469"/>
                        <a:pt x="18947" y="51604"/>
                        <a:pt x="23250" y="56208"/>
                      </a:cubicBezTo>
                      <a:cubicBezTo>
                        <a:pt x="23794" y="56806"/>
                        <a:pt x="24517" y="57091"/>
                        <a:pt x="25231" y="57091"/>
                      </a:cubicBezTo>
                      <a:cubicBezTo>
                        <a:pt x="26228" y="57091"/>
                        <a:pt x="27207" y="56537"/>
                        <a:pt x="27654" y="55507"/>
                      </a:cubicBezTo>
                      <a:cubicBezTo>
                        <a:pt x="34525" y="39529"/>
                        <a:pt x="48001" y="18180"/>
                        <a:pt x="61178" y="101"/>
                      </a:cubicBezTo>
                      <a:cubicBezTo>
                        <a:pt x="61144" y="34"/>
                        <a:pt x="61144" y="67"/>
                        <a:pt x="61111" y="1"/>
                      </a:cubicBezTo>
                      <a:close/>
                    </a:path>
                  </a:pathLst>
                </a:custGeom>
                <a:solidFill>
                  <a:srgbClr val="191919">
                    <a:alpha val="1899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11" name="Google Shape;2011;p9"/>
                <p:cNvSpPr/>
                <p:nvPr/>
              </p:nvSpPr>
              <p:spPr>
                <a:xfrm>
                  <a:off x="1047450" y="2968463"/>
                  <a:ext cx="858600" cy="1520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344" h="60811" extrusionOk="0">
                      <a:moveTo>
                        <a:pt x="33610" y="0"/>
                      </a:moveTo>
                      <a:lnTo>
                        <a:pt x="33610" y="0"/>
                      </a:lnTo>
                      <a:cubicBezTo>
                        <a:pt x="20868" y="17479"/>
                        <a:pt x="7859" y="38027"/>
                        <a:pt x="820" y="53805"/>
                      </a:cubicBezTo>
                      <a:cubicBezTo>
                        <a:pt x="1" y="55627"/>
                        <a:pt x="1392" y="57532"/>
                        <a:pt x="3259" y="57532"/>
                      </a:cubicBezTo>
                      <a:cubicBezTo>
                        <a:pt x="3442" y="57532"/>
                        <a:pt x="3631" y="57514"/>
                        <a:pt x="3823" y="57475"/>
                      </a:cubicBezTo>
                      <a:cubicBezTo>
                        <a:pt x="5960" y="57013"/>
                        <a:pt x="8473" y="56796"/>
                        <a:pt x="11131" y="56796"/>
                      </a:cubicBezTo>
                      <a:cubicBezTo>
                        <a:pt x="17887" y="56796"/>
                        <a:pt x="25582" y="58197"/>
                        <a:pt x="30442" y="60543"/>
                      </a:cubicBezTo>
                      <a:cubicBezTo>
                        <a:pt x="30815" y="60727"/>
                        <a:pt x="31200" y="60811"/>
                        <a:pt x="31574" y="60811"/>
                      </a:cubicBezTo>
                      <a:cubicBezTo>
                        <a:pt x="33038" y="60811"/>
                        <a:pt x="34344" y="59529"/>
                        <a:pt x="34211" y="57908"/>
                      </a:cubicBezTo>
                      <a:cubicBezTo>
                        <a:pt x="32443" y="37794"/>
                        <a:pt x="32777" y="16745"/>
                        <a:pt x="33610" y="0"/>
                      </a:cubicBezTo>
                      <a:close/>
                    </a:path>
                  </a:pathLst>
                </a:custGeom>
                <a:solidFill>
                  <a:srgbClr val="191919">
                    <a:alpha val="1508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12" name="Google Shape;2012;p9"/>
                <p:cNvSpPr/>
                <p:nvPr/>
              </p:nvSpPr>
              <p:spPr>
                <a:xfrm>
                  <a:off x="1903550" y="2947613"/>
                  <a:ext cx="1833000" cy="1095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320" h="43808" extrusionOk="0">
                      <a:moveTo>
                        <a:pt x="100" y="0"/>
                      </a:moveTo>
                      <a:lnTo>
                        <a:pt x="0" y="334"/>
                      </a:lnTo>
                      <a:cubicBezTo>
                        <a:pt x="23450" y="12276"/>
                        <a:pt x="51837" y="29588"/>
                        <a:pt x="67248" y="43131"/>
                      </a:cubicBezTo>
                      <a:cubicBezTo>
                        <a:pt x="67767" y="43597"/>
                        <a:pt x="68383" y="43807"/>
                        <a:pt x="68988" y="43807"/>
                      </a:cubicBezTo>
                      <a:cubicBezTo>
                        <a:pt x="70289" y="43807"/>
                        <a:pt x="71538" y="42833"/>
                        <a:pt x="71651" y="41330"/>
                      </a:cubicBezTo>
                      <a:cubicBezTo>
                        <a:pt x="71818" y="38961"/>
                        <a:pt x="72218" y="36326"/>
                        <a:pt x="72986" y="34125"/>
                      </a:cubicBezTo>
                      <a:cubicBezTo>
                        <a:pt x="73319" y="33091"/>
                        <a:pt x="73052" y="31956"/>
                        <a:pt x="72252" y="31256"/>
                      </a:cubicBezTo>
                      <a:cubicBezTo>
                        <a:pt x="56274" y="16712"/>
                        <a:pt x="11275" y="0"/>
                        <a:pt x="100" y="0"/>
                      </a:cubicBezTo>
                      <a:close/>
                    </a:path>
                  </a:pathLst>
                </a:custGeom>
                <a:solidFill>
                  <a:srgbClr val="191919">
                    <a:alpha val="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13" name="Google Shape;2013;p9"/>
                <p:cNvSpPr/>
                <p:nvPr/>
              </p:nvSpPr>
              <p:spPr>
                <a:xfrm>
                  <a:off x="1899375" y="2954288"/>
                  <a:ext cx="1687900" cy="1388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516" h="55558" extrusionOk="0">
                      <a:moveTo>
                        <a:pt x="67" y="0"/>
                      </a:moveTo>
                      <a:cubicBezTo>
                        <a:pt x="34" y="67"/>
                        <a:pt x="34" y="33"/>
                        <a:pt x="0" y="67"/>
                      </a:cubicBezTo>
                      <a:cubicBezTo>
                        <a:pt x="16979" y="16979"/>
                        <a:pt x="36593" y="38361"/>
                        <a:pt x="44466" y="54072"/>
                      </a:cubicBezTo>
                      <a:cubicBezTo>
                        <a:pt x="44945" y="55049"/>
                        <a:pt x="45883" y="55558"/>
                        <a:pt x="46835" y="55558"/>
                      </a:cubicBezTo>
                      <a:cubicBezTo>
                        <a:pt x="47605" y="55558"/>
                        <a:pt x="48384" y="55225"/>
                        <a:pt x="48935" y="54539"/>
                      </a:cubicBezTo>
                      <a:cubicBezTo>
                        <a:pt x="53238" y="49135"/>
                        <a:pt x="58676" y="46367"/>
                        <a:pt x="64080" y="46033"/>
                      </a:cubicBezTo>
                      <a:cubicBezTo>
                        <a:pt x="66481" y="45900"/>
                        <a:pt x="67515" y="42931"/>
                        <a:pt x="65681" y="41363"/>
                      </a:cubicBezTo>
                      <a:cubicBezTo>
                        <a:pt x="49936" y="28053"/>
                        <a:pt x="22650" y="11508"/>
                        <a:pt x="67" y="0"/>
                      </a:cubicBezTo>
                      <a:close/>
                    </a:path>
                  </a:pathLst>
                </a:custGeom>
                <a:solidFill>
                  <a:srgbClr val="191919">
                    <a:alpha val="615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14" name="Google Shape;2014;p9"/>
                <p:cNvSpPr/>
                <p:nvPr/>
              </p:nvSpPr>
              <p:spPr>
                <a:xfrm>
                  <a:off x="1858500" y="2955938"/>
                  <a:ext cx="1148675" cy="1546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47" h="61841" extrusionOk="0">
                      <a:moveTo>
                        <a:pt x="1635" y="1"/>
                      </a:moveTo>
                      <a:cubicBezTo>
                        <a:pt x="1602" y="34"/>
                        <a:pt x="1569" y="34"/>
                        <a:pt x="1502" y="34"/>
                      </a:cubicBezTo>
                      <a:cubicBezTo>
                        <a:pt x="1402" y="168"/>
                        <a:pt x="1302" y="334"/>
                        <a:pt x="1168" y="501"/>
                      </a:cubicBezTo>
                      <a:cubicBezTo>
                        <a:pt x="301" y="17547"/>
                        <a:pt x="1" y="38995"/>
                        <a:pt x="1869" y="59443"/>
                      </a:cubicBezTo>
                      <a:cubicBezTo>
                        <a:pt x="1989" y="60884"/>
                        <a:pt x="3215" y="61841"/>
                        <a:pt x="4515" y="61841"/>
                      </a:cubicBezTo>
                      <a:cubicBezTo>
                        <a:pt x="5021" y="61841"/>
                        <a:pt x="5538" y="61696"/>
                        <a:pt x="6005" y="61378"/>
                      </a:cubicBezTo>
                      <a:cubicBezTo>
                        <a:pt x="12280" y="57075"/>
                        <a:pt x="22400" y="54418"/>
                        <a:pt x="31722" y="54418"/>
                      </a:cubicBezTo>
                      <a:cubicBezTo>
                        <a:pt x="35335" y="54418"/>
                        <a:pt x="38828" y="54817"/>
                        <a:pt x="41931" y="55674"/>
                      </a:cubicBezTo>
                      <a:cubicBezTo>
                        <a:pt x="42172" y="55738"/>
                        <a:pt x="42409" y="55768"/>
                        <a:pt x="42637" y="55768"/>
                      </a:cubicBezTo>
                      <a:cubicBezTo>
                        <a:pt x="44562" y="55768"/>
                        <a:pt x="45947" y="53653"/>
                        <a:pt x="44933" y="51805"/>
                      </a:cubicBezTo>
                      <a:cubicBezTo>
                        <a:pt x="36427" y="36360"/>
                        <a:pt x="17847" y="16112"/>
                        <a:pt x="1635" y="1"/>
                      </a:cubicBezTo>
                      <a:close/>
                    </a:path>
                  </a:pathLst>
                </a:custGeom>
                <a:solidFill>
                  <a:srgbClr val="191919">
                    <a:alpha val="95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15" name="Google Shape;2015;p9"/>
                <p:cNvSpPr/>
                <p:nvPr/>
              </p:nvSpPr>
              <p:spPr>
                <a:xfrm>
                  <a:off x="112275" y="2948438"/>
                  <a:ext cx="2249125" cy="1553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965" h="62141" extrusionOk="0">
                      <a:moveTo>
                        <a:pt x="71585" y="58242"/>
                      </a:moveTo>
                      <a:lnTo>
                        <a:pt x="71585" y="58242"/>
                      </a:lnTo>
                      <a:cubicBezTo>
                        <a:pt x="71590" y="58323"/>
                        <a:pt x="71595" y="58404"/>
                        <a:pt x="71601" y="58485"/>
                      </a:cubicBezTo>
                      <a:lnTo>
                        <a:pt x="71601" y="58485"/>
                      </a:lnTo>
                      <a:cubicBezTo>
                        <a:pt x="71593" y="58407"/>
                        <a:pt x="71585" y="58324"/>
                        <a:pt x="71585" y="58242"/>
                      </a:cubicBezTo>
                      <a:close/>
                      <a:moveTo>
                        <a:pt x="71017" y="1"/>
                      </a:moveTo>
                      <a:lnTo>
                        <a:pt x="71017" y="1"/>
                      </a:lnTo>
                      <a:cubicBezTo>
                        <a:pt x="59142" y="634"/>
                        <a:pt x="18180" y="15879"/>
                        <a:pt x="1301" y="29722"/>
                      </a:cubicBezTo>
                      <a:cubicBezTo>
                        <a:pt x="100" y="30723"/>
                        <a:pt x="0" y="32524"/>
                        <a:pt x="1101" y="33625"/>
                      </a:cubicBezTo>
                      <a:cubicBezTo>
                        <a:pt x="3569" y="36060"/>
                        <a:pt x="5371" y="39762"/>
                        <a:pt x="5871" y="44166"/>
                      </a:cubicBezTo>
                      <a:cubicBezTo>
                        <a:pt x="6046" y="45630"/>
                        <a:pt x="7281" y="46551"/>
                        <a:pt x="8544" y="46551"/>
                      </a:cubicBezTo>
                      <a:cubicBezTo>
                        <a:pt x="9208" y="46551"/>
                        <a:pt x="9879" y="46296"/>
                        <a:pt x="10408" y="45733"/>
                      </a:cubicBezTo>
                      <a:cubicBezTo>
                        <a:pt x="10808" y="45333"/>
                        <a:pt x="11208" y="44933"/>
                        <a:pt x="11608" y="44532"/>
                      </a:cubicBezTo>
                      <a:lnTo>
                        <a:pt x="11608" y="44532"/>
                      </a:lnTo>
                      <a:cubicBezTo>
                        <a:pt x="9974" y="46200"/>
                        <a:pt x="11175" y="49002"/>
                        <a:pt x="13543" y="49002"/>
                      </a:cubicBezTo>
                      <a:cubicBezTo>
                        <a:pt x="20381" y="49036"/>
                        <a:pt x="28887" y="52171"/>
                        <a:pt x="33190" y="56775"/>
                      </a:cubicBezTo>
                      <a:cubicBezTo>
                        <a:pt x="33734" y="57373"/>
                        <a:pt x="34457" y="57658"/>
                        <a:pt x="35171" y="57658"/>
                      </a:cubicBezTo>
                      <a:cubicBezTo>
                        <a:pt x="36168" y="57658"/>
                        <a:pt x="37147" y="57104"/>
                        <a:pt x="37594" y="56074"/>
                      </a:cubicBezTo>
                      <a:cubicBezTo>
                        <a:pt x="37794" y="55574"/>
                        <a:pt x="37994" y="55107"/>
                        <a:pt x="38227" y="54606"/>
                      </a:cubicBezTo>
                      <a:lnTo>
                        <a:pt x="38227" y="54606"/>
                      </a:lnTo>
                      <a:cubicBezTo>
                        <a:pt x="37408" y="56428"/>
                        <a:pt x="38799" y="58333"/>
                        <a:pt x="40666" y="58333"/>
                      </a:cubicBezTo>
                      <a:cubicBezTo>
                        <a:pt x="40849" y="58333"/>
                        <a:pt x="41038" y="58315"/>
                        <a:pt x="41230" y="58276"/>
                      </a:cubicBezTo>
                      <a:cubicBezTo>
                        <a:pt x="43367" y="57814"/>
                        <a:pt x="45880" y="57597"/>
                        <a:pt x="48538" y="57597"/>
                      </a:cubicBezTo>
                      <a:cubicBezTo>
                        <a:pt x="55294" y="57597"/>
                        <a:pt x="62989" y="58998"/>
                        <a:pt x="67849" y="61344"/>
                      </a:cubicBezTo>
                      <a:cubicBezTo>
                        <a:pt x="68217" y="61519"/>
                        <a:pt x="68597" y="61599"/>
                        <a:pt x="68967" y="61599"/>
                      </a:cubicBezTo>
                      <a:cubicBezTo>
                        <a:pt x="70405" y="61599"/>
                        <a:pt x="71694" y="60389"/>
                        <a:pt x="71625" y="58814"/>
                      </a:cubicBezTo>
                      <a:lnTo>
                        <a:pt x="71625" y="58814"/>
                      </a:lnTo>
                      <a:cubicBezTo>
                        <a:pt x="71648" y="59124"/>
                        <a:pt x="71677" y="59434"/>
                        <a:pt x="71718" y="59743"/>
                      </a:cubicBezTo>
                      <a:cubicBezTo>
                        <a:pt x="71838" y="61184"/>
                        <a:pt x="73064" y="62141"/>
                        <a:pt x="74364" y="62141"/>
                      </a:cubicBezTo>
                      <a:cubicBezTo>
                        <a:pt x="74870" y="62141"/>
                        <a:pt x="75387" y="61996"/>
                        <a:pt x="75854" y="61678"/>
                      </a:cubicBezTo>
                      <a:cubicBezTo>
                        <a:pt x="79557" y="59143"/>
                        <a:pt x="84560" y="57175"/>
                        <a:pt x="89964" y="56007"/>
                      </a:cubicBezTo>
                      <a:cubicBezTo>
                        <a:pt x="89764" y="55974"/>
                        <a:pt x="89531" y="55874"/>
                        <a:pt x="89331" y="55774"/>
                      </a:cubicBezTo>
                      <a:cubicBezTo>
                        <a:pt x="84466" y="53426"/>
                        <a:pt x="76762" y="52041"/>
                        <a:pt x="70001" y="52041"/>
                      </a:cubicBezTo>
                      <a:cubicBezTo>
                        <a:pt x="67350" y="52041"/>
                        <a:pt x="64844" y="52254"/>
                        <a:pt x="62712" y="52705"/>
                      </a:cubicBezTo>
                      <a:cubicBezTo>
                        <a:pt x="62205" y="52816"/>
                        <a:pt x="61561" y="52870"/>
                        <a:pt x="60853" y="52870"/>
                      </a:cubicBezTo>
                      <a:cubicBezTo>
                        <a:pt x="58578" y="52870"/>
                        <a:pt x="55657" y="52306"/>
                        <a:pt x="54639" y="51237"/>
                      </a:cubicBezTo>
                      <a:cubicBezTo>
                        <a:pt x="50369" y="46601"/>
                        <a:pt x="41830" y="43498"/>
                        <a:pt x="35025" y="43465"/>
                      </a:cubicBezTo>
                      <a:cubicBezTo>
                        <a:pt x="32657" y="43465"/>
                        <a:pt x="27620" y="40863"/>
                        <a:pt x="27353" y="38628"/>
                      </a:cubicBezTo>
                      <a:cubicBezTo>
                        <a:pt x="26853" y="34225"/>
                        <a:pt x="25051" y="30522"/>
                        <a:pt x="22550" y="28054"/>
                      </a:cubicBezTo>
                      <a:cubicBezTo>
                        <a:pt x="21449" y="26987"/>
                        <a:pt x="21582" y="25152"/>
                        <a:pt x="22783" y="24185"/>
                      </a:cubicBezTo>
                      <a:cubicBezTo>
                        <a:pt x="33624" y="15278"/>
                        <a:pt x="54406" y="5805"/>
                        <a:pt x="71017" y="1"/>
                      </a:cubicBezTo>
                      <a:close/>
                    </a:path>
                  </a:pathLst>
                </a:custGeom>
                <a:solidFill>
                  <a:srgbClr val="191919">
                    <a:alpha val="2849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16" name="Google Shape;2016;p9"/>
                <p:cNvSpPr/>
                <p:nvPr/>
              </p:nvSpPr>
              <p:spPr>
                <a:xfrm>
                  <a:off x="1820150" y="2665738"/>
                  <a:ext cx="184325" cy="255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73" h="10208" extrusionOk="0">
                      <a:moveTo>
                        <a:pt x="3670" y="0"/>
                      </a:moveTo>
                      <a:cubicBezTo>
                        <a:pt x="1835" y="0"/>
                        <a:pt x="1" y="10208"/>
                        <a:pt x="1" y="10208"/>
                      </a:cubicBezTo>
                      <a:lnTo>
                        <a:pt x="7372" y="10208"/>
                      </a:lnTo>
                      <a:cubicBezTo>
                        <a:pt x="7372" y="10208"/>
                        <a:pt x="5538" y="0"/>
                        <a:pt x="367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2017" name="Google Shape;2017;p9"/>
            <p:cNvSpPr/>
            <p:nvPr/>
          </p:nvSpPr>
          <p:spPr>
            <a:xfrm>
              <a:off x="6580563" y="3762025"/>
              <a:ext cx="293575" cy="111775"/>
            </a:xfrm>
            <a:custGeom>
              <a:avLst/>
              <a:gdLst/>
              <a:ahLst/>
              <a:cxnLst/>
              <a:rect l="l" t="t" r="r" b="b"/>
              <a:pathLst>
                <a:path w="11743" h="4471" extrusionOk="0">
                  <a:moveTo>
                    <a:pt x="2002" y="1"/>
                  </a:moveTo>
                  <a:cubicBezTo>
                    <a:pt x="902" y="1"/>
                    <a:pt x="1" y="902"/>
                    <a:pt x="1" y="2002"/>
                  </a:cubicBezTo>
                  <a:lnTo>
                    <a:pt x="1" y="2469"/>
                  </a:lnTo>
                  <a:cubicBezTo>
                    <a:pt x="1" y="3570"/>
                    <a:pt x="902" y="4471"/>
                    <a:pt x="2002" y="4471"/>
                  </a:cubicBezTo>
                  <a:lnTo>
                    <a:pt x="9741" y="4471"/>
                  </a:lnTo>
                  <a:cubicBezTo>
                    <a:pt x="10875" y="4471"/>
                    <a:pt x="11743" y="3570"/>
                    <a:pt x="11743" y="2469"/>
                  </a:cubicBezTo>
                  <a:lnTo>
                    <a:pt x="11743" y="2002"/>
                  </a:lnTo>
                  <a:cubicBezTo>
                    <a:pt x="11743" y="902"/>
                    <a:pt x="10875" y="1"/>
                    <a:pt x="97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18" name="Google Shape;2018;p9"/>
          <p:cNvGrpSpPr/>
          <p:nvPr/>
        </p:nvGrpSpPr>
        <p:grpSpPr>
          <a:xfrm>
            <a:off x="-779296" y="4550554"/>
            <a:ext cx="3369488" cy="1707138"/>
            <a:chOff x="-2125575" y="3574325"/>
            <a:chExt cx="3624275" cy="1836225"/>
          </a:xfrm>
        </p:grpSpPr>
        <p:sp>
          <p:nvSpPr>
            <p:cNvPr id="2019" name="Google Shape;2019;p9"/>
            <p:cNvSpPr/>
            <p:nvPr/>
          </p:nvSpPr>
          <p:spPr>
            <a:xfrm>
              <a:off x="-2125575" y="3857025"/>
              <a:ext cx="1777125" cy="1163775"/>
            </a:xfrm>
            <a:custGeom>
              <a:avLst/>
              <a:gdLst/>
              <a:ahLst/>
              <a:cxnLst/>
              <a:rect l="l" t="t" r="r" b="b"/>
              <a:pathLst>
                <a:path w="71085" h="46551" extrusionOk="0">
                  <a:moveTo>
                    <a:pt x="71051" y="1"/>
                  </a:moveTo>
                  <a:cubicBezTo>
                    <a:pt x="59209" y="601"/>
                    <a:pt x="18213" y="15879"/>
                    <a:pt x="1301" y="29722"/>
                  </a:cubicBezTo>
                  <a:cubicBezTo>
                    <a:pt x="100" y="30723"/>
                    <a:pt x="0" y="32524"/>
                    <a:pt x="1101" y="33625"/>
                  </a:cubicBezTo>
                  <a:cubicBezTo>
                    <a:pt x="3569" y="36060"/>
                    <a:pt x="5371" y="39762"/>
                    <a:pt x="5904" y="44166"/>
                  </a:cubicBezTo>
                  <a:cubicBezTo>
                    <a:pt x="6057" y="45630"/>
                    <a:pt x="7285" y="46551"/>
                    <a:pt x="8555" y="46551"/>
                  </a:cubicBezTo>
                  <a:cubicBezTo>
                    <a:pt x="9222" y="46551"/>
                    <a:pt x="9901" y="46296"/>
                    <a:pt x="10441" y="45733"/>
                  </a:cubicBezTo>
                  <a:cubicBezTo>
                    <a:pt x="24151" y="31390"/>
                    <a:pt x="50203" y="12610"/>
                    <a:pt x="71051" y="568"/>
                  </a:cubicBezTo>
                  <a:cubicBezTo>
                    <a:pt x="71051" y="401"/>
                    <a:pt x="71051" y="201"/>
                    <a:pt x="7108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0" name="Google Shape;2020;p9"/>
            <p:cNvSpPr/>
            <p:nvPr/>
          </p:nvSpPr>
          <p:spPr>
            <a:xfrm>
              <a:off x="-1877075" y="3871200"/>
              <a:ext cx="1529450" cy="1427300"/>
            </a:xfrm>
            <a:custGeom>
              <a:avLst/>
              <a:gdLst/>
              <a:ahLst/>
              <a:cxnLst/>
              <a:rect l="l" t="t" r="r" b="b"/>
              <a:pathLst>
                <a:path w="61178" h="57092" extrusionOk="0">
                  <a:moveTo>
                    <a:pt x="61111" y="1"/>
                  </a:moveTo>
                  <a:cubicBezTo>
                    <a:pt x="40830" y="11709"/>
                    <a:pt x="15678" y="29789"/>
                    <a:pt x="1668" y="43932"/>
                  </a:cubicBezTo>
                  <a:cubicBezTo>
                    <a:pt x="1" y="45633"/>
                    <a:pt x="1235" y="48435"/>
                    <a:pt x="3603" y="48435"/>
                  </a:cubicBezTo>
                  <a:cubicBezTo>
                    <a:pt x="10441" y="48469"/>
                    <a:pt x="18947" y="51604"/>
                    <a:pt x="23250" y="56208"/>
                  </a:cubicBezTo>
                  <a:cubicBezTo>
                    <a:pt x="23794" y="56806"/>
                    <a:pt x="24517" y="57091"/>
                    <a:pt x="25231" y="57091"/>
                  </a:cubicBezTo>
                  <a:cubicBezTo>
                    <a:pt x="26228" y="57091"/>
                    <a:pt x="27207" y="56537"/>
                    <a:pt x="27654" y="55507"/>
                  </a:cubicBezTo>
                  <a:cubicBezTo>
                    <a:pt x="34525" y="39529"/>
                    <a:pt x="48001" y="18180"/>
                    <a:pt x="61178" y="101"/>
                  </a:cubicBezTo>
                  <a:cubicBezTo>
                    <a:pt x="61144" y="34"/>
                    <a:pt x="61144" y="67"/>
                    <a:pt x="611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1" name="Google Shape;2021;p9"/>
            <p:cNvSpPr/>
            <p:nvPr/>
          </p:nvSpPr>
          <p:spPr>
            <a:xfrm>
              <a:off x="-1190400" y="3877050"/>
              <a:ext cx="858600" cy="1520275"/>
            </a:xfrm>
            <a:custGeom>
              <a:avLst/>
              <a:gdLst/>
              <a:ahLst/>
              <a:cxnLst/>
              <a:rect l="l" t="t" r="r" b="b"/>
              <a:pathLst>
                <a:path w="34344" h="60811" extrusionOk="0">
                  <a:moveTo>
                    <a:pt x="33610" y="0"/>
                  </a:moveTo>
                  <a:lnTo>
                    <a:pt x="33610" y="0"/>
                  </a:lnTo>
                  <a:cubicBezTo>
                    <a:pt x="20868" y="17479"/>
                    <a:pt x="7859" y="38027"/>
                    <a:pt x="820" y="53805"/>
                  </a:cubicBezTo>
                  <a:cubicBezTo>
                    <a:pt x="1" y="55627"/>
                    <a:pt x="1392" y="57532"/>
                    <a:pt x="3259" y="57532"/>
                  </a:cubicBezTo>
                  <a:cubicBezTo>
                    <a:pt x="3442" y="57532"/>
                    <a:pt x="3631" y="57514"/>
                    <a:pt x="3823" y="57475"/>
                  </a:cubicBezTo>
                  <a:cubicBezTo>
                    <a:pt x="5960" y="57013"/>
                    <a:pt x="8473" y="56796"/>
                    <a:pt x="11131" y="56796"/>
                  </a:cubicBezTo>
                  <a:cubicBezTo>
                    <a:pt x="17887" y="56796"/>
                    <a:pt x="25582" y="58197"/>
                    <a:pt x="30442" y="60543"/>
                  </a:cubicBezTo>
                  <a:cubicBezTo>
                    <a:pt x="30815" y="60727"/>
                    <a:pt x="31200" y="60811"/>
                    <a:pt x="31574" y="60811"/>
                  </a:cubicBezTo>
                  <a:cubicBezTo>
                    <a:pt x="33038" y="60811"/>
                    <a:pt x="34344" y="59529"/>
                    <a:pt x="34211" y="57908"/>
                  </a:cubicBezTo>
                  <a:cubicBezTo>
                    <a:pt x="32443" y="37794"/>
                    <a:pt x="32777" y="16745"/>
                    <a:pt x="336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2" name="Google Shape;2022;p9"/>
            <p:cNvSpPr/>
            <p:nvPr/>
          </p:nvSpPr>
          <p:spPr>
            <a:xfrm>
              <a:off x="-334300" y="3856200"/>
              <a:ext cx="1833000" cy="1095200"/>
            </a:xfrm>
            <a:custGeom>
              <a:avLst/>
              <a:gdLst/>
              <a:ahLst/>
              <a:cxnLst/>
              <a:rect l="l" t="t" r="r" b="b"/>
              <a:pathLst>
                <a:path w="73320" h="43808" extrusionOk="0">
                  <a:moveTo>
                    <a:pt x="100" y="0"/>
                  </a:moveTo>
                  <a:lnTo>
                    <a:pt x="0" y="334"/>
                  </a:lnTo>
                  <a:cubicBezTo>
                    <a:pt x="23450" y="12276"/>
                    <a:pt x="51837" y="29588"/>
                    <a:pt x="67248" y="43131"/>
                  </a:cubicBezTo>
                  <a:cubicBezTo>
                    <a:pt x="67767" y="43597"/>
                    <a:pt x="68383" y="43807"/>
                    <a:pt x="68988" y="43807"/>
                  </a:cubicBezTo>
                  <a:cubicBezTo>
                    <a:pt x="70289" y="43807"/>
                    <a:pt x="71538" y="42833"/>
                    <a:pt x="71651" y="41330"/>
                  </a:cubicBezTo>
                  <a:cubicBezTo>
                    <a:pt x="71818" y="38961"/>
                    <a:pt x="72218" y="36326"/>
                    <a:pt x="72986" y="34125"/>
                  </a:cubicBezTo>
                  <a:cubicBezTo>
                    <a:pt x="73319" y="33091"/>
                    <a:pt x="73052" y="31956"/>
                    <a:pt x="72252" y="31256"/>
                  </a:cubicBezTo>
                  <a:cubicBezTo>
                    <a:pt x="56274" y="16712"/>
                    <a:pt x="11275" y="0"/>
                    <a:pt x="10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3" name="Google Shape;2023;p9"/>
            <p:cNvSpPr/>
            <p:nvPr/>
          </p:nvSpPr>
          <p:spPr>
            <a:xfrm>
              <a:off x="-338475" y="3862875"/>
              <a:ext cx="1687900" cy="1388950"/>
            </a:xfrm>
            <a:custGeom>
              <a:avLst/>
              <a:gdLst/>
              <a:ahLst/>
              <a:cxnLst/>
              <a:rect l="l" t="t" r="r" b="b"/>
              <a:pathLst>
                <a:path w="67516" h="55558" extrusionOk="0">
                  <a:moveTo>
                    <a:pt x="67" y="0"/>
                  </a:moveTo>
                  <a:cubicBezTo>
                    <a:pt x="34" y="67"/>
                    <a:pt x="34" y="33"/>
                    <a:pt x="0" y="67"/>
                  </a:cubicBezTo>
                  <a:cubicBezTo>
                    <a:pt x="16979" y="16979"/>
                    <a:pt x="36593" y="38361"/>
                    <a:pt x="44466" y="54072"/>
                  </a:cubicBezTo>
                  <a:cubicBezTo>
                    <a:pt x="44945" y="55049"/>
                    <a:pt x="45883" y="55558"/>
                    <a:pt x="46835" y="55558"/>
                  </a:cubicBezTo>
                  <a:cubicBezTo>
                    <a:pt x="47605" y="55558"/>
                    <a:pt x="48384" y="55225"/>
                    <a:pt x="48935" y="54539"/>
                  </a:cubicBezTo>
                  <a:cubicBezTo>
                    <a:pt x="53238" y="49135"/>
                    <a:pt x="58676" y="46367"/>
                    <a:pt x="64080" y="46033"/>
                  </a:cubicBezTo>
                  <a:cubicBezTo>
                    <a:pt x="66481" y="45900"/>
                    <a:pt x="67515" y="42931"/>
                    <a:pt x="65681" y="41363"/>
                  </a:cubicBezTo>
                  <a:cubicBezTo>
                    <a:pt x="49936" y="28053"/>
                    <a:pt x="22650" y="11508"/>
                    <a:pt x="6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4" name="Google Shape;2024;p9"/>
            <p:cNvSpPr/>
            <p:nvPr/>
          </p:nvSpPr>
          <p:spPr>
            <a:xfrm>
              <a:off x="-379350" y="3864525"/>
              <a:ext cx="1148675" cy="1546025"/>
            </a:xfrm>
            <a:custGeom>
              <a:avLst/>
              <a:gdLst/>
              <a:ahLst/>
              <a:cxnLst/>
              <a:rect l="l" t="t" r="r" b="b"/>
              <a:pathLst>
                <a:path w="45947" h="61841" extrusionOk="0">
                  <a:moveTo>
                    <a:pt x="1635" y="1"/>
                  </a:moveTo>
                  <a:cubicBezTo>
                    <a:pt x="1602" y="34"/>
                    <a:pt x="1569" y="34"/>
                    <a:pt x="1502" y="34"/>
                  </a:cubicBezTo>
                  <a:cubicBezTo>
                    <a:pt x="1402" y="168"/>
                    <a:pt x="1302" y="334"/>
                    <a:pt x="1168" y="501"/>
                  </a:cubicBezTo>
                  <a:cubicBezTo>
                    <a:pt x="301" y="17547"/>
                    <a:pt x="1" y="38995"/>
                    <a:pt x="1869" y="59443"/>
                  </a:cubicBezTo>
                  <a:cubicBezTo>
                    <a:pt x="1989" y="60884"/>
                    <a:pt x="3215" y="61841"/>
                    <a:pt x="4515" y="61841"/>
                  </a:cubicBezTo>
                  <a:cubicBezTo>
                    <a:pt x="5021" y="61841"/>
                    <a:pt x="5538" y="61696"/>
                    <a:pt x="6005" y="61378"/>
                  </a:cubicBezTo>
                  <a:cubicBezTo>
                    <a:pt x="12280" y="57075"/>
                    <a:pt x="22400" y="54418"/>
                    <a:pt x="31722" y="54418"/>
                  </a:cubicBezTo>
                  <a:cubicBezTo>
                    <a:pt x="35335" y="54418"/>
                    <a:pt x="38828" y="54817"/>
                    <a:pt x="41931" y="55674"/>
                  </a:cubicBezTo>
                  <a:cubicBezTo>
                    <a:pt x="42172" y="55738"/>
                    <a:pt x="42409" y="55768"/>
                    <a:pt x="42637" y="55768"/>
                  </a:cubicBezTo>
                  <a:cubicBezTo>
                    <a:pt x="44562" y="55768"/>
                    <a:pt x="45947" y="53653"/>
                    <a:pt x="44933" y="51805"/>
                  </a:cubicBezTo>
                  <a:cubicBezTo>
                    <a:pt x="36427" y="36360"/>
                    <a:pt x="17847" y="16112"/>
                    <a:pt x="16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025" name="Google Shape;2025;p9"/>
            <p:cNvGrpSpPr/>
            <p:nvPr/>
          </p:nvGrpSpPr>
          <p:grpSpPr>
            <a:xfrm>
              <a:off x="-2125575" y="3574325"/>
              <a:ext cx="3624275" cy="1836225"/>
              <a:chOff x="-4100775" y="3456250"/>
              <a:chExt cx="3624275" cy="1836225"/>
            </a:xfrm>
          </p:grpSpPr>
          <p:sp>
            <p:nvSpPr>
              <p:cNvPr id="2026" name="Google Shape;2026;p9"/>
              <p:cNvSpPr/>
              <p:nvPr/>
            </p:nvSpPr>
            <p:spPr>
              <a:xfrm>
                <a:off x="-4100775" y="3738950"/>
                <a:ext cx="1777125" cy="1163775"/>
              </a:xfrm>
              <a:custGeom>
                <a:avLst/>
                <a:gdLst/>
                <a:ahLst/>
                <a:cxnLst/>
                <a:rect l="l" t="t" r="r" b="b"/>
                <a:pathLst>
                  <a:path w="71085" h="46551" extrusionOk="0">
                    <a:moveTo>
                      <a:pt x="71051" y="1"/>
                    </a:moveTo>
                    <a:cubicBezTo>
                      <a:pt x="59209" y="601"/>
                      <a:pt x="18213" y="15879"/>
                      <a:pt x="1301" y="29722"/>
                    </a:cubicBezTo>
                    <a:cubicBezTo>
                      <a:pt x="100" y="30723"/>
                      <a:pt x="0" y="32524"/>
                      <a:pt x="1101" y="33625"/>
                    </a:cubicBezTo>
                    <a:cubicBezTo>
                      <a:pt x="3569" y="36060"/>
                      <a:pt x="5371" y="39762"/>
                      <a:pt x="5904" y="44166"/>
                    </a:cubicBezTo>
                    <a:cubicBezTo>
                      <a:pt x="6057" y="45630"/>
                      <a:pt x="7285" y="46551"/>
                      <a:pt x="8555" y="46551"/>
                    </a:cubicBezTo>
                    <a:cubicBezTo>
                      <a:pt x="9222" y="46551"/>
                      <a:pt x="9901" y="46296"/>
                      <a:pt x="10441" y="45733"/>
                    </a:cubicBezTo>
                    <a:cubicBezTo>
                      <a:pt x="24151" y="31390"/>
                      <a:pt x="50203" y="12610"/>
                      <a:pt x="71051" y="568"/>
                    </a:cubicBezTo>
                    <a:cubicBezTo>
                      <a:pt x="71051" y="401"/>
                      <a:pt x="71051" y="201"/>
                      <a:pt x="71084" y="1"/>
                    </a:cubicBezTo>
                    <a:close/>
                  </a:path>
                </a:pathLst>
              </a:custGeom>
              <a:solidFill>
                <a:srgbClr val="191919">
                  <a:alpha val="284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7" name="Google Shape;2027;p9"/>
              <p:cNvSpPr/>
              <p:nvPr/>
            </p:nvSpPr>
            <p:spPr>
              <a:xfrm>
                <a:off x="-3852275" y="3753125"/>
                <a:ext cx="1529450" cy="1427300"/>
              </a:xfrm>
              <a:custGeom>
                <a:avLst/>
                <a:gdLst/>
                <a:ahLst/>
                <a:cxnLst/>
                <a:rect l="l" t="t" r="r" b="b"/>
                <a:pathLst>
                  <a:path w="61178" h="57092" extrusionOk="0">
                    <a:moveTo>
                      <a:pt x="61111" y="1"/>
                    </a:moveTo>
                    <a:cubicBezTo>
                      <a:pt x="40830" y="11709"/>
                      <a:pt x="15678" y="29789"/>
                      <a:pt x="1668" y="43932"/>
                    </a:cubicBezTo>
                    <a:cubicBezTo>
                      <a:pt x="1" y="45633"/>
                      <a:pt x="1235" y="48435"/>
                      <a:pt x="3603" y="48435"/>
                    </a:cubicBezTo>
                    <a:cubicBezTo>
                      <a:pt x="10441" y="48469"/>
                      <a:pt x="18947" y="51604"/>
                      <a:pt x="23250" y="56208"/>
                    </a:cubicBezTo>
                    <a:cubicBezTo>
                      <a:pt x="23794" y="56806"/>
                      <a:pt x="24517" y="57091"/>
                      <a:pt x="25231" y="57091"/>
                    </a:cubicBezTo>
                    <a:cubicBezTo>
                      <a:pt x="26228" y="57091"/>
                      <a:pt x="27207" y="56537"/>
                      <a:pt x="27654" y="55507"/>
                    </a:cubicBezTo>
                    <a:cubicBezTo>
                      <a:pt x="34525" y="39529"/>
                      <a:pt x="48001" y="18180"/>
                      <a:pt x="61178" y="101"/>
                    </a:cubicBezTo>
                    <a:cubicBezTo>
                      <a:pt x="61144" y="34"/>
                      <a:pt x="61144" y="67"/>
                      <a:pt x="61111" y="1"/>
                    </a:cubicBezTo>
                    <a:close/>
                  </a:path>
                </a:pathLst>
              </a:custGeom>
              <a:solidFill>
                <a:srgbClr val="191919">
                  <a:alpha val="189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8" name="Google Shape;2028;p9"/>
              <p:cNvSpPr/>
              <p:nvPr/>
            </p:nvSpPr>
            <p:spPr>
              <a:xfrm>
                <a:off x="-3165600" y="3758975"/>
                <a:ext cx="858600" cy="1520275"/>
              </a:xfrm>
              <a:custGeom>
                <a:avLst/>
                <a:gdLst/>
                <a:ahLst/>
                <a:cxnLst/>
                <a:rect l="l" t="t" r="r" b="b"/>
                <a:pathLst>
                  <a:path w="34344" h="60811" extrusionOk="0">
                    <a:moveTo>
                      <a:pt x="33610" y="0"/>
                    </a:moveTo>
                    <a:lnTo>
                      <a:pt x="33610" y="0"/>
                    </a:lnTo>
                    <a:cubicBezTo>
                      <a:pt x="20868" y="17479"/>
                      <a:pt x="7859" y="38027"/>
                      <a:pt x="820" y="53805"/>
                    </a:cubicBezTo>
                    <a:cubicBezTo>
                      <a:pt x="1" y="55627"/>
                      <a:pt x="1392" y="57532"/>
                      <a:pt x="3259" y="57532"/>
                    </a:cubicBezTo>
                    <a:cubicBezTo>
                      <a:pt x="3442" y="57532"/>
                      <a:pt x="3631" y="57514"/>
                      <a:pt x="3823" y="57475"/>
                    </a:cubicBezTo>
                    <a:cubicBezTo>
                      <a:pt x="5960" y="57013"/>
                      <a:pt x="8473" y="56796"/>
                      <a:pt x="11131" y="56796"/>
                    </a:cubicBezTo>
                    <a:cubicBezTo>
                      <a:pt x="17887" y="56796"/>
                      <a:pt x="25582" y="58197"/>
                      <a:pt x="30442" y="60543"/>
                    </a:cubicBezTo>
                    <a:cubicBezTo>
                      <a:pt x="30815" y="60727"/>
                      <a:pt x="31200" y="60811"/>
                      <a:pt x="31574" y="60811"/>
                    </a:cubicBezTo>
                    <a:cubicBezTo>
                      <a:pt x="33038" y="60811"/>
                      <a:pt x="34344" y="59529"/>
                      <a:pt x="34211" y="57908"/>
                    </a:cubicBezTo>
                    <a:cubicBezTo>
                      <a:pt x="32443" y="37794"/>
                      <a:pt x="32777" y="16745"/>
                      <a:pt x="33610" y="0"/>
                    </a:cubicBezTo>
                    <a:close/>
                  </a:path>
                </a:pathLst>
              </a:custGeom>
              <a:solidFill>
                <a:srgbClr val="191919">
                  <a:alpha val="150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9" name="Google Shape;2029;p9"/>
              <p:cNvSpPr/>
              <p:nvPr/>
            </p:nvSpPr>
            <p:spPr>
              <a:xfrm>
                <a:off x="-2309500" y="3738125"/>
                <a:ext cx="1833000" cy="1095200"/>
              </a:xfrm>
              <a:custGeom>
                <a:avLst/>
                <a:gdLst/>
                <a:ahLst/>
                <a:cxnLst/>
                <a:rect l="l" t="t" r="r" b="b"/>
                <a:pathLst>
                  <a:path w="73320" h="43808" extrusionOk="0">
                    <a:moveTo>
                      <a:pt x="100" y="0"/>
                    </a:moveTo>
                    <a:lnTo>
                      <a:pt x="0" y="334"/>
                    </a:lnTo>
                    <a:cubicBezTo>
                      <a:pt x="23450" y="12276"/>
                      <a:pt x="51837" y="29588"/>
                      <a:pt x="67248" y="43131"/>
                    </a:cubicBezTo>
                    <a:cubicBezTo>
                      <a:pt x="67767" y="43597"/>
                      <a:pt x="68383" y="43807"/>
                      <a:pt x="68988" y="43807"/>
                    </a:cubicBezTo>
                    <a:cubicBezTo>
                      <a:pt x="70289" y="43807"/>
                      <a:pt x="71538" y="42833"/>
                      <a:pt x="71651" y="41330"/>
                    </a:cubicBezTo>
                    <a:cubicBezTo>
                      <a:pt x="71818" y="38961"/>
                      <a:pt x="72218" y="36326"/>
                      <a:pt x="72986" y="34125"/>
                    </a:cubicBezTo>
                    <a:cubicBezTo>
                      <a:pt x="73319" y="33091"/>
                      <a:pt x="73052" y="31956"/>
                      <a:pt x="72252" y="31256"/>
                    </a:cubicBezTo>
                    <a:cubicBezTo>
                      <a:pt x="56274" y="16712"/>
                      <a:pt x="11275" y="0"/>
                      <a:pt x="100" y="0"/>
                    </a:cubicBezTo>
                    <a:close/>
                  </a:path>
                </a:pathLst>
              </a:custGeom>
              <a:solidFill>
                <a:srgbClr val="191919">
                  <a:alpha val="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0" name="Google Shape;2030;p9"/>
              <p:cNvSpPr/>
              <p:nvPr/>
            </p:nvSpPr>
            <p:spPr>
              <a:xfrm>
                <a:off x="-2313675" y="3744800"/>
                <a:ext cx="1687900" cy="1388950"/>
              </a:xfrm>
              <a:custGeom>
                <a:avLst/>
                <a:gdLst/>
                <a:ahLst/>
                <a:cxnLst/>
                <a:rect l="l" t="t" r="r" b="b"/>
                <a:pathLst>
                  <a:path w="67516" h="55558" extrusionOk="0">
                    <a:moveTo>
                      <a:pt x="67" y="0"/>
                    </a:moveTo>
                    <a:cubicBezTo>
                      <a:pt x="34" y="67"/>
                      <a:pt x="34" y="33"/>
                      <a:pt x="0" y="67"/>
                    </a:cubicBezTo>
                    <a:cubicBezTo>
                      <a:pt x="16979" y="16979"/>
                      <a:pt x="36593" y="38361"/>
                      <a:pt x="44466" y="54072"/>
                    </a:cubicBezTo>
                    <a:cubicBezTo>
                      <a:pt x="44945" y="55049"/>
                      <a:pt x="45883" y="55558"/>
                      <a:pt x="46835" y="55558"/>
                    </a:cubicBezTo>
                    <a:cubicBezTo>
                      <a:pt x="47605" y="55558"/>
                      <a:pt x="48384" y="55225"/>
                      <a:pt x="48935" y="54539"/>
                    </a:cubicBezTo>
                    <a:cubicBezTo>
                      <a:pt x="53238" y="49135"/>
                      <a:pt x="58676" y="46367"/>
                      <a:pt x="64080" y="46033"/>
                    </a:cubicBezTo>
                    <a:cubicBezTo>
                      <a:pt x="66481" y="45900"/>
                      <a:pt x="67515" y="42931"/>
                      <a:pt x="65681" y="41363"/>
                    </a:cubicBezTo>
                    <a:cubicBezTo>
                      <a:pt x="49936" y="28053"/>
                      <a:pt x="22650" y="11508"/>
                      <a:pt x="67" y="0"/>
                    </a:cubicBezTo>
                    <a:close/>
                  </a:path>
                </a:pathLst>
              </a:custGeom>
              <a:solidFill>
                <a:srgbClr val="191919">
                  <a:alpha val="61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1" name="Google Shape;2031;p9"/>
              <p:cNvSpPr/>
              <p:nvPr/>
            </p:nvSpPr>
            <p:spPr>
              <a:xfrm>
                <a:off x="-2354550" y="3746450"/>
                <a:ext cx="1148675" cy="1546025"/>
              </a:xfrm>
              <a:custGeom>
                <a:avLst/>
                <a:gdLst/>
                <a:ahLst/>
                <a:cxnLst/>
                <a:rect l="l" t="t" r="r" b="b"/>
                <a:pathLst>
                  <a:path w="45947" h="61841" extrusionOk="0">
                    <a:moveTo>
                      <a:pt x="1635" y="1"/>
                    </a:moveTo>
                    <a:cubicBezTo>
                      <a:pt x="1602" y="34"/>
                      <a:pt x="1569" y="34"/>
                      <a:pt x="1502" y="34"/>
                    </a:cubicBezTo>
                    <a:cubicBezTo>
                      <a:pt x="1402" y="168"/>
                      <a:pt x="1302" y="334"/>
                      <a:pt x="1168" y="501"/>
                    </a:cubicBezTo>
                    <a:cubicBezTo>
                      <a:pt x="301" y="17547"/>
                      <a:pt x="1" y="38995"/>
                      <a:pt x="1869" y="59443"/>
                    </a:cubicBezTo>
                    <a:cubicBezTo>
                      <a:pt x="1989" y="60884"/>
                      <a:pt x="3215" y="61841"/>
                      <a:pt x="4515" y="61841"/>
                    </a:cubicBezTo>
                    <a:cubicBezTo>
                      <a:pt x="5021" y="61841"/>
                      <a:pt x="5538" y="61696"/>
                      <a:pt x="6005" y="61378"/>
                    </a:cubicBezTo>
                    <a:cubicBezTo>
                      <a:pt x="12280" y="57075"/>
                      <a:pt x="22400" y="54418"/>
                      <a:pt x="31722" y="54418"/>
                    </a:cubicBezTo>
                    <a:cubicBezTo>
                      <a:pt x="35335" y="54418"/>
                      <a:pt x="38828" y="54817"/>
                      <a:pt x="41931" y="55674"/>
                    </a:cubicBezTo>
                    <a:cubicBezTo>
                      <a:pt x="42172" y="55738"/>
                      <a:pt x="42409" y="55768"/>
                      <a:pt x="42637" y="55768"/>
                    </a:cubicBezTo>
                    <a:cubicBezTo>
                      <a:pt x="44562" y="55768"/>
                      <a:pt x="45947" y="53653"/>
                      <a:pt x="44933" y="51805"/>
                    </a:cubicBezTo>
                    <a:cubicBezTo>
                      <a:pt x="36427" y="36360"/>
                      <a:pt x="17847" y="16112"/>
                      <a:pt x="1635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2" name="Google Shape;2032;p9"/>
              <p:cNvSpPr/>
              <p:nvPr/>
            </p:nvSpPr>
            <p:spPr>
              <a:xfrm>
                <a:off x="-4100775" y="3738950"/>
                <a:ext cx="2249125" cy="1553525"/>
              </a:xfrm>
              <a:custGeom>
                <a:avLst/>
                <a:gdLst/>
                <a:ahLst/>
                <a:cxnLst/>
                <a:rect l="l" t="t" r="r" b="b"/>
                <a:pathLst>
                  <a:path w="89965" h="62141" extrusionOk="0">
                    <a:moveTo>
                      <a:pt x="71585" y="58242"/>
                    </a:moveTo>
                    <a:lnTo>
                      <a:pt x="71585" y="58242"/>
                    </a:lnTo>
                    <a:cubicBezTo>
                      <a:pt x="71590" y="58323"/>
                      <a:pt x="71595" y="58404"/>
                      <a:pt x="71601" y="58485"/>
                    </a:cubicBezTo>
                    <a:lnTo>
                      <a:pt x="71601" y="58485"/>
                    </a:lnTo>
                    <a:cubicBezTo>
                      <a:pt x="71593" y="58407"/>
                      <a:pt x="71585" y="58324"/>
                      <a:pt x="71585" y="58242"/>
                    </a:cubicBezTo>
                    <a:close/>
                    <a:moveTo>
                      <a:pt x="71017" y="1"/>
                    </a:moveTo>
                    <a:lnTo>
                      <a:pt x="71017" y="1"/>
                    </a:lnTo>
                    <a:cubicBezTo>
                      <a:pt x="59142" y="634"/>
                      <a:pt x="18180" y="15879"/>
                      <a:pt x="1301" y="29722"/>
                    </a:cubicBezTo>
                    <a:cubicBezTo>
                      <a:pt x="100" y="30723"/>
                      <a:pt x="0" y="32524"/>
                      <a:pt x="1101" y="33625"/>
                    </a:cubicBezTo>
                    <a:cubicBezTo>
                      <a:pt x="3569" y="36060"/>
                      <a:pt x="5371" y="39762"/>
                      <a:pt x="5871" y="44166"/>
                    </a:cubicBezTo>
                    <a:cubicBezTo>
                      <a:pt x="6046" y="45630"/>
                      <a:pt x="7281" y="46551"/>
                      <a:pt x="8544" y="46551"/>
                    </a:cubicBezTo>
                    <a:cubicBezTo>
                      <a:pt x="9208" y="46551"/>
                      <a:pt x="9879" y="46296"/>
                      <a:pt x="10408" y="45733"/>
                    </a:cubicBezTo>
                    <a:cubicBezTo>
                      <a:pt x="10808" y="45333"/>
                      <a:pt x="11208" y="44933"/>
                      <a:pt x="11608" y="44532"/>
                    </a:cubicBezTo>
                    <a:lnTo>
                      <a:pt x="11608" y="44532"/>
                    </a:lnTo>
                    <a:cubicBezTo>
                      <a:pt x="9974" y="46200"/>
                      <a:pt x="11175" y="49002"/>
                      <a:pt x="13543" y="49002"/>
                    </a:cubicBezTo>
                    <a:cubicBezTo>
                      <a:pt x="20381" y="49036"/>
                      <a:pt x="28887" y="52171"/>
                      <a:pt x="33190" y="56775"/>
                    </a:cubicBezTo>
                    <a:cubicBezTo>
                      <a:pt x="33734" y="57373"/>
                      <a:pt x="34457" y="57658"/>
                      <a:pt x="35171" y="57658"/>
                    </a:cubicBezTo>
                    <a:cubicBezTo>
                      <a:pt x="36168" y="57658"/>
                      <a:pt x="37147" y="57104"/>
                      <a:pt x="37594" y="56074"/>
                    </a:cubicBezTo>
                    <a:cubicBezTo>
                      <a:pt x="37794" y="55574"/>
                      <a:pt x="37994" y="55107"/>
                      <a:pt x="38227" y="54606"/>
                    </a:cubicBezTo>
                    <a:lnTo>
                      <a:pt x="38227" y="54606"/>
                    </a:lnTo>
                    <a:cubicBezTo>
                      <a:pt x="37408" y="56428"/>
                      <a:pt x="38799" y="58333"/>
                      <a:pt x="40666" y="58333"/>
                    </a:cubicBezTo>
                    <a:cubicBezTo>
                      <a:pt x="40849" y="58333"/>
                      <a:pt x="41038" y="58315"/>
                      <a:pt x="41230" y="58276"/>
                    </a:cubicBezTo>
                    <a:cubicBezTo>
                      <a:pt x="43367" y="57814"/>
                      <a:pt x="45880" y="57597"/>
                      <a:pt x="48538" y="57597"/>
                    </a:cubicBezTo>
                    <a:cubicBezTo>
                      <a:pt x="55294" y="57597"/>
                      <a:pt x="62989" y="58998"/>
                      <a:pt x="67849" y="61344"/>
                    </a:cubicBezTo>
                    <a:cubicBezTo>
                      <a:pt x="68217" y="61519"/>
                      <a:pt x="68597" y="61599"/>
                      <a:pt x="68967" y="61599"/>
                    </a:cubicBezTo>
                    <a:cubicBezTo>
                      <a:pt x="70405" y="61599"/>
                      <a:pt x="71694" y="60389"/>
                      <a:pt x="71625" y="58814"/>
                    </a:cubicBezTo>
                    <a:lnTo>
                      <a:pt x="71625" y="58814"/>
                    </a:lnTo>
                    <a:cubicBezTo>
                      <a:pt x="71648" y="59124"/>
                      <a:pt x="71677" y="59434"/>
                      <a:pt x="71718" y="59743"/>
                    </a:cubicBezTo>
                    <a:cubicBezTo>
                      <a:pt x="71838" y="61184"/>
                      <a:pt x="73064" y="62141"/>
                      <a:pt x="74364" y="62141"/>
                    </a:cubicBezTo>
                    <a:cubicBezTo>
                      <a:pt x="74870" y="62141"/>
                      <a:pt x="75387" y="61996"/>
                      <a:pt x="75854" y="61678"/>
                    </a:cubicBezTo>
                    <a:cubicBezTo>
                      <a:pt x="79557" y="59143"/>
                      <a:pt x="84560" y="57175"/>
                      <a:pt x="89964" y="56007"/>
                    </a:cubicBezTo>
                    <a:cubicBezTo>
                      <a:pt x="89764" y="55974"/>
                      <a:pt x="89531" y="55874"/>
                      <a:pt x="89331" y="55774"/>
                    </a:cubicBezTo>
                    <a:cubicBezTo>
                      <a:pt x="84466" y="53426"/>
                      <a:pt x="76762" y="52041"/>
                      <a:pt x="70001" y="52041"/>
                    </a:cubicBezTo>
                    <a:cubicBezTo>
                      <a:pt x="67350" y="52041"/>
                      <a:pt x="64844" y="52254"/>
                      <a:pt x="62712" y="52705"/>
                    </a:cubicBezTo>
                    <a:cubicBezTo>
                      <a:pt x="62205" y="52816"/>
                      <a:pt x="61561" y="52870"/>
                      <a:pt x="60853" y="52870"/>
                    </a:cubicBezTo>
                    <a:cubicBezTo>
                      <a:pt x="58578" y="52870"/>
                      <a:pt x="55657" y="52306"/>
                      <a:pt x="54639" y="51237"/>
                    </a:cubicBezTo>
                    <a:cubicBezTo>
                      <a:pt x="50369" y="46601"/>
                      <a:pt x="41830" y="43498"/>
                      <a:pt x="35025" y="43465"/>
                    </a:cubicBezTo>
                    <a:cubicBezTo>
                      <a:pt x="32657" y="43465"/>
                      <a:pt x="27620" y="40863"/>
                      <a:pt x="27353" y="38628"/>
                    </a:cubicBezTo>
                    <a:cubicBezTo>
                      <a:pt x="26853" y="34225"/>
                      <a:pt x="25051" y="30522"/>
                      <a:pt x="22550" y="28054"/>
                    </a:cubicBezTo>
                    <a:cubicBezTo>
                      <a:pt x="21449" y="26987"/>
                      <a:pt x="21582" y="25152"/>
                      <a:pt x="22783" y="24185"/>
                    </a:cubicBezTo>
                    <a:cubicBezTo>
                      <a:pt x="33624" y="15278"/>
                      <a:pt x="54406" y="5805"/>
                      <a:pt x="71017" y="1"/>
                    </a:cubicBezTo>
                    <a:close/>
                  </a:path>
                </a:pathLst>
              </a:custGeom>
              <a:solidFill>
                <a:srgbClr val="191919">
                  <a:alpha val="284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3" name="Google Shape;2033;p9"/>
              <p:cNvSpPr/>
              <p:nvPr/>
            </p:nvSpPr>
            <p:spPr>
              <a:xfrm>
                <a:off x="-2392900" y="3456250"/>
                <a:ext cx="184325" cy="255200"/>
              </a:xfrm>
              <a:custGeom>
                <a:avLst/>
                <a:gdLst/>
                <a:ahLst/>
                <a:cxnLst/>
                <a:rect l="l" t="t" r="r" b="b"/>
                <a:pathLst>
                  <a:path w="7373" h="10208" extrusionOk="0">
                    <a:moveTo>
                      <a:pt x="3670" y="0"/>
                    </a:moveTo>
                    <a:cubicBezTo>
                      <a:pt x="1835" y="0"/>
                      <a:pt x="1" y="10208"/>
                      <a:pt x="1" y="10208"/>
                    </a:cubicBezTo>
                    <a:lnTo>
                      <a:pt x="7372" y="10208"/>
                    </a:lnTo>
                    <a:cubicBezTo>
                      <a:pt x="7372" y="10208"/>
                      <a:pt x="5538" y="0"/>
                      <a:pt x="36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4" name="Google Shape;2034;p9"/>
              <p:cNvSpPr/>
              <p:nvPr/>
            </p:nvSpPr>
            <p:spPr>
              <a:xfrm>
                <a:off x="-2447950" y="3655550"/>
                <a:ext cx="293575" cy="111775"/>
              </a:xfrm>
              <a:custGeom>
                <a:avLst/>
                <a:gdLst/>
                <a:ahLst/>
                <a:cxnLst/>
                <a:rect l="l" t="t" r="r" b="b"/>
                <a:pathLst>
                  <a:path w="11743" h="4471" extrusionOk="0">
                    <a:moveTo>
                      <a:pt x="2002" y="1"/>
                    </a:moveTo>
                    <a:cubicBezTo>
                      <a:pt x="902" y="1"/>
                      <a:pt x="1" y="902"/>
                      <a:pt x="1" y="2002"/>
                    </a:cubicBezTo>
                    <a:lnTo>
                      <a:pt x="1" y="2469"/>
                    </a:lnTo>
                    <a:cubicBezTo>
                      <a:pt x="1" y="3570"/>
                      <a:pt x="902" y="4471"/>
                      <a:pt x="2002" y="4471"/>
                    </a:cubicBezTo>
                    <a:lnTo>
                      <a:pt x="9741" y="4471"/>
                    </a:lnTo>
                    <a:cubicBezTo>
                      <a:pt x="10875" y="4471"/>
                      <a:pt x="11743" y="3570"/>
                      <a:pt x="11743" y="2469"/>
                    </a:cubicBezTo>
                    <a:lnTo>
                      <a:pt x="11743" y="2002"/>
                    </a:lnTo>
                    <a:cubicBezTo>
                      <a:pt x="11743" y="902"/>
                      <a:pt x="10875" y="1"/>
                      <a:pt x="974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035" name="Google Shape;2035;p9"/>
          <p:cNvGrpSpPr/>
          <p:nvPr/>
        </p:nvGrpSpPr>
        <p:grpSpPr>
          <a:xfrm>
            <a:off x="451898" y="4758781"/>
            <a:ext cx="3369488" cy="1707138"/>
            <a:chOff x="-939100" y="529913"/>
            <a:chExt cx="3624275" cy="1836225"/>
          </a:xfrm>
        </p:grpSpPr>
        <p:sp>
          <p:nvSpPr>
            <p:cNvPr id="2036" name="Google Shape;2036;p9"/>
            <p:cNvSpPr/>
            <p:nvPr/>
          </p:nvSpPr>
          <p:spPr>
            <a:xfrm>
              <a:off x="-939100" y="812613"/>
              <a:ext cx="1777125" cy="1163775"/>
            </a:xfrm>
            <a:custGeom>
              <a:avLst/>
              <a:gdLst/>
              <a:ahLst/>
              <a:cxnLst/>
              <a:rect l="l" t="t" r="r" b="b"/>
              <a:pathLst>
                <a:path w="71085" h="46551" extrusionOk="0">
                  <a:moveTo>
                    <a:pt x="71051" y="1"/>
                  </a:moveTo>
                  <a:cubicBezTo>
                    <a:pt x="59209" y="601"/>
                    <a:pt x="18213" y="15879"/>
                    <a:pt x="1301" y="29722"/>
                  </a:cubicBezTo>
                  <a:cubicBezTo>
                    <a:pt x="100" y="30723"/>
                    <a:pt x="0" y="32524"/>
                    <a:pt x="1101" y="33625"/>
                  </a:cubicBezTo>
                  <a:cubicBezTo>
                    <a:pt x="3569" y="36060"/>
                    <a:pt x="5371" y="39762"/>
                    <a:pt x="5904" y="44166"/>
                  </a:cubicBezTo>
                  <a:cubicBezTo>
                    <a:pt x="6057" y="45630"/>
                    <a:pt x="7285" y="46551"/>
                    <a:pt x="8555" y="46551"/>
                  </a:cubicBezTo>
                  <a:cubicBezTo>
                    <a:pt x="9222" y="46551"/>
                    <a:pt x="9901" y="46296"/>
                    <a:pt x="10441" y="45733"/>
                  </a:cubicBezTo>
                  <a:cubicBezTo>
                    <a:pt x="24151" y="31390"/>
                    <a:pt x="50203" y="12610"/>
                    <a:pt x="71051" y="568"/>
                  </a:cubicBezTo>
                  <a:cubicBezTo>
                    <a:pt x="71051" y="401"/>
                    <a:pt x="71051" y="201"/>
                    <a:pt x="7108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7" name="Google Shape;2037;p9"/>
            <p:cNvSpPr/>
            <p:nvPr/>
          </p:nvSpPr>
          <p:spPr>
            <a:xfrm>
              <a:off x="-690600" y="826788"/>
              <a:ext cx="1529450" cy="1427300"/>
            </a:xfrm>
            <a:custGeom>
              <a:avLst/>
              <a:gdLst/>
              <a:ahLst/>
              <a:cxnLst/>
              <a:rect l="l" t="t" r="r" b="b"/>
              <a:pathLst>
                <a:path w="61178" h="57092" extrusionOk="0">
                  <a:moveTo>
                    <a:pt x="61111" y="1"/>
                  </a:moveTo>
                  <a:cubicBezTo>
                    <a:pt x="40830" y="11709"/>
                    <a:pt x="15678" y="29789"/>
                    <a:pt x="1668" y="43932"/>
                  </a:cubicBezTo>
                  <a:cubicBezTo>
                    <a:pt x="1" y="45633"/>
                    <a:pt x="1235" y="48435"/>
                    <a:pt x="3603" y="48435"/>
                  </a:cubicBezTo>
                  <a:cubicBezTo>
                    <a:pt x="10441" y="48469"/>
                    <a:pt x="18947" y="51604"/>
                    <a:pt x="23250" y="56208"/>
                  </a:cubicBezTo>
                  <a:cubicBezTo>
                    <a:pt x="23794" y="56806"/>
                    <a:pt x="24517" y="57091"/>
                    <a:pt x="25231" y="57091"/>
                  </a:cubicBezTo>
                  <a:cubicBezTo>
                    <a:pt x="26228" y="57091"/>
                    <a:pt x="27207" y="56537"/>
                    <a:pt x="27654" y="55507"/>
                  </a:cubicBezTo>
                  <a:cubicBezTo>
                    <a:pt x="34525" y="39529"/>
                    <a:pt x="48001" y="18180"/>
                    <a:pt x="61178" y="101"/>
                  </a:cubicBezTo>
                  <a:cubicBezTo>
                    <a:pt x="61144" y="34"/>
                    <a:pt x="61144" y="67"/>
                    <a:pt x="611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8" name="Google Shape;2038;p9"/>
            <p:cNvSpPr/>
            <p:nvPr/>
          </p:nvSpPr>
          <p:spPr>
            <a:xfrm>
              <a:off x="-3925" y="832638"/>
              <a:ext cx="858600" cy="1520275"/>
            </a:xfrm>
            <a:custGeom>
              <a:avLst/>
              <a:gdLst/>
              <a:ahLst/>
              <a:cxnLst/>
              <a:rect l="l" t="t" r="r" b="b"/>
              <a:pathLst>
                <a:path w="34344" h="60811" extrusionOk="0">
                  <a:moveTo>
                    <a:pt x="33610" y="0"/>
                  </a:moveTo>
                  <a:lnTo>
                    <a:pt x="33610" y="0"/>
                  </a:lnTo>
                  <a:cubicBezTo>
                    <a:pt x="20868" y="17479"/>
                    <a:pt x="7859" y="38027"/>
                    <a:pt x="820" y="53805"/>
                  </a:cubicBezTo>
                  <a:cubicBezTo>
                    <a:pt x="1" y="55627"/>
                    <a:pt x="1392" y="57532"/>
                    <a:pt x="3259" y="57532"/>
                  </a:cubicBezTo>
                  <a:cubicBezTo>
                    <a:pt x="3442" y="57532"/>
                    <a:pt x="3631" y="57514"/>
                    <a:pt x="3823" y="57475"/>
                  </a:cubicBezTo>
                  <a:cubicBezTo>
                    <a:pt x="5960" y="57013"/>
                    <a:pt x="8473" y="56796"/>
                    <a:pt x="11131" y="56796"/>
                  </a:cubicBezTo>
                  <a:cubicBezTo>
                    <a:pt x="17887" y="56796"/>
                    <a:pt x="25582" y="58197"/>
                    <a:pt x="30442" y="60543"/>
                  </a:cubicBezTo>
                  <a:cubicBezTo>
                    <a:pt x="30815" y="60727"/>
                    <a:pt x="31200" y="60811"/>
                    <a:pt x="31574" y="60811"/>
                  </a:cubicBezTo>
                  <a:cubicBezTo>
                    <a:pt x="33038" y="60811"/>
                    <a:pt x="34344" y="59529"/>
                    <a:pt x="34211" y="57908"/>
                  </a:cubicBezTo>
                  <a:cubicBezTo>
                    <a:pt x="32443" y="37794"/>
                    <a:pt x="32777" y="16745"/>
                    <a:pt x="3361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9" name="Google Shape;2039;p9"/>
            <p:cNvSpPr/>
            <p:nvPr/>
          </p:nvSpPr>
          <p:spPr>
            <a:xfrm>
              <a:off x="852175" y="811788"/>
              <a:ext cx="1833000" cy="1095200"/>
            </a:xfrm>
            <a:custGeom>
              <a:avLst/>
              <a:gdLst/>
              <a:ahLst/>
              <a:cxnLst/>
              <a:rect l="l" t="t" r="r" b="b"/>
              <a:pathLst>
                <a:path w="73320" h="43808" extrusionOk="0">
                  <a:moveTo>
                    <a:pt x="100" y="0"/>
                  </a:moveTo>
                  <a:lnTo>
                    <a:pt x="0" y="334"/>
                  </a:lnTo>
                  <a:cubicBezTo>
                    <a:pt x="23450" y="12276"/>
                    <a:pt x="51837" y="29588"/>
                    <a:pt x="67248" y="43131"/>
                  </a:cubicBezTo>
                  <a:cubicBezTo>
                    <a:pt x="67767" y="43597"/>
                    <a:pt x="68383" y="43807"/>
                    <a:pt x="68988" y="43807"/>
                  </a:cubicBezTo>
                  <a:cubicBezTo>
                    <a:pt x="70289" y="43807"/>
                    <a:pt x="71538" y="42833"/>
                    <a:pt x="71651" y="41330"/>
                  </a:cubicBezTo>
                  <a:cubicBezTo>
                    <a:pt x="71818" y="38961"/>
                    <a:pt x="72218" y="36326"/>
                    <a:pt x="72986" y="34125"/>
                  </a:cubicBezTo>
                  <a:cubicBezTo>
                    <a:pt x="73319" y="33091"/>
                    <a:pt x="73052" y="31956"/>
                    <a:pt x="72252" y="31256"/>
                  </a:cubicBezTo>
                  <a:cubicBezTo>
                    <a:pt x="56274" y="16712"/>
                    <a:pt x="11275" y="0"/>
                    <a:pt x="10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0" name="Google Shape;2040;p9"/>
            <p:cNvSpPr/>
            <p:nvPr/>
          </p:nvSpPr>
          <p:spPr>
            <a:xfrm>
              <a:off x="848000" y="818463"/>
              <a:ext cx="1687900" cy="1388950"/>
            </a:xfrm>
            <a:custGeom>
              <a:avLst/>
              <a:gdLst/>
              <a:ahLst/>
              <a:cxnLst/>
              <a:rect l="l" t="t" r="r" b="b"/>
              <a:pathLst>
                <a:path w="67516" h="55558" extrusionOk="0">
                  <a:moveTo>
                    <a:pt x="67" y="0"/>
                  </a:moveTo>
                  <a:cubicBezTo>
                    <a:pt x="34" y="67"/>
                    <a:pt x="34" y="33"/>
                    <a:pt x="0" y="67"/>
                  </a:cubicBezTo>
                  <a:cubicBezTo>
                    <a:pt x="16979" y="16979"/>
                    <a:pt x="36593" y="38361"/>
                    <a:pt x="44466" y="54072"/>
                  </a:cubicBezTo>
                  <a:cubicBezTo>
                    <a:pt x="44945" y="55049"/>
                    <a:pt x="45883" y="55558"/>
                    <a:pt x="46835" y="55558"/>
                  </a:cubicBezTo>
                  <a:cubicBezTo>
                    <a:pt x="47605" y="55558"/>
                    <a:pt x="48384" y="55225"/>
                    <a:pt x="48935" y="54539"/>
                  </a:cubicBezTo>
                  <a:cubicBezTo>
                    <a:pt x="53238" y="49135"/>
                    <a:pt x="58676" y="46367"/>
                    <a:pt x="64080" y="46033"/>
                  </a:cubicBezTo>
                  <a:cubicBezTo>
                    <a:pt x="66481" y="45900"/>
                    <a:pt x="67515" y="42931"/>
                    <a:pt x="65681" y="41363"/>
                  </a:cubicBezTo>
                  <a:cubicBezTo>
                    <a:pt x="49936" y="28053"/>
                    <a:pt x="22650" y="11508"/>
                    <a:pt x="6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1" name="Google Shape;2041;p9"/>
            <p:cNvSpPr/>
            <p:nvPr/>
          </p:nvSpPr>
          <p:spPr>
            <a:xfrm>
              <a:off x="807125" y="820113"/>
              <a:ext cx="1148675" cy="1546025"/>
            </a:xfrm>
            <a:custGeom>
              <a:avLst/>
              <a:gdLst/>
              <a:ahLst/>
              <a:cxnLst/>
              <a:rect l="l" t="t" r="r" b="b"/>
              <a:pathLst>
                <a:path w="45947" h="61841" extrusionOk="0">
                  <a:moveTo>
                    <a:pt x="1635" y="1"/>
                  </a:moveTo>
                  <a:cubicBezTo>
                    <a:pt x="1602" y="34"/>
                    <a:pt x="1569" y="34"/>
                    <a:pt x="1502" y="34"/>
                  </a:cubicBezTo>
                  <a:cubicBezTo>
                    <a:pt x="1402" y="168"/>
                    <a:pt x="1302" y="334"/>
                    <a:pt x="1168" y="501"/>
                  </a:cubicBezTo>
                  <a:cubicBezTo>
                    <a:pt x="301" y="17547"/>
                    <a:pt x="1" y="38995"/>
                    <a:pt x="1869" y="59443"/>
                  </a:cubicBezTo>
                  <a:cubicBezTo>
                    <a:pt x="1989" y="60884"/>
                    <a:pt x="3215" y="61841"/>
                    <a:pt x="4515" y="61841"/>
                  </a:cubicBezTo>
                  <a:cubicBezTo>
                    <a:pt x="5021" y="61841"/>
                    <a:pt x="5538" y="61696"/>
                    <a:pt x="6005" y="61378"/>
                  </a:cubicBezTo>
                  <a:cubicBezTo>
                    <a:pt x="12280" y="57075"/>
                    <a:pt x="22400" y="54418"/>
                    <a:pt x="31722" y="54418"/>
                  </a:cubicBezTo>
                  <a:cubicBezTo>
                    <a:pt x="35335" y="54418"/>
                    <a:pt x="38828" y="54817"/>
                    <a:pt x="41931" y="55674"/>
                  </a:cubicBezTo>
                  <a:cubicBezTo>
                    <a:pt x="42172" y="55738"/>
                    <a:pt x="42409" y="55768"/>
                    <a:pt x="42637" y="55768"/>
                  </a:cubicBezTo>
                  <a:cubicBezTo>
                    <a:pt x="44562" y="55768"/>
                    <a:pt x="45947" y="53653"/>
                    <a:pt x="44933" y="51805"/>
                  </a:cubicBezTo>
                  <a:cubicBezTo>
                    <a:pt x="36427" y="36360"/>
                    <a:pt x="17847" y="16112"/>
                    <a:pt x="163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042" name="Google Shape;2042;p9"/>
            <p:cNvGrpSpPr/>
            <p:nvPr/>
          </p:nvGrpSpPr>
          <p:grpSpPr>
            <a:xfrm>
              <a:off x="-939100" y="529913"/>
              <a:ext cx="3624275" cy="1836225"/>
              <a:chOff x="112275" y="2665738"/>
              <a:chExt cx="3624275" cy="1836225"/>
            </a:xfrm>
          </p:grpSpPr>
          <p:sp>
            <p:nvSpPr>
              <p:cNvPr id="2043" name="Google Shape;2043;p9"/>
              <p:cNvSpPr/>
              <p:nvPr/>
            </p:nvSpPr>
            <p:spPr>
              <a:xfrm>
                <a:off x="112275" y="2948438"/>
                <a:ext cx="1777125" cy="1163775"/>
              </a:xfrm>
              <a:custGeom>
                <a:avLst/>
                <a:gdLst/>
                <a:ahLst/>
                <a:cxnLst/>
                <a:rect l="l" t="t" r="r" b="b"/>
                <a:pathLst>
                  <a:path w="71085" h="46551" extrusionOk="0">
                    <a:moveTo>
                      <a:pt x="71051" y="1"/>
                    </a:moveTo>
                    <a:cubicBezTo>
                      <a:pt x="59209" y="601"/>
                      <a:pt x="18213" y="15879"/>
                      <a:pt x="1301" y="29722"/>
                    </a:cubicBezTo>
                    <a:cubicBezTo>
                      <a:pt x="100" y="30723"/>
                      <a:pt x="0" y="32524"/>
                      <a:pt x="1101" y="33625"/>
                    </a:cubicBezTo>
                    <a:cubicBezTo>
                      <a:pt x="3569" y="36060"/>
                      <a:pt x="5371" y="39762"/>
                      <a:pt x="5904" y="44166"/>
                    </a:cubicBezTo>
                    <a:cubicBezTo>
                      <a:pt x="6057" y="45630"/>
                      <a:pt x="7285" y="46551"/>
                      <a:pt x="8555" y="46551"/>
                    </a:cubicBezTo>
                    <a:cubicBezTo>
                      <a:pt x="9222" y="46551"/>
                      <a:pt x="9901" y="46296"/>
                      <a:pt x="10441" y="45733"/>
                    </a:cubicBezTo>
                    <a:cubicBezTo>
                      <a:pt x="24151" y="31390"/>
                      <a:pt x="50203" y="12610"/>
                      <a:pt x="71051" y="568"/>
                    </a:cubicBezTo>
                    <a:cubicBezTo>
                      <a:pt x="71051" y="401"/>
                      <a:pt x="71051" y="201"/>
                      <a:pt x="71084" y="1"/>
                    </a:cubicBezTo>
                    <a:close/>
                  </a:path>
                </a:pathLst>
              </a:custGeom>
              <a:solidFill>
                <a:srgbClr val="191919">
                  <a:alpha val="284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4" name="Google Shape;2044;p9"/>
              <p:cNvSpPr/>
              <p:nvPr/>
            </p:nvSpPr>
            <p:spPr>
              <a:xfrm>
                <a:off x="360775" y="2962613"/>
                <a:ext cx="1529450" cy="1427300"/>
              </a:xfrm>
              <a:custGeom>
                <a:avLst/>
                <a:gdLst/>
                <a:ahLst/>
                <a:cxnLst/>
                <a:rect l="l" t="t" r="r" b="b"/>
                <a:pathLst>
                  <a:path w="61178" h="57092" extrusionOk="0">
                    <a:moveTo>
                      <a:pt x="61111" y="1"/>
                    </a:moveTo>
                    <a:cubicBezTo>
                      <a:pt x="40830" y="11709"/>
                      <a:pt x="15678" y="29789"/>
                      <a:pt x="1668" y="43932"/>
                    </a:cubicBezTo>
                    <a:cubicBezTo>
                      <a:pt x="1" y="45633"/>
                      <a:pt x="1235" y="48435"/>
                      <a:pt x="3603" y="48435"/>
                    </a:cubicBezTo>
                    <a:cubicBezTo>
                      <a:pt x="10441" y="48469"/>
                      <a:pt x="18947" y="51604"/>
                      <a:pt x="23250" y="56208"/>
                    </a:cubicBezTo>
                    <a:cubicBezTo>
                      <a:pt x="23794" y="56806"/>
                      <a:pt x="24517" y="57091"/>
                      <a:pt x="25231" y="57091"/>
                    </a:cubicBezTo>
                    <a:cubicBezTo>
                      <a:pt x="26228" y="57091"/>
                      <a:pt x="27207" y="56537"/>
                      <a:pt x="27654" y="55507"/>
                    </a:cubicBezTo>
                    <a:cubicBezTo>
                      <a:pt x="34525" y="39529"/>
                      <a:pt x="48001" y="18180"/>
                      <a:pt x="61178" y="101"/>
                    </a:cubicBezTo>
                    <a:cubicBezTo>
                      <a:pt x="61144" y="34"/>
                      <a:pt x="61144" y="67"/>
                      <a:pt x="61111" y="1"/>
                    </a:cubicBezTo>
                    <a:close/>
                  </a:path>
                </a:pathLst>
              </a:custGeom>
              <a:solidFill>
                <a:srgbClr val="191919">
                  <a:alpha val="189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5" name="Google Shape;2045;p9"/>
              <p:cNvSpPr/>
              <p:nvPr/>
            </p:nvSpPr>
            <p:spPr>
              <a:xfrm>
                <a:off x="1047450" y="2968463"/>
                <a:ext cx="858600" cy="1520275"/>
              </a:xfrm>
              <a:custGeom>
                <a:avLst/>
                <a:gdLst/>
                <a:ahLst/>
                <a:cxnLst/>
                <a:rect l="l" t="t" r="r" b="b"/>
                <a:pathLst>
                  <a:path w="34344" h="60811" extrusionOk="0">
                    <a:moveTo>
                      <a:pt x="33610" y="0"/>
                    </a:moveTo>
                    <a:lnTo>
                      <a:pt x="33610" y="0"/>
                    </a:lnTo>
                    <a:cubicBezTo>
                      <a:pt x="20868" y="17479"/>
                      <a:pt x="7859" y="38027"/>
                      <a:pt x="820" y="53805"/>
                    </a:cubicBezTo>
                    <a:cubicBezTo>
                      <a:pt x="1" y="55627"/>
                      <a:pt x="1392" y="57532"/>
                      <a:pt x="3259" y="57532"/>
                    </a:cubicBezTo>
                    <a:cubicBezTo>
                      <a:pt x="3442" y="57532"/>
                      <a:pt x="3631" y="57514"/>
                      <a:pt x="3823" y="57475"/>
                    </a:cubicBezTo>
                    <a:cubicBezTo>
                      <a:pt x="5960" y="57013"/>
                      <a:pt x="8473" y="56796"/>
                      <a:pt x="11131" y="56796"/>
                    </a:cubicBezTo>
                    <a:cubicBezTo>
                      <a:pt x="17887" y="56796"/>
                      <a:pt x="25582" y="58197"/>
                      <a:pt x="30442" y="60543"/>
                    </a:cubicBezTo>
                    <a:cubicBezTo>
                      <a:pt x="30815" y="60727"/>
                      <a:pt x="31200" y="60811"/>
                      <a:pt x="31574" y="60811"/>
                    </a:cubicBezTo>
                    <a:cubicBezTo>
                      <a:pt x="33038" y="60811"/>
                      <a:pt x="34344" y="59529"/>
                      <a:pt x="34211" y="57908"/>
                    </a:cubicBezTo>
                    <a:cubicBezTo>
                      <a:pt x="32443" y="37794"/>
                      <a:pt x="32777" y="16745"/>
                      <a:pt x="33610" y="0"/>
                    </a:cubicBezTo>
                    <a:close/>
                  </a:path>
                </a:pathLst>
              </a:custGeom>
              <a:solidFill>
                <a:srgbClr val="191919">
                  <a:alpha val="150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6" name="Google Shape;2046;p9"/>
              <p:cNvSpPr/>
              <p:nvPr/>
            </p:nvSpPr>
            <p:spPr>
              <a:xfrm>
                <a:off x="1903550" y="2947613"/>
                <a:ext cx="1833000" cy="1095200"/>
              </a:xfrm>
              <a:custGeom>
                <a:avLst/>
                <a:gdLst/>
                <a:ahLst/>
                <a:cxnLst/>
                <a:rect l="l" t="t" r="r" b="b"/>
                <a:pathLst>
                  <a:path w="73320" h="43808" extrusionOk="0">
                    <a:moveTo>
                      <a:pt x="100" y="0"/>
                    </a:moveTo>
                    <a:lnTo>
                      <a:pt x="0" y="334"/>
                    </a:lnTo>
                    <a:cubicBezTo>
                      <a:pt x="23450" y="12276"/>
                      <a:pt x="51837" y="29588"/>
                      <a:pt x="67248" y="43131"/>
                    </a:cubicBezTo>
                    <a:cubicBezTo>
                      <a:pt x="67767" y="43597"/>
                      <a:pt x="68383" y="43807"/>
                      <a:pt x="68988" y="43807"/>
                    </a:cubicBezTo>
                    <a:cubicBezTo>
                      <a:pt x="70289" y="43807"/>
                      <a:pt x="71538" y="42833"/>
                      <a:pt x="71651" y="41330"/>
                    </a:cubicBezTo>
                    <a:cubicBezTo>
                      <a:pt x="71818" y="38961"/>
                      <a:pt x="72218" y="36326"/>
                      <a:pt x="72986" y="34125"/>
                    </a:cubicBezTo>
                    <a:cubicBezTo>
                      <a:pt x="73319" y="33091"/>
                      <a:pt x="73052" y="31956"/>
                      <a:pt x="72252" y="31256"/>
                    </a:cubicBezTo>
                    <a:cubicBezTo>
                      <a:pt x="56274" y="16712"/>
                      <a:pt x="11275" y="0"/>
                      <a:pt x="100" y="0"/>
                    </a:cubicBezTo>
                    <a:close/>
                  </a:path>
                </a:pathLst>
              </a:custGeom>
              <a:solidFill>
                <a:srgbClr val="191919">
                  <a:alpha val="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7" name="Google Shape;2047;p9"/>
              <p:cNvSpPr/>
              <p:nvPr/>
            </p:nvSpPr>
            <p:spPr>
              <a:xfrm>
                <a:off x="1899375" y="2954288"/>
                <a:ext cx="1687900" cy="1388950"/>
              </a:xfrm>
              <a:custGeom>
                <a:avLst/>
                <a:gdLst/>
                <a:ahLst/>
                <a:cxnLst/>
                <a:rect l="l" t="t" r="r" b="b"/>
                <a:pathLst>
                  <a:path w="67516" h="55558" extrusionOk="0">
                    <a:moveTo>
                      <a:pt x="67" y="0"/>
                    </a:moveTo>
                    <a:cubicBezTo>
                      <a:pt x="34" y="67"/>
                      <a:pt x="34" y="33"/>
                      <a:pt x="0" y="67"/>
                    </a:cubicBezTo>
                    <a:cubicBezTo>
                      <a:pt x="16979" y="16979"/>
                      <a:pt x="36593" y="38361"/>
                      <a:pt x="44466" y="54072"/>
                    </a:cubicBezTo>
                    <a:cubicBezTo>
                      <a:pt x="44945" y="55049"/>
                      <a:pt x="45883" y="55558"/>
                      <a:pt x="46835" y="55558"/>
                    </a:cubicBezTo>
                    <a:cubicBezTo>
                      <a:pt x="47605" y="55558"/>
                      <a:pt x="48384" y="55225"/>
                      <a:pt x="48935" y="54539"/>
                    </a:cubicBezTo>
                    <a:cubicBezTo>
                      <a:pt x="53238" y="49135"/>
                      <a:pt x="58676" y="46367"/>
                      <a:pt x="64080" y="46033"/>
                    </a:cubicBezTo>
                    <a:cubicBezTo>
                      <a:pt x="66481" y="45900"/>
                      <a:pt x="67515" y="42931"/>
                      <a:pt x="65681" y="41363"/>
                    </a:cubicBezTo>
                    <a:cubicBezTo>
                      <a:pt x="49936" y="28053"/>
                      <a:pt x="22650" y="11508"/>
                      <a:pt x="67" y="0"/>
                    </a:cubicBezTo>
                    <a:close/>
                  </a:path>
                </a:pathLst>
              </a:custGeom>
              <a:solidFill>
                <a:srgbClr val="191919">
                  <a:alpha val="61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8" name="Google Shape;2048;p9"/>
              <p:cNvSpPr/>
              <p:nvPr/>
            </p:nvSpPr>
            <p:spPr>
              <a:xfrm>
                <a:off x="1858500" y="2955938"/>
                <a:ext cx="1148675" cy="1546025"/>
              </a:xfrm>
              <a:custGeom>
                <a:avLst/>
                <a:gdLst/>
                <a:ahLst/>
                <a:cxnLst/>
                <a:rect l="l" t="t" r="r" b="b"/>
                <a:pathLst>
                  <a:path w="45947" h="61841" extrusionOk="0">
                    <a:moveTo>
                      <a:pt x="1635" y="1"/>
                    </a:moveTo>
                    <a:cubicBezTo>
                      <a:pt x="1602" y="34"/>
                      <a:pt x="1569" y="34"/>
                      <a:pt x="1502" y="34"/>
                    </a:cubicBezTo>
                    <a:cubicBezTo>
                      <a:pt x="1402" y="168"/>
                      <a:pt x="1302" y="334"/>
                      <a:pt x="1168" y="501"/>
                    </a:cubicBezTo>
                    <a:cubicBezTo>
                      <a:pt x="301" y="17547"/>
                      <a:pt x="1" y="38995"/>
                      <a:pt x="1869" y="59443"/>
                    </a:cubicBezTo>
                    <a:cubicBezTo>
                      <a:pt x="1989" y="60884"/>
                      <a:pt x="3215" y="61841"/>
                      <a:pt x="4515" y="61841"/>
                    </a:cubicBezTo>
                    <a:cubicBezTo>
                      <a:pt x="5021" y="61841"/>
                      <a:pt x="5538" y="61696"/>
                      <a:pt x="6005" y="61378"/>
                    </a:cubicBezTo>
                    <a:cubicBezTo>
                      <a:pt x="12280" y="57075"/>
                      <a:pt x="22400" y="54418"/>
                      <a:pt x="31722" y="54418"/>
                    </a:cubicBezTo>
                    <a:cubicBezTo>
                      <a:pt x="35335" y="54418"/>
                      <a:pt x="38828" y="54817"/>
                      <a:pt x="41931" y="55674"/>
                    </a:cubicBezTo>
                    <a:cubicBezTo>
                      <a:pt x="42172" y="55738"/>
                      <a:pt x="42409" y="55768"/>
                      <a:pt x="42637" y="55768"/>
                    </a:cubicBezTo>
                    <a:cubicBezTo>
                      <a:pt x="44562" y="55768"/>
                      <a:pt x="45947" y="53653"/>
                      <a:pt x="44933" y="51805"/>
                    </a:cubicBezTo>
                    <a:cubicBezTo>
                      <a:pt x="36427" y="36360"/>
                      <a:pt x="17847" y="16112"/>
                      <a:pt x="1635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9" name="Google Shape;2049;p9"/>
              <p:cNvSpPr/>
              <p:nvPr/>
            </p:nvSpPr>
            <p:spPr>
              <a:xfrm>
                <a:off x="112275" y="2948438"/>
                <a:ext cx="2249125" cy="1553525"/>
              </a:xfrm>
              <a:custGeom>
                <a:avLst/>
                <a:gdLst/>
                <a:ahLst/>
                <a:cxnLst/>
                <a:rect l="l" t="t" r="r" b="b"/>
                <a:pathLst>
                  <a:path w="89965" h="62141" extrusionOk="0">
                    <a:moveTo>
                      <a:pt x="71585" y="58242"/>
                    </a:moveTo>
                    <a:lnTo>
                      <a:pt x="71585" y="58242"/>
                    </a:lnTo>
                    <a:cubicBezTo>
                      <a:pt x="71590" y="58323"/>
                      <a:pt x="71595" y="58404"/>
                      <a:pt x="71601" y="58485"/>
                    </a:cubicBezTo>
                    <a:lnTo>
                      <a:pt x="71601" y="58485"/>
                    </a:lnTo>
                    <a:cubicBezTo>
                      <a:pt x="71593" y="58407"/>
                      <a:pt x="71585" y="58324"/>
                      <a:pt x="71585" y="58242"/>
                    </a:cubicBezTo>
                    <a:close/>
                    <a:moveTo>
                      <a:pt x="71017" y="1"/>
                    </a:moveTo>
                    <a:lnTo>
                      <a:pt x="71017" y="1"/>
                    </a:lnTo>
                    <a:cubicBezTo>
                      <a:pt x="59142" y="634"/>
                      <a:pt x="18180" y="15879"/>
                      <a:pt x="1301" y="29722"/>
                    </a:cubicBezTo>
                    <a:cubicBezTo>
                      <a:pt x="100" y="30723"/>
                      <a:pt x="0" y="32524"/>
                      <a:pt x="1101" y="33625"/>
                    </a:cubicBezTo>
                    <a:cubicBezTo>
                      <a:pt x="3569" y="36060"/>
                      <a:pt x="5371" y="39762"/>
                      <a:pt x="5871" y="44166"/>
                    </a:cubicBezTo>
                    <a:cubicBezTo>
                      <a:pt x="6046" y="45630"/>
                      <a:pt x="7281" y="46551"/>
                      <a:pt x="8544" y="46551"/>
                    </a:cubicBezTo>
                    <a:cubicBezTo>
                      <a:pt x="9208" y="46551"/>
                      <a:pt x="9879" y="46296"/>
                      <a:pt x="10408" y="45733"/>
                    </a:cubicBezTo>
                    <a:cubicBezTo>
                      <a:pt x="10808" y="45333"/>
                      <a:pt x="11208" y="44933"/>
                      <a:pt x="11608" y="44532"/>
                    </a:cubicBezTo>
                    <a:lnTo>
                      <a:pt x="11608" y="44532"/>
                    </a:lnTo>
                    <a:cubicBezTo>
                      <a:pt x="9974" y="46200"/>
                      <a:pt x="11175" y="49002"/>
                      <a:pt x="13543" y="49002"/>
                    </a:cubicBezTo>
                    <a:cubicBezTo>
                      <a:pt x="20381" y="49036"/>
                      <a:pt x="28887" y="52171"/>
                      <a:pt x="33190" y="56775"/>
                    </a:cubicBezTo>
                    <a:cubicBezTo>
                      <a:pt x="33734" y="57373"/>
                      <a:pt x="34457" y="57658"/>
                      <a:pt x="35171" y="57658"/>
                    </a:cubicBezTo>
                    <a:cubicBezTo>
                      <a:pt x="36168" y="57658"/>
                      <a:pt x="37147" y="57104"/>
                      <a:pt x="37594" y="56074"/>
                    </a:cubicBezTo>
                    <a:cubicBezTo>
                      <a:pt x="37794" y="55574"/>
                      <a:pt x="37994" y="55107"/>
                      <a:pt x="38227" y="54606"/>
                    </a:cubicBezTo>
                    <a:lnTo>
                      <a:pt x="38227" y="54606"/>
                    </a:lnTo>
                    <a:cubicBezTo>
                      <a:pt x="37408" y="56428"/>
                      <a:pt x="38799" y="58333"/>
                      <a:pt x="40666" y="58333"/>
                    </a:cubicBezTo>
                    <a:cubicBezTo>
                      <a:pt x="40849" y="58333"/>
                      <a:pt x="41038" y="58315"/>
                      <a:pt x="41230" y="58276"/>
                    </a:cubicBezTo>
                    <a:cubicBezTo>
                      <a:pt x="43367" y="57814"/>
                      <a:pt x="45880" y="57597"/>
                      <a:pt x="48538" y="57597"/>
                    </a:cubicBezTo>
                    <a:cubicBezTo>
                      <a:pt x="55294" y="57597"/>
                      <a:pt x="62989" y="58998"/>
                      <a:pt x="67849" y="61344"/>
                    </a:cubicBezTo>
                    <a:cubicBezTo>
                      <a:pt x="68217" y="61519"/>
                      <a:pt x="68597" y="61599"/>
                      <a:pt x="68967" y="61599"/>
                    </a:cubicBezTo>
                    <a:cubicBezTo>
                      <a:pt x="70405" y="61599"/>
                      <a:pt x="71694" y="60389"/>
                      <a:pt x="71625" y="58814"/>
                    </a:cubicBezTo>
                    <a:lnTo>
                      <a:pt x="71625" y="58814"/>
                    </a:lnTo>
                    <a:cubicBezTo>
                      <a:pt x="71648" y="59124"/>
                      <a:pt x="71677" y="59434"/>
                      <a:pt x="71718" y="59743"/>
                    </a:cubicBezTo>
                    <a:cubicBezTo>
                      <a:pt x="71838" y="61184"/>
                      <a:pt x="73064" y="62141"/>
                      <a:pt x="74364" y="62141"/>
                    </a:cubicBezTo>
                    <a:cubicBezTo>
                      <a:pt x="74870" y="62141"/>
                      <a:pt x="75387" y="61996"/>
                      <a:pt x="75854" y="61678"/>
                    </a:cubicBezTo>
                    <a:cubicBezTo>
                      <a:pt x="79557" y="59143"/>
                      <a:pt x="84560" y="57175"/>
                      <a:pt x="89964" y="56007"/>
                    </a:cubicBezTo>
                    <a:cubicBezTo>
                      <a:pt x="89764" y="55974"/>
                      <a:pt x="89531" y="55874"/>
                      <a:pt x="89331" y="55774"/>
                    </a:cubicBezTo>
                    <a:cubicBezTo>
                      <a:pt x="84466" y="53426"/>
                      <a:pt x="76762" y="52041"/>
                      <a:pt x="70001" y="52041"/>
                    </a:cubicBezTo>
                    <a:cubicBezTo>
                      <a:pt x="67350" y="52041"/>
                      <a:pt x="64844" y="52254"/>
                      <a:pt x="62712" y="52705"/>
                    </a:cubicBezTo>
                    <a:cubicBezTo>
                      <a:pt x="62205" y="52816"/>
                      <a:pt x="61561" y="52870"/>
                      <a:pt x="60853" y="52870"/>
                    </a:cubicBezTo>
                    <a:cubicBezTo>
                      <a:pt x="58578" y="52870"/>
                      <a:pt x="55657" y="52306"/>
                      <a:pt x="54639" y="51237"/>
                    </a:cubicBezTo>
                    <a:cubicBezTo>
                      <a:pt x="50369" y="46601"/>
                      <a:pt x="41830" y="43498"/>
                      <a:pt x="35025" y="43465"/>
                    </a:cubicBezTo>
                    <a:cubicBezTo>
                      <a:pt x="32657" y="43465"/>
                      <a:pt x="27620" y="40863"/>
                      <a:pt x="27353" y="38628"/>
                    </a:cubicBezTo>
                    <a:cubicBezTo>
                      <a:pt x="26853" y="34225"/>
                      <a:pt x="25051" y="30522"/>
                      <a:pt x="22550" y="28054"/>
                    </a:cubicBezTo>
                    <a:cubicBezTo>
                      <a:pt x="21449" y="26987"/>
                      <a:pt x="21582" y="25152"/>
                      <a:pt x="22783" y="24185"/>
                    </a:cubicBezTo>
                    <a:cubicBezTo>
                      <a:pt x="33624" y="15278"/>
                      <a:pt x="54406" y="5805"/>
                      <a:pt x="71017" y="1"/>
                    </a:cubicBezTo>
                    <a:close/>
                  </a:path>
                </a:pathLst>
              </a:custGeom>
              <a:solidFill>
                <a:srgbClr val="191919">
                  <a:alpha val="284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0" name="Google Shape;2050;p9"/>
              <p:cNvSpPr/>
              <p:nvPr/>
            </p:nvSpPr>
            <p:spPr>
              <a:xfrm>
                <a:off x="1820150" y="2665738"/>
                <a:ext cx="184325" cy="255200"/>
              </a:xfrm>
              <a:custGeom>
                <a:avLst/>
                <a:gdLst/>
                <a:ahLst/>
                <a:cxnLst/>
                <a:rect l="l" t="t" r="r" b="b"/>
                <a:pathLst>
                  <a:path w="7373" h="10208" extrusionOk="0">
                    <a:moveTo>
                      <a:pt x="3670" y="0"/>
                    </a:moveTo>
                    <a:cubicBezTo>
                      <a:pt x="1835" y="0"/>
                      <a:pt x="1" y="10208"/>
                      <a:pt x="1" y="10208"/>
                    </a:cubicBezTo>
                    <a:lnTo>
                      <a:pt x="7372" y="10208"/>
                    </a:lnTo>
                    <a:cubicBezTo>
                      <a:pt x="7372" y="10208"/>
                      <a:pt x="5538" y="0"/>
                      <a:pt x="36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1" name="Google Shape;2051;p9"/>
              <p:cNvSpPr/>
              <p:nvPr/>
            </p:nvSpPr>
            <p:spPr>
              <a:xfrm>
                <a:off x="1765100" y="2865038"/>
                <a:ext cx="293575" cy="111775"/>
              </a:xfrm>
              <a:custGeom>
                <a:avLst/>
                <a:gdLst/>
                <a:ahLst/>
                <a:cxnLst/>
                <a:rect l="l" t="t" r="r" b="b"/>
                <a:pathLst>
                  <a:path w="11743" h="4471" extrusionOk="0">
                    <a:moveTo>
                      <a:pt x="2002" y="1"/>
                    </a:moveTo>
                    <a:cubicBezTo>
                      <a:pt x="902" y="1"/>
                      <a:pt x="1" y="902"/>
                      <a:pt x="1" y="2002"/>
                    </a:cubicBezTo>
                    <a:lnTo>
                      <a:pt x="1" y="2469"/>
                    </a:lnTo>
                    <a:cubicBezTo>
                      <a:pt x="1" y="3570"/>
                      <a:pt x="902" y="4471"/>
                      <a:pt x="2002" y="4471"/>
                    </a:cubicBezTo>
                    <a:lnTo>
                      <a:pt x="9741" y="4471"/>
                    </a:lnTo>
                    <a:cubicBezTo>
                      <a:pt x="10875" y="4471"/>
                      <a:pt x="11743" y="3570"/>
                      <a:pt x="11743" y="2469"/>
                    </a:cubicBezTo>
                    <a:lnTo>
                      <a:pt x="11743" y="2002"/>
                    </a:lnTo>
                    <a:cubicBezTo>
                      <a:pt x="11743" y="902"/>
                      <a:pt x="10875" y="1"/>
                      <a:pt x="974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052" name="Google Shape;2052;p9"/>
          <p:cNvGrpSpPr/>
          <p:nvPr/>
        </p:nvGrpSpPr>
        <p:grpSpPr>
          <a:xfrm>
            <a:off x="6832683" y="4409614"/>
            <a:ext cx="3369488" cy="1707138"/>
            <a:chOff x="2087475" y="2783813"/>
            <a:chExt cx="3624275" cy="1836225"/>
          </a:xfrm>
        </p:grpSpPr>
        <p:sp>
          <p:nvSpPr>
            <p:cNvPr id="2053" name="Google Shape;2053;p9"/>
            <p:cNvSpPr/>
            <p:nvPr/>
          </p:nvSpPr>
          <p:spPr>
            <a:xfrm>
              <a:off x="2087475" y="3066513"/>
              <a:ext cx="1777125" cy="1163775"/>
            </a:xfrm>
            <a:custGeom>
              <a:avLst/>
              <a:gdLst/>
              <a:ahLst/>
              <a:cxnLst/>
              <a:rect l="l" t="t" r="r" b="b"/>
              <a:pathLst>
                <a:path w="71085" h="46551" extrusionOk="0">
                  <a:moveTo>
                    <a:pt x="71051" y="1"/>
                  </a:moveTo>
                  <a:cubicBezTo>
                    <a:pt x="59209" y="601"/>
                    <a:pt x="18213" y="15879"/>
                    <a:pt x="1301" y="29722"/>
                  </a:cubicBezTo>
                  <a:cubicBezTo>
                    <a:pt x="100" y="30723"/>
                    <a:pt x="0" y="32524"/>
                    <a:pt x="1101" y="33625"/>
                  </a:cubicBezTo>
                  <a:cubicBezTo>
                    <a:pt x="3569" y="36060"/>
                    <a:pt x="5371" y="39762"/>
                    <a:pt x="5904" y="44166"/>
                  </a:cubicBezTo>
                  <a:cubicBezTo>
                    <a:pt x="6057" y="45630"/>
                    <a:pt x="7285" y="46551"/>
                    <a:pt x="8555" y="46551"/>
                  </a:cubicBezTo>
                  <a:cubicBezTo>
                    <a:pt x="9222" y="46551"/>
                    <a:pt x="9901" y="46296"/>
                    <a:pt x="10441" y="45733"/>
                  </a:cubicBezTo>
                  <a:cubicBezTo>
                    <a:pt x="24151" y="31390"/>
                    <a:pt x="50203" y="12610"/>
                    <a:pt x="71051" y="568"/>
                  </a:cubicBezTo>
                  <a:cubicBezTo>
                    <a:pt x="71051" y="401"/>
                    <a:pt x="71051" y="201"/>
                    <a:pt x="7108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4" name="Google Shape;2054;p9"/>
            <p:cNvSpPr/>
            <p:nvPr/>
          </p:nvSpPr>
          <p:spPr>
            <a:xfrm>
              <a:off x="2335975" y="3080688"/>
              <a:ext cx="1529450" cy="1427300"/>
            </a:xfrm>
            <a:custGeom>
              <a:avLst/>
              <a:gdLst/>
              <a:ahLst/>
              <a:cxnLst/>
              <a:rect l="l" t="t" r="r" b="b"/>
              <a:pathLst>
                <a:path w="61178" h="57092" extrusionOk="0">
                  <a:moveTo>
                    <a:pt x="61111" y="1"/>
                  </a:moveTo>
                  <a:cubicBezTo>
                    <a:pt x="40830" y="11709"/>
                    <a:pt x="15678" y="29789"/>
                    <a:pt x="1668" y="43932"/>
                  </a:cubicBezTo>
                  <a:cubicBezTo>
                    <a:pt x="1" y="45633"/>
                    <a:pt x="1235" y="48435"/>
                    <a:pt x="3603" y="48435"/>
                  </a:cubicBezTo>
                  <a:cubicBezTo>
                    <a:pt x="10441" y="48469"/>
                    <a:pt x="18947" y="51604"/>
                    <a:pt x="23250" y="56208"/>
                  </a:cubicBezTo>
                  <a:cubicBezTo>
                    <a:pt x="23794" y="56806"/>
                    <a:pt x="24517" y="57091"/>
                    <a:pt x="25231" y="57091"/>
                  </a:cubicBezTo>
                  <a:cubicBezTo>
                    <a:pt x="26228" y="57091"/>
                    <a:pt x="27207" y="56537"/>
                    <a:pt x="27654" y="55507"/>
                  </a:cubicBezTo>
                  <a:cubicBezTo>
                    <a:pt x="34525" y="39529"/>
                    <a:pt x="48001" y="18180"/>
                    <a:pt x="61178" y="101"/>
                  </a:cubicBezTo>
                  <a:cubicBezTo>
                    <a:pt x="61144" y="34"/>
                    <a:pt x="61144" y="67"/>
                    <a:pt x="6111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5" name="Google Shape;2055;p9"/>
            <p:cNvSpPr/>
            <p:nvPr/>
          </p:nvSpPr>
          <p:spPr>
            <a:xfrm>
              <a:off x="3022650" y="3086538"/>
              <a:ext cx="858600" cy="1520275"/>
            </a:xfrm>
            <a:custGeom>
              <a:avLst/>
              <a:gdLst/>
              <a:ahLst/>
              <a:cxnLst/>
              <a:rect l="l" t="t" r="r" b="b"/>
              <a:pathLst>
                <a:path w="34344" h="60811" extrusionOk="0">
                  <a:moveTo>
                    <a:pt x="33610" y="0"/>
                  </a:moveTo>
                  <a:lnTo>
                    <a:pt x="33610" y="0"/>
                  </a:lnTo>
                  <a:cubicBezTo>
                    <a:pt x="20868" y="17479"/>
                    <a:pt x="7859" y="38027"/>
                    <a:pt x="820" y="53805"/>
                  </a:cubicBezTo>
                  <a:cubicBezTo>
                    <a:pt x="1" y="55627"/>
                    <a:pt x="1392" y="57532"/>
                    <a:pt x="3259" y="57532"/>
                  </a:cubicBezTo>
                  <a:cubicBezTo>
                    <a:pt x="3442" y="57532"/>
                    <a:pt x="3631" y="57514"/>
                    <a:pt x="3823" y="57475"/>
                  </a:cubicBezTo>
                  <a:cubicBezTo>
                    <a:pt x="5960" y="57013"/>
                    <a:pt x="8473" y="56796"/>
                    <a:pt x="11131" y="56796"/>
                  </a:cubicBezTo>
                  <a:cubicBezTo>
                    <a:pt x="17887" y="56796"/>
                    <a:pt x="25582" y="58197"/>
                    <a:pt x="30442" y="60543"/>
                  </a:cubicBezTo>
                  <a:cubicBezTo>
                    <a:pt x="30815" y="60727"/>
                    <a:pt x="31200" y="60811"/>
                    <a:pt x="31574" y="60811"/>
                  </a:cubicBezTo>
                  <a:cubicBezTo>
                    <a:pt x="33038" y="60811"/>
                    <a:pt x="34344" y="59529"/>
                    <a:pt x="34211" y="57908"/>
                  </a:cubicBezTo>
                  <a:cubicBezTo>
                    <a:pt x="32443" y="37794"/>
                    <a:pt x="32777" y="16745"/>
                    <a:pt x="3361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6" name="Google Shape;2056;p9"/>
            <p:cNvSpPr/>
            <p:nvPr/>
          </p:nvSpPr>
          <p:spPr>
            <a:xfrm>
              <a:off x="3878750" y="3065688"/>
              <a:ext cx="1833000" cy="1095200"/>
            </a:xfrm>
            <a:custGeom>
              <a:avLst/>
              <a:gdLst/>
              <a:ahLst/>
              <a:cxnLst/>
              <a:rect l="l" t="t" r="r" b="b"/>
              <a:pathLst>
                <a:path w="73320" h="43808" extrusionOk="0">
                  <a:moveTo>
                    <a:pt x="100" y="0"/>
                  </a:moveTo>
                  <a:lnTo>
                    <a:pt x="0" y="334"/>
                  </a:lnTo>
                  <a:cubicBezTo>
                    <a:pt x="23450" y="12276"/>
                    <a:pt x="51837" y="29588"/>
                    <a:pt x="67248" y="43131"/>
                  </a:cubicBezTo>
                  <a:cubicBezTo>
                    <a:pt x="67767" y="43597"/>
                    <a:pt x="68383" y="43807"/>
                    <a:pt x="68988" y="43807"/>
                  </a:cubicBezTo>
                  <a:cubicBezTo>
                    <a:pt x="70289" y="43807"/>
                    <a:pt x="71538" y="42833"/>
                    <a:pt x="71651" y="41330"/>
                  </a:cubicBezTo>
                  <a:cubicBezTo>
                    <a:pt x="71818" y="38961"/>
                    <a:pt x="72218" y="36326"/>
                    <a:pt x="72986" y="34125"/>
                  </a:cubicBezTo>
                  <a:cubicBezTo>
                    <a:pt x="73319" y="33091"/>
                    <a:pt x="73052" y="31956"/>
                    <a:pt x="72252" y="31256"/>
                  </a:cubicBezTo>
                  <a:cubicBezTo>
                    <a:pt x="56274" y="16712"/>
                    <a:pt x="11275" y="0"/>
                    <a:pt x="10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7" name="Google Shape;2057;p9"/>
            <p:cNvSpPr/>
            <p:nvPr/>
          </p:nvSpPr>
          <p:spPr>
            <a:xfrm>
              <a:off x="3874575" y="3072363"/>
              <a:ext cx="1687900" cy="1388950"/>
            </a:xfrm>
            <a:custGeom>
              <a:avLst/>
              <a:gdLst/>
              <a:ahLst/>
              <a:cxnLst/>
              <a:rect l="l" t="t" r="r" b="b"/>
              <a:pathLst>
                <a:path w="67516" h="55558" extrusionOk="0">
                  <a:moveTo>
                    <a:pt x="67" y="0"/>
                  </a:moveTo>
                  <a:cubicBezTo>
                    <a:pt x="34" y="67"/>
                    <a:pt x="34" y="33"/>
                    <a:pt x="0" y="67"/>
                  </a:cubicBezTo>
                  <a:cubicBezTo>
                    <a:pt x="16979" y="16979"/>
                    <a:pt x="36593" y="38361"/>
                    <a:pt x="44466" y="54072"/>
                  </a:cubicBezTo>
                  <a:cubicBezTo>
                    <a:pt x="44945" y="55049"/>
                    <a:pt x="45883" y="55558"/>
                    <a:pt x="46835" y="55558"/>
                  </a:cubicBezTo>
                  <a:cubicBezTo>
                    <a:pt x="47605" y="55558"/>
                    <a:pt x="48384" y="55225"/>
                    <a:pt x="48935" y="54539"/>
                  </a:cubicBezTo>
                  <a:cubicBezTo>
                    <a:pt x="53238" y="49135"/>
                    <a:pt x="58676" y="46367"/>
                    <a:pt x="64080" y="46033"/>
                  </a:cubicBezTo>
                  <a:cubicBezTo>
                    <a:pt x="66481" y="45900"/>
                    <a:pt x="67515" y="42931"/>
                    <a:pt x="65681" y="41363"/>
                  </a:cubicBezTo>
                  <a:cubicBezTo>
                    <a:pt x="49936" y="28053"/>
                    <a:pt x="22650" y="11508"/>
                    <a:pt x="6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8" name="Google Shape;2058;p9"/>
            <p:cNvSpPr/>
            <p:nvPr/>
          </p:nvSpPr>
          <p:spPr>
            <a:xfrm>
              <a:off x="3833700" y="3074013"/>
              <a:ext cx="1148675" cy="1546025"/>
            </a:xfrm>
            <a:custGeom>
              <a:avLst/>
              <a:gdLst/>
              <a:ahLst/>
              <a:cxnLst/>
              <a:rect l="l" t="t" r="r" b="b"/>
              <a:pathLst>
                <a:path w="45947" h="61841" extrusionOk="0">
                  <a:moveTo>
                    <a:pt x="1635" y="1"/>
                  </a:moveTo>
                  <a:cubicBezTo>
                    <a:pt x="1602" y="34"/>
                    <a:pt x="1569" y="34"/>
                    <a:pt x="1502" y="34"/>
                  </a:cubicBezTo>
                  <a:cubicBezTo>
                    <a:pt x="1402" y="168"/>
                    <a:pt x="1302" y="334"/>
                    <a:pt x="1168" y="501"/>
                  </a:cubicBezTo>
                  <a:cubicBezTo>
                    <a:pt x="301" y="17547"/>
                    <a:pt x="1" y="38995"/>
                    <a:pt x="1869" y="59443"/>
                  </a:cubicBezTo>
                  <a:cubicBezTo>
                    <a:pt x="1989" y="60884"/>
                    <a:pt x="3215" y="61841"/>
                    <a:pt x="4515" y="61841"/>
                  </a:cubicBezTo>
                  <a:cubicBezTo>
                    <a:pt x="5021" y="61841"/>
                    <a:pt x="5538" y="61696"/>
                    <a:pt x="6005" y="61378"/>
                  </a:cubicBezTo>
                  <a:cubicBezTo>
                    <a:pt x="12280" y="57075"/>
                    <a:pt x="22400" y="54418"/>
                    <a:pt x="31722" y="54418"/>
                  </a:cubicBezTo>
                  <a:cubicBezTo>
                    <a:pt x="35335" y="54418"/>
                    <a:pt x="38828" y="54817"/>
                    <a:pt x="41931" y="55674"/>
                  </a:cubicBezTo>
                  <a:cubicBezTo>
                    <a:pt x="42172" y="55738"/>
                    <a:pt x="42409" y="55768"/>
                    <a:pt x="42637" y="55768"/>
                  </a:cubicBezTo>
                  <a:cubicBezTo>
                    <a:pt x="44562" y="55768"/>
                    <a:pt x="45947" y="53653"/>
                    <a:pt x="44933" y="51805"/>
                  </a:cubicBezTo>
                  <a:cubicBezTo>
                    <a:pt x="36427" y="36360"/>
                    <a:pt x="17847" y="16112"/>
                    <a:pt x="163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059" name="Google Shape;2059;p9"/>
            <p:cNvGrpSpPr/>
            <p:nvPr/>
          </p:nvGrpSpPr>
          <p:grpSpPr>
            <a:xfrm>
              <a:off x="2087475" y="2783813"/>
              <a:ext cx="3624275" cy="1836225"/>
              <a:chOff x="112275" y="2665738"/>
              <a:chExt cx="3624275" cy="1836225"/>
            </a:xfrm>
          </p:grpSpPr>
          <p:sp>
            <p:nvSpPr>
              <p:cNvPr id="2060" name="Google Shape;2060;p9"/>
              <p:cNvSpPr/>
              <p:nvPr/>
            </p:nvSpPr>
            <p:spPr>
              <a:xfrm>
                <a:off x="112275" y="2948438"/>
                <a:ext cx="1777125" cy="1163775"/>
              </a:xfrm>
              <a:custGeom>
                <a:avLst/>
                <a:gdLst/>
                <a:ahLst/>
                <a:cxnLst/>
                <a:rect l="l" t="t" r="r" b="b"/>
                <a:pathLst>
                  <a:path w="71085" h="46551" extrusionOk="0">
                    <a:moveTo>
                      <a:pt x="71051" y="1"/>
                    </a:moveTo>
                    <a:cubicBezTo>
                      <a:pt x="59209" y="601"/>
                      <a:pt x="18213" y="15879"/>
                      <a:pt x="1301" y="29722"/>
                    </a:cubicBezTo>
                    <a:cubicBezTo>
                      <a:pt x="100" y="30723"/>
                      <a:pt x="0" y="32524"/>
                      <a:pt x="1101" y="33625"/>
                    </a:cubicBezTo>
                    <a:cubicBezTo>
                      <a:pt x="3569" y="36060"/>
                      <a:pt x="5371" y="39762"/>
                      <a:pt x="5904" y="44166"/>
                    </a:cubicBezTo>
                    <a:cubicBezTo>
                      <a:pt x="6057" y="45630"/>
                      <a:pt x="7285" y="46551"/>
                      <a:pt x="8555" y="46551"/>
                    </a:cubicBezTo>
                    <a:cubicBezTo>
                      <a:pt x="9222" y="46551"/>
                      <a:pt x="9901" y="46296"/>
                      <a:pt x="10441" y="45733"/>
                    </a:cubicBezTo>
                    <a:cubicBezTo>
                      <a:pt x="24151" y="31390"/>
                      <a:pt x="50203" y="12610"/>
                      <a:pt x="71051" y="568"/>
                    </a:cubicBezTo>
                    <a:cubicBezTo>
                      <a:pt x="71051" y="401"/>
                      <a:pt x="71051" y="201"/>
                      <a:pt x="71084" y="1"/>
                    </a:cubicBezTo>
                    <a:close/>
                  </a:path>
                </a:pathLst>
              </a:custGeom>
              <a:solidFill>
                <a:srgbClr val="191919">
                  <a:alpha val="284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1" name="Google Shape;2061;p9"/>
              <p:cNvSpPr/>
              <p:nvPr/>
            </p:nvSpPr>
            <p:spPr>
              <a:xfrm>
                <a:off x="360775" y="2962613"/>
                <a:ext cx="1529450" cy="1427300"/>
              </a:xfrm>
              <a:custGeom>
                <a:avLst/>
                <a:gdLst/>
                <a:ahLst/>
                <a:cxnLst/>
                <a:rect l="l" t="t" r="r" b="b"/>
                <a:pathLst>
                  <a:path w="61178" h="57092" extrusionOk="0">
                    <a:moveTo>
                      <a:pt x="61111" y="1"/>
                    </a:moveTo>
                    <a:cubicBezTo>
                      <a:pt x="40830" y="11709"/>
                      <a:pt x="15678" y="29789"/>
                      <a:pt x="1668" y="43932"/>
                    </a:cubicBezTo>
                    <a:cubicBezTo>
                      <a:pt x="1" y="45633"/>
                      <a:pt x="1235" y="48435"/>
                      <a:pt x="3603" y="48435"/>
                    </a:cubicBezTo>
                    <a:cubicBezTo>
                      <a:pt x="10441" y="48469"/>
                      <a:pt x="18947" y="51604"/>
                      <a:pt x="23250" y="56208"/>
                    </a:cubicBezTo>
                    <a:cubicBezTo>
                      <a:pt x="23794" y="56806"/>
                      <a:pt x="24517" y="57091"/>
                      <a:pt x="25231" y="57091"/>
                    </a:cubicBezTo>
                    <a:cubicBezTo>
                      <a:pt x="26228" y="57091"/>
                      <a:pt x="27207" y="56537"/>
                      <a:pt x="27654" y="55507"/>
                    </a:cubicBezTo>
                    <a:cubicBezTo>
                      <a:pt x="34525" y="39529"/>
                      <a:pt x="48001" y="18180"/>
                      <a:pt x="61178" y="101"/>
                    </a:cubicBezTo>
                    <a:cubicBezTo>
                      <a:pt x="61144" y="34"/>
                      <a:pt x="61144" y="67"/>
                      <a:pt x="61111" y="1"/>
                    </a:cubicBezTo>
                    <a:close/>
                  </a:path>
                </a:pathLst>
              </a:custGeom>
              <a:solidFill>
                <a:srgbClr val="191919">
                  <a:alpha val="189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2" name="Google Shape;2062;p9"/>
              <p:cNvSpPr/>
              <p:nvPr/>
            </p:nvSpPr>
            <p:spPr>
              <a:xfrm>
                <a:off x="1047450" y="2968463"/>
                <a:ext cx="858600" cy="1520275"/>
              </a:xfrm>
              <a:custGeom>
                <a:avLst/>
                <a:gdLst/>
                <a:ahLst/>
                <a:cxnLst/>
                <a:rect l="l" t="t" r="r" b="b"/>
                <a:pathLst>
                  <a:path w="34344" h="60811" extrusionOk="0">
                    <a:moveTo>
                      <a:pt x="33610" y="0"/>
                    </a:moveTo>
                    <a:lnTo>
                      <a:pt x="33610" y="0"/>
                    </a:lnTo>
                    <a:cubicBezTo>
                      <a:pt x="20868" y="17479"/>
                      <a:pt x="7859" y="38027"/>
                      <a:pt x="820" y="53805"/>
                    </a:cubicBezTo>
                    <a:cubicBezTo>
                      <a:pt x="1" y="55627"/>
                      <a:pt x="1392" y="57532"/>
                      <a:pt x="3259" y="57532"/>
                    </a:cubicBezTo>
                    <a:cubicBezTo>
                      <a:pt x="3442" y="57532"/>
                      <a:pt x="3631" y="57514"/>
                      <a:pt x="3823" y="57475"/>
                    </a:cubicBezTo>
                    <a:cubicBezTo>
                      <a:pt x="5960" y="57013"/>
                      <a:pt x="8473" y="56796"/>
                      <a:pt x="11131" y="56796"/>
                    </a:cubicBezTo>
                    <a:cubicBezTo>
                      <a:pt x="17887" y="56796"/>
                      <a:pt x="25582" y="58197"/>
                      <a:pt x="30442" y="60543"/>
                    </a:cubicBezTo>
                    <a:cubicBezTo>
                      <a:pt x="30815" y="60727"/>
                      <a:pt x="31200" y="60811"/>
                      <a:pt x="31574" y="60811"/>
                    </a:cubicBezTo>
                    <a:cubicBezTo>
                      <a:pt x="33038" y="60811"/>
                      <a:pt x="34344" y="59529"/>
                      <a:pt x="34211" y="57908"/>
                    </a:cubicBezTo>
                    <a:cubicBezTo>
                      <a:pt x="32443" y="37794"/>
                      <a:pt x="32777" y="16745"/>
                      <a:pt x="33610" y="0"/>
                    </a:cubicBezTo>
                    <a:close/>
                  </a:path>
                </a:pathLst>
              </a:custGeom>
              <a:solidFill>
                <a:srgbClr val="191919">
                  <a:alpha val="150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3" name="Google Shape;2063;p9"/>
              <p:cNvSpPr/>
              <p:nvPr/>
            </p:nvSpPr>
            <p:spPr>
              <a:xfrm>
                <a:off x="1903550" y="2947613"/>
                <a:ext cx="1833000" cy="1095200"/>
              </a:xfrm>
              <a:custGeom>
                <a:avLst/>
                <a:gdLst/>
                <a:ahLst/>
                <a:cxnLst/>
                <a:rect l="l" t="t" r="r" b="b"/>
                <a:pathLst>
                  <a:path w="73320" h="43808" extrusionOk="0">
                    <a:moveTo>
                      <a:pt x="100" y="0"/>
                    </a:moveTo>
                    <a:lnTo>
                      <a:pt x="0" y="334"/>
                    </a:lnTo>
                    <a:cubicBezTo>
                      <a:pt x="23450" y="12276"/>
                      <a:pt x="51837" y="29588"/>
                      <a:pt x="67248" y="43131"/>
                    </a:cubicBezTo>
                    <a:cubicBezTo>
                      <a:pt x="67767" y="43597"/>
                      <a:pt x="68383" y="43807"/>
                      <a:pt x="68988" y="43807"/>
                    </a:cubicBezTo>
                    <a:cubicBezTo>
                      <a:pt x="70289" y="43807"/>
                      <a:pt x="71538" y="42833"/>
                      <a:pt x="71651" y="41330"/>
                    </a:cubicBezTo>
                    <a:cubicBezTo>
                      <a:pt x="71818" y="38961"/>
                      <a:pt x="72218" y="36326"/>
                      <a:pt x="72986" y="34125"/>
                    </a:cubicBezTo>
                    <a:cubicBezTo>
                      <a:pt x="73319" y="33091"/>
                      <a:pt x="73052" y="31956"/>
                      <a:pt x="72252" y="31256"/>
                    </a:cubicBezTo>
                    <a:cubicBezTo>
                      <a:pt x="56274" y="16712"/>
                      <a:pt x="11275" y="0"/>
                      <a:pt x="100" y="0"/>
                    </a:cubicBezTo>
                    <a:close/>
                  </a:path>
                </a:pathLst>
              </a:custGeom>
              <a:solidFill>
                <a:srgbClr val="191919">
                  <a:alpha val="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4" name="Google Shape;2064;p9"/>
              <p:cNvSpPr/>
              <p:nvPr/>
            </p:nvSpPr>
            <p:spPr>
              <a:xfrm>
                <a:off x="1899375" y="2954288"/>
                <a:ext cx="1687900" cy="1388950"/>
              </a:xfrm>
              <a:custGeom>
                <a:avLst/>
                <a:gdLst/>
                <a:ahLst/>
                <a:cxnLst/>
                <a:rect l="l" t="t" r="r" b="b"/>
                <a:pathLst>
                  <a:path w="67516" h="55558" extrusionOk="0">
                    <a:moveTo>
                      <a:pt x="67" y="0"/>
                    </a:moveTo>
                    <a:cubicBezTo>
                      <a:pt x="34" y="67"/>
                      <a:pt x="34" y="33"/>
                      <a:pt x="0" y="67"/>
                    </a:cubicBezTo>
                    <a:cubicBezTo>
                      <a:pt x="16979" y="16979"/>
                      <a:pt x="36593" y="38361"/>
                      <a:pt x="44466" y="54072"/>
                    </a:cubicBezTo>
                    <a:cubicBezTo>
                      <a:pt x="44945" y="55049"/>
                      <a:pt x="45883" y="55558"/>
                      <a:pt x="46835" y="55558"/>
                    </a:cubicBezTo>
                    <a:cubicBezTo>
                      <a:pt x="47605" y="55558"/>
                      <a:pt x="48384" y="55225"/>
                      <a:pt x="48935" y="54539"/>
                    </a:cubicBezTo>
                    <a:cubicBezTo>
                      <a:pt x="53238" y="49135"/>
                      <a:pt x="58676" y="46367"/>
                      <a:pt x="64080" y="46033"/>
                    </a:cubicBezTo>
                    <a:cubicBezTo>
                      <a:pt x="66481" y="45900"/>
                      <a:pt x="67515" y="42931"/>
                      <a:pt x="65681" y="41363"/>
                    </a:cubicBezTo>
                    <a:cubicBezTo>
                      <a:pt x="49936" y="28053"/>
                      <a:pt x="22650" y="11508"/>
                      <a:pt x="67" y="0"/>
                    </a:cubicBezTo>
                    <a:close/>
                  </a:path>
                </a:pathLst>
              </a:custGeom>
              <a:solidFill>
                <a:srgbClr val="191919">
                  <a:alpha val="61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5" name="Google Shape;2065;p9"/>
              <p:cNvSpPr/>
              <p:nvPr/>
            </p:nvSpPr>
            <p:spPr>
              <a:xfrm>
                <a:off x="1858500" y="2955938"/>
                <a:ext cx="1148675" cy="1546025"/>
              </a:xfrm>
              <a:custGeom>
                <a:avLst/>
                <a:gdLst/>
                <a:ahLst/>
                <a:cxnLst/>
                <a:rect l="l" t="t" r="r" b="b"/>
                <a:pathLst>
                  <a:path w="45947" h="61841" extrusionOk="0">
                    <a:moveTo>
                      <a:pt x="1635" y="1"/>
                    </a:moveTo>
                    <a:cubicBezTo>
                      <a:pt x="1602" y="34"/>
                      <a:pt x="1569" y="34"/>
                      <a:pt x="1502" y="34"/>
                    </a:cubicBezTo>
                    <a:cubicBezTo>
                      <a:pt x="1402" y="168"/>
                      <a:pt x="1302" y="334"/>
                      <a:pt x="1168" y="501"/>
                    </a:cubicBezTo>
                    <a:cubicBezTo>
                      <a:pt x="301" y="17547"/>
                      <a:pt x="1" y="38995"/>
                      <a:pt x="1869" y="59443"/>
                    </a:cubicBezTo>
                    <a:cubicBezTo>
                      <a:pt x="1989" y="60884"/>
                      <a:pt x="3215" y="61841"/>
                      <a:pt x="4515" y="61841"/>
                    </a:cubicBezTo>
                    <a:cubicBezTo>
                      <a:pt x="5021" y="61841"/>
                      <a:pt x="5538" y="61696"/>
                      <a:pt x="6005" y="61378"/>
                    </a:cubicBezTo>
                    <a:cubicBezTo>
                      <a:pt x="12280" y="57075"/>
                      <a:pt x="22400" y="54418"/>
                      <a:pt x="31722" y="54418"/>
                    </a:cubicBezTo>
                    <a:cubicBezTo>
                      <a:pt x="35335" y="54418"/>
                      <a:pt x="38828" y="54817"/>
                      <a:pt x="41931" y="55674"/>
                    </a:cubicBezTo>
                    <a:cubicBezTo>
                      <a:pt x="42172" y="55738"/>
                      <a:pt x="42409" y="55768"/>
                      <a:pt x="42637" y="55768"/>
                    </a:cubicBezTo>
                    <a:cubicBezTo>
                      <a:pt x="44562" y="55768"/>
                      <a:pt x="45947" y="53653"/>
                      <a:pt x="44933" y="51805"/>
                    </a:cubicBezTo>
                    <a:cubicBezTo>
                      <a:pt x="36427" y="36360"/>
                      <a:pt x="17847" y="16112"/>
                      <a:pt x="1635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6" name="Google Shape;2066;p9"/>
              <p:cNvSpPr/>
              <p:nvPr/>
            </p:nvSpPr>
            <p:spPr>
              <a:xfrm>
                <a:off x="112275" y="2948438"/>
                <a:ext cx="2249125" cy="1553525"/>
              </a:xfrm>
              <a:custGeom>
                <a:avLst/>
                <a:gdLst/>
                <a:ahLst/>
                <a:cxnLst/>
                <a:rect l="l" t="t" r="r" b="b"/>
                <a:pathLst>
                  <a:path w="89965" h="62141" extrusionOk="0">
                    <a:moveTo>
                      <a:pt x="71585" y="58242"/>
                    </a:moveTo>
                    <a:lnTo>
                      <a:pt x="71585" y="58242"/>
                    </a:lnTo>
                    <a:cubicBezTo>
                      <a:pt x="71590" y="58323"/>
                      <a:pt x="71595" y="58404"/>
                      <a:pt x="71601" y="58485"/>
                    </a:cubicBezTo>
                    <a:lnTo>
                      <a:pt x="71601" y="58485"/>
                    </a:lnTo>
                    <a:cubicBezTo>
                      <a:pt x="71593" y="58407"/>
                      <a:pt x="71585" y="58324"/>
                      <a:pt x="71585" y="58242"/>
                    </a:cubicBezTo>
                    <a:close/>
                    <a:moveTo>
                      <a:pt x="71017" y="1"/>
                    </a:moveTo>
                    <a:lnTo>
                      <a:pt x="71017" y="1"/>
                    </a:lnTo>
                    <a:cubicBezTo>
                      <a:pt x="59142" y="634"/>
                      <a:pt x="18180" y="15879"/>
                      <a:pt x="1301" y="29722"/>
                    </a:cubicBezTo>
                    <a:cubicBezTo>
                      <a:pt x="100" y="30723"/>
                      <a:pt x="0" y="32524"/>
                      <a:pt x="1101" y="33625"/>
                    </a:cubicBezTo>
                    <a:cubicBezTo>
                      <a:pt x="3569" y="36060"/>
                      <a:pt x="5371" y="39762"/>
                      <a:pt x="5871" y="44166"/>
                    </a:cubicBezTo>
                    <a:cubicBezTo>
                      <a:pt x="6046" y="45630"/>
                      <a:pt x="7281" y="46551"/>
                      <a:pt x="8544" y="46551"/>
                    </a:cubicBezTo>
                    <a:cubicBezTo>
                      <a:pt x="9208" y="46551"/>
                      <a:pt x="9879" y="46296"/>
                      <a:pt x="10408" y="45733"/>
                    </a:cubicBezTo>
                    <a:cubicBezTo>
                      <a:pt x="10808" y="45333"/>
                      <a:pt x="11208" y="44933"/>
                      <a:pt x="11608" y="44532"/>
                    </a:cubicBezTo>
                    <a:lnTo>
                      <a:pt x="11608" y="44532"/>
                    </a:lnTo>
                    <a:cubicBezTo>
                      <a:pt x="9974" y="46200"/>
                      <a:pt x="11175" y="49002"/>
                      <a:pt x="13543" y="49002"/>
                    </a:cubicBezTo>
                    <a:cubicBezTo>
                      <a:pt x="20381" y="49036"/>
                      <a:pt x="28887" y="52171"/>
                      <a:pt x="33190" y="56775"/>
                    </a:cubicBezTo>
                    <a:cubicBezTo>
                      <a:pt x="33734" y="57373"/>
                      <a:pt x="34457" y="57658"/>
                      <a:pt x="35171" y="57658"/>
                    </a:cubicBezTo>
                    <a:cubicBezTo>
                      <a:pt x="36168" y="57658"/>
                      <a:pt x="37147" y="57104"/>
                      <a:pt x="37594" y="56074"/>
                    </a:cubicBezTo>
                    <a:cubicBezTo>
                      <a:pt x="37794" y="55574"/>
                      <a:pt x="37994" y="55107"/>
                      <a:pt x="38227" y="54606"/>
                    </a:cubicBezTo>
                    <a:lnTo>
                      <a:pt x="38227" y="54606"/>
                    </a:lnTo>
                    <a:cubicBezTo>
                      <a:pt x="37408" y="56428"/>
                      <a:pt x="38799" y="58333"/>
                      <a:pt x="40666" y="58333"/>
                    </a:cubicBezTo>
                    <a:cubicBezTo>
                      <a:pt x="40849" y="58333"/>
                      <a:pt x="41038" y="58315"/>
                      <a:pt x="41230" y="58276"/>
                    </a:cubicBezTo>
                    <a:cubicBezTo>
                      <a:pt x="43367" y="57814"/>
                      <a:pt x="45880" y="57597"/>
                      <a:pt x="48538" y="57597"/>
                    </a:cubicBezTo>
                    <a:cubicBezTo>
                      <a:pt x="55294" y="57597"/>
                      <a:pt x="62989" y="58998"/>
                      <a:pt x="67849" y="61344"/>
                    </a:cubicBezTo>
                    <a:cubicBezTo>
                      <a:pt x="68217" y="61519"/>
                      <a:pt x="68597" y="61599"/>
                      <a:pt x="68967" y="61599"/>
                    </a:cubicBezTo>
                    <a:cubicBezTo>
                      <a:pt x="70405" y="61599"/>
                      <a:pt x="71694" y="60389"/>
                      <a:pt x="71625" y="58814"/>
                    </a:cubicBezTo>
                    <a:lnTo>
                      <a:pt x="71625" y="58814"/>
                    </a:lnTo>
                    <a:cubicBezTo>
                      <a:pt x="71648" y="59124"/>
                      <a:pt x="71677" y="59434"/>
                      <a:pt x="71718" y="59743"/>
                    </a:cubicBezTo>
                    <a:cubicBezTo>
                      <a:pt x="71838" y="61184"/>
                      <a:pt x="73064" y="62141"/>
                      <a:pt x="74364" y="62141"/>
                    </a:cubicBezTo>
                    <a:cubicBezTo>
                      <a:pt x="74870" y="62141"/>
                      <a:pt x="75387" y="61996"/>
                      <a:pt x="75854" y="61678"/>
                    </a:cubicBezTo>
                    <a:cubicBezTo>
                      <a:pt x="79557" y="59143"/>
                      <a:pt x="84560" y="57175"/>
                      <a:pt x="89964" y="56007"/>
                    </a:cubicBezTo>
                    <a:cubicBezTo>
                      <a:pt x="89764" y="55974"/>
                      <a:pt x="89531" y="55874"/>
                      <a:pt x="89331" y="55774"/>
                    </a:cubicBezTo>
                    <a:cubicBezTo>
                      <a:pt x="84466" y="53426"/>
                      <a:pt x="76762" y="52041"/>
                      <a:pt x="70001" y="52041"/>
                    </a:cubicBezTo>
                    <a:cubicBezTo>
                      <a:pt x="67350" y="52041"/>
                      <a:pt x="64844" y="52254"/>
                      <a:pt x="62712" y="52705"/>
                    </a:cubicBezTo>
                    <a:cubicBezTo>
                      <a:pt x="62205" y="52816"/>
                      <a:pt x="61561" y="52870"/>
                      <a:pt x="60853" y="52870"/>
                    </a:cubicBezTo>
                    <a:cubicBezTo>
                      <a:pt x="58578" y="52870"/>
                      <a:pt x="55657" y="52306"/>
                      <a:pt x="54639" y="51237"/>
                    </a:cubicBezTo>
                    <a:cubicBezTo>
                      <a:pt x="50369" y="46601"/>
                      <a:pt x="41830" y="43498"/>
                      <a:pt x="35025" y="43465"/>
                    </a:cubicBezTo>
                    <a:cubicBezTo>
                      <a:pt x="32657" y="43465"/>
                      <a:pt x="27620" y="40863"/>
                      <a:pt x="27353" y="38628"/>
                    </a:cubicBezTo>
                    <a:cubicBezTo>
                      <a:pt x="26853" y="34225"/>
                      <a:pt x="25051" y="30522"/>
                      <a:pt x="22550" y="28054"/>
                    </a:cubicBezTo>
                    <a:cubicBezTo>
                      <a:pt x="21449" y="26987"/>
                      <a:pt x="21582" y="25152"/>
                      <a:pt x="22783" y="24185"/>
                    </a:cubicBezTo>
                    <a:cubicBezTo>
                      <a:pt x="33624" y="15278"/>
                      <a:pt x="54406" y="5805"/>
                      <a:pt x="71017" y="1"/>
                    </a:cubicBezTo>
                    <a:close/>
                  </a:path>
                </a:pathLst>
              </a:custGeom>
              <a:solidFill>
                <a:srgbClr val="191919">
                  <a:alpha val="284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7" name="Google Shape;2067;p9"/>
              <p:cNvSpPr/>
              <p:nvPr/>
            </p:nvSpPr>
            <p:spPr>
              <a:xfrm>
                <a:off x="1820150" y="2665738"/>
                <a:ext cx="184325" cy="255200"/>
              </a:xfrm>
              <a:custGeom>
                <a:avLst/>
                <a:gdLst/>
                <a:ahLst/>
                <a:cxnLst/>
                <a:rect l="l" t="t" r="r" b="b"/>
                <a:pathLst>
                  <a:path w="7373" h="10208" extrusionOk="0">
                    <a:moveTo>
                      <a:pt x="3670" y="0"/>
                    </a:moveTo>
                    <a:cubicBezTo>
                      <a:pt x="1835" y="0"/>
                      <a:pt x="1" y="10208"/>
                      <a:pt x="1" y="10208"/>
                    </a:cubicBezTo>
                    <a:lnTo>
                      <a:pt x="7372" y="10208"/>
                    </a:lnTo>
                    <a:cubicBezTo>
                      <a:pt x="7372" y="10208"/>
                      <a:pt x="5538" y="0"/>
                      <a:pt x="36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8" name="Google Shape;2068;p9"/>
              <p:cNvSpPr/>
              <p:nvPr/>
            </p:nvSpPr>
            <p:spPr>
              <a:xfrm>
                <a:off x="1765100" y="2865038"/>
                <a:ext cx="293575" cy="111775"/>
              </a:xfrm>
              <a:custGeom>
                <a:avLst/>
                <a:gdLst/>
                <a:ahLst/>
                <a:cxnLst/>
                <a:rect l="l" t="t" r="r" b="b"/>
                <a:pathLst>
                  <a:path w="11743" h="4471" extrusionOk="0">
                    <a:moveTo>
                      <a:pt x="2002" y="1"/>
                    </a:moveTo>
                    <a:cubicBezTo>
                      <a:pt x="902" y="1"/>
                      <a:pt x="1" y="902"/>
                      <a:pt x="1" y="2002"/>
                    </a:cubicBezTo>
                    <a:lnTo>
                      <a:pt x="1" y="2469"/>
                    </a:lnTo>
                    <a:cubicBezTo>
                      <a:pt x="1" y="3570"/>
                      <a:pt x="902" y="4471"/>
                      <a:pt x="2002" y="4471"/>
                    </a:cubicBezTo>
                    <a:lnTo>
                      <a:pt x="9741" y="4471"/>
                    </a:lnTo>
                    <a:cubicBezTo>
                      <a:pt x="10875" y="4471"/>
                      <a:pt x="11743" y="3570"/>
                      <a:pt x="11743" y="2469"/>
                    </a:cubicBezTo>
                    <a:lnTo>
                      <a:pt x="11743" y="2002"/>
                    </a:lnTo>
                    <a:cubicBezTo>
                      <a:pt x="11743" y="902"/>
                      <a:pt x="10875" y="1"/>
                      <a:pt x="974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6"/>
        </a:solidFill>
        <a:effectLst/>
      </p:bgPr>
    </p:bg>
    <p:spTree>
      <p:nvGrpSpPr>
        <p:cNvPr id="1" name="Shape 23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2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82" name="Google Shape;2382;p13"/>
          <p:cNvGrpSpPr/>
          <p:nvPr/>
        </p:nvGrpSpPr>
        <p:grpSpPr>
          <a:xfrm>
            <a:off x="50125" y="0"/>
            <a:ext cx="8858300" cy="5317875"/>
            <a:chOff x="50125" y="0"/>
            <a:chExt cx="8858300" cy="5317875"/>
          </a:xfrm>
        </p:grpSpPr>
        <p:sp>
          <p:nvSpPr>
            <p:cNvPr id="2383" name="Google Shape;2383;p13"/>
            <p:cNvSpPr/>
            <p:nvPr/>
          </p:nvSpPr>
          <p:spPr>
            <a:xfrm>
              <a:off x="1626250" y="15512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0"/>
                  </a:moveTo>
                  <a:cubicBezTo>
                    <a:pt x="2001" y="1702"/>
                    <a:pt x="0" y="6505"/>
                    <a:pt x="2569" y="6505"/>
                  </a:cubicBezTo>
                  <a:cubicBezTo>
                    <a:pt x="5137" y="6505"/>
                    <a:pt x="3236" y="1802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4" name="Google Shape;2384;p13"/>
            <p:cNvSpPr/>
            <p:nvPr/>
          </p:nvSpPr>
          <p:spPr>
            <a:xfrm>
              <a:off x="3958725" y="519550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0"/>
                  </a:moveTo>
                  <a:cubicBezTo>
                    <a:pt x="1969" y="1668"/>
                    <a:pt x="1" y="6505"/>
                    <a:pt x="2569" y="6505"/>
                  </a:cubicBezTo>
                  <a:cubicBezTo>
                    <a:pt x="5138" y="6505"/>
                    <a:pt x="3237" y="1802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5" name="Google Shape;2385;p13"/>
            <p:cNvSpPr/>
            <p:nvPr/>
          </p:nvSpPr>
          <p:spPr>
            <a:xfrm>
              <a:off x="1291000" y="1710400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36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6" name="Google Shape;2386;p13"/>
            <p:cNvSpPr/>
            <p:nvPr/>
          </p:nvSpPr>
          <p:spPr>
            <a:xfrm>
              <a:off x="447900" y="0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7" name="Google Shape;2387;p13"/>
            <p:cNvSpPr/>
            <p:nvPr/>
          </p:nvSpPr>
          <p:spPr>
            <a:xfrm>
              <a:off x="50125" y="1522775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2001" y="1701"/>
                    <a:pt x="0" y="6505"/>
                    <a:pt x="2569" y="6505"/>
                  </a:cubicBezTo>
                  <a:cubicBezTo>
                    <a:pt x="5137" y="6505"/>
                    <a:pt x="3269" y="1801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8" name="Google Shape;2388;p13"/>
            <p:cNvSpPr/>
            <p:nvPr/>
          </p:nvSpPr>
          <p:spPr>
            <a:xfrm>
              <a:off x="2361775" y="311075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1968" y="1668"/>
                    <a:pt x="0" y="6505"/>
                    <a:pt x="2569" y="6505"/>
                  </a:cubicBezTo>
                  <a:cubicBezTo>
                    <a:pt x="5137" y="6505"/>
                    <a:pt x="3236" y="1801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9" name="Google Shape;2389;p13"/>
            <p:cNvSpPr/>
            <p:nvPr/>
          </p:nvSpPr>
          <p:spPr>
            <a:xfrm>
              <a:off x="1150075" y="229350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0"/>
                  </a:moveTo>
                  <a:cubicBezTo>
                    <a:pt x="2002" y="1701"/>
                    <a:pt x="0" y="6538"/>
                    <a:pt x="2569" y="6538"/>
                  </a:cubicBezTo>
                  <a:cubicBezTo>
                    <a:pt x="5137" y="6538"/>
                    <a:pt x="3269" y="1801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0" name="Google Shape;2390;p13"/>
            <p:cNvSpPr/>
            <p:nvPr/>
          </p:nvSpPr>
          <p:spPr>
            <a:xfrm>
              <a:off x="3177350" y="203500"/>
              <a:ext cx="131775" cy="167625"/>
            </a:xfrm>
            <a:custGeom>
              <a:avLst/>
              <a:gdLst/>
              <a:ahLst/>
              <a:cxnLst/>
              <a:rect l="l" t="t" r="r" b="b"/>
              <a:pathLst>
                <a:path w="5271" h="6705" extrusionOk="0">
                  <a:moveTo>
                    <a:pt x="2636" y="0"/>
                  </a:moveTo>
                  <a:cubicBezTo>
                    <a:pt x="2035" y="1735"/>
                    <a:pt x="0" y="6705"/>
                    <a:pt x="2636" y="6705"/>
                  </a:cubicBezTo>
                  <a:cubicBezTo>
                    <a:pt x="5271" y="6705"/>
                    <a:pt x="3336" y="1868"/>
                    <a:pt x="2636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1" name="Google Shape;2391;p13"/>
            <p:cNvSpPr/>
            <p:nvPr/>
          </p:nvSpPr>
          <p:spPr>
            <a:xfrm>
              <a:off x="4516625" y="287725"/>
              <a:ext cx="132625" cy="167625"/>
            </a:xfrm>
            <a:custGeom>
              <a:avLst/>
              <a:gdLst/>
              <a:ahLst/>
              <a:cxnLst/>
              <a:rect l="l" t="t" r="r" b="b"/>
              <a:pathLst>
                <a:path w="5305" h="6705" extrusionOk="0">
                  <a:moveTo>
                    <a:pt x="2670" y="0"/>
                  </a:moveTo>
                  <a:cubicBezTo>
                    <a:pt x="2069" y="1735"/>
                    <a:pt x="1" y="6705"/>
                    <a:pt x="2670" y="6705"/>
                  </a:cubicBezTo>
                  <a:cubicBezTo>
                    <a:pt x="5305" y="6705"/>
                    <a:pt x="3370" y="1835"/>
                    <a:pt x="2670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2" name="Google Shape;2392;p13"/>
            <p:cNvSpPr/>
            <p:nvPr/>
          </p:nvSpPr>
          <p:spPr>
            <a:xfrm>
              <a:off x="2141600" y="97487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702"/>
                    <a:pt x="1" y="6505"/>
                    <a:pt x="2569" y="6505"/>
                  </a:cubicBezTo>
                  <a:cubicBezTo>
                    <a:pt x="5138" y="6505"/>
                    <a:pt x="3270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3" name="Google Shape;2393;p13"/>
            <p:cNvSpPr/>
            <p:nvPr/>
          </p:nvSpPr>
          <p:spPr>
            <a:xfrm>
              <a:off x="1764675" y="1737100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2002" y="1668"/>
                    <a:pt x="0" y="6505"/>
                    <a:pt x="2569" y="6505"/>
                  </a:cubicBezTo>
                  <a:cubicBezTo>
                    <a:pt x="5137" y="6505"/>
                    <a:pt x="3269" y="1768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4" name="Google Shape;2394;p13"/>
            <p:cNvSpPr/>
            <p:nvPr/>
          </p:nvSpPr>
          <p:spPr>
            <a:xfrm>
              <a:off x="3074775" y="111997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702"/>
                    <a:pt x="0" y="6505"/>
                    <a:pt x="2569" y="6505"/>
                  </a:cubicBezTo>
                  <a:cubicBezTo>
                    <a:pt x="5137" y="6505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5" name="Google Shape;2395;p13"/>
            <p:cNvSpPr/>
            <p:nvPr/>
          </p:nvSpPr>
          <p:spPr>
            <a:xfrm>
              <a:off x="415375" y="124172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702"/>
                    <a:pt x="0" y="6505"/>
                    <a:pt x="2569" y="6505"/>
                  </a:cubicBezTo>
                  <a:cubicBezTo>
                    <a:pt x="5137" y="6505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6" name="Google Shape;2396;p13"/>
            <p:cNvSpPr/>
            <p:nvPr/>
          </p:nvSpPr>
          <p:spPr>
            <a:xfrm>
              <a:off x="380350" y="2140700"/>
              <a:ext cx="132625" cy="167650"/>
            </a:xfrm>
            <a:custGeom>
              <a:avLst/>
              <a:gdLst/>
              <a:ahLst/>
              <a:cxnLst/>
              <a:rect l="l" t="t" r="r" b="b"/>
              <a:pathLst>
                <a:path w="5305" h="6706" extrusionOk="0">
                  <a:moveTo>
                    <a:pt x="2636" y="1"/>
                  </a:moveTo>
                  <a:cubicBezTo>
                    <a:pt x="2069" y="1735"/>
                    <a:pt x="0" y="6706"/>
                    <a:pt x="2636" y="6706"/>
                  </a:cubicBezTo>
                  <a:cubicBezTo>
                    <a:pt x="5304" y="6706"/>
                    <a:pt x="3370" y="1836"/>
                    <a:pt x="2636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7" name="Google Shape;2397;p13"/>
            <p:cNvSpPr/>
            <p:nvPr/>
          </p:nvSpPr>
          <p:spPr>
            <a:xfrm>
              <a:off x="3653525" y="2276650"/>
              <a:ext cx="132625" cy="167625"/>
            </a:xfrm>
            <a:custGeom>
              <a:avLst/>
              <a:gdLst/>
              <a:ahLst/>
              <a:cxnLst/>
              <a:rect l="l" t="t" r="r" b="b"/>
              <a:pathLst>
                <a:path w="5305" h="6705" extrusionOk="0">
                  <a:moveTo>
                    <a:pt x="2669" y="0"/>
                  </a:moveTo>
                  <a:cubicBezTo>
                    <a:pt x="2068" y="1735"/>
                    <a:pt x="0" y="6705"/>
                    <a:pt x="2669" y="6705"/>
                  </a:cubicBezTo>
                  <a:cubicBezTo>
                    <a:pt x="5304" y="6705"/>
                    <a:pt x="3369" y="1868"/>
                    <a:pt x="26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8" name="Google Shape;2398;p13"/>
            <p:cNvSpPr/>
            <p:nvPr/>
          </p:nvSpPr>
          <p:spPr>
            <a:xfrm>
              <a:off x="2307550" y="155862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668"/>
                    <a:pt x="1" y="6505"/>
                    <a:pt x="2569" y="6505"/>
                  </a:cubicBezTo>
                  <a:cubicBezTo>
                    <a:pt x="5138" y="6505"/>
                    <a:pt x="3270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9" name="Google Shape;2399;p13"/>
            <p:cNvSpPr/>
            <p:nvPr/>
          </p:nvSpPr>
          <p:spPr>
            <a:xfrm>
              <a:off x="3263250" y="1710400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0" name="Google Shape;2400;p13"/>
            <p:cNvSpPr/>
            <p:nvPr/>
          </p:nvSpPr>
          <p:spPr>
            <a:xfrm>
              <a:off x="82625" y="503700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1" y="6539"/>
                    <a:pt x="2569" y="6539"/>
                  </a:cubicBezTo>
                  <a:cubicBezTo>
                    <a:pt x="5138" y="6539"/>
                    <a:pt x="3270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1" name="Google Shape;2401;p13"/>
            <p:cNvSpPr/>
            <p:nvPr/>
          </p:nvSpPr>
          <p:spPr>
            <a:xfrm>
              <a:off x="3912025" y="1474400"/>
              <a:ext cx="131800" cy="167650"/>
            </a:xfrm>
            <a:custGeom>
              <a:avLst/>
              <a:gdLst/>
              <a:ahLst/>
              <a:cxnLst/>
              <a:rect l="l" t="t" r="r" b="b"/>
              <a:pathLst>
                <a:path w="5272" h="6706" extrusionOk="0">
                  <a:moveTo>
                    <a:pt x="2636" y="0"/>
                  </a:moveTo>
                  <a:cubicBezTo>
                    <a:pt x="2036" y="1735"/>
                    <a:pt x="1" y="6705"/>
                    <a:pt x="2636" y="6705"/>
                  </a:cubicBezTo>
                  <a:cubicBezTo>
                    <a:pt x="5271" y="6705"/>
                    <a:pt x="3337" y="1868"/>
                    <a:pt x="2636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2" name="Google Shape;2402;p13"/>
            <p:cNvSpPr/>
            <p:nvPr/>
          </p:nvSpPr>
          <p:spPr>
            <a:xfrm>
              <a:off x="4092800" y="1049300"/>
              <a:ext cx="132600" cy="167650"/>
            </a:xfrm>
            <a:custGeom>
              <a:avLst/>
              <a:gdLst/>
              <a:ahLst/>
              <a:cxnLst/>
              <a:rect l="l" t="t" r="r" b="b"/>
              <a:pathLst>
                <a:path w="5304" h="6706" extrusionOk="0">
                  <a:moveTo>
                    <a:pt x="2669" y="1"/>
                  </a:moveTo>
                  <a:cubicBezTo>
                    <a:pt x="2068" y="1735"/>
                    <a:pt x="0" y="6705"/>
                    <a:pt x="2669" y="6705"/>
                  </a:cubicBezTo>
                  <a:cubicBezTo>
                    <a:pt x="5304" y="6705"/>
                    <a:pt x="3369" y="1835"/>
                    <a:pt x="26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3" name="Google Shape;2403;p13"/>
            <p:cNvSpPr/>
            <p:nvPr/>
          </p:nvSpPr>
          <p:spPr>
            <a:xfrm>
              <a:off x="2616950" y="174042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0"/>
                  </a:moveTo>
                  <a:cubicBezTo>
                    <a:pt x="2002" y="1702"/>
                    <a:pt x="0" y="6505"/>
                    <a:pt x="2569" y="6505"/>
                  </a:cubicBezTo>
                  <a:cubicBezTo>
                    <a:pt x="5137" y="6505"/>
                    <a:pt x="3269" y="1802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189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4" name="Google Shape;2404;p13"/>
            <p:cNvSpPr/>
            <p:nvPr/>
          </p:nvSpPr>
          <p:spPr>
            <a:xfrm>
              <a:off x="3572625" y="189302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669"/>
                    <a:pt x="1" y="6505"/>
                    <a:pt x="2569" y="6505"/>
                  </a:cubicBezTo>
                  <a:cubicBezTo>
                    <a:pt x="5138" y="6505"/>
                    <a:pt x="3270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189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5" name="Google Shape;2405;p13"/>
            <p:cNvSpPr/>
            <p:nvPr/>
          </p:nvSpPr>
          <p:spPr>
            <a:xfrm>
              <a:off x="392025" y="68632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669"/>
                    <a:pt x="0" y="6506"/>
                    <a:pt x="2569" y="6506"/>
                  </a:cubicBezTo>
                  <a:cubicBezTo>
                    <a:pt x="5137" y="6506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6" name="Google Shape;2406;p13"/>
            <p:cNvSpPr/>
            <p:nvPr/>
          </p:nvSpPr>
          <p:spPr>
            <a:xfrm>
              <a:off x="6047850" y="15512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0"/>
                  </a:moveTo>
                  <a:cubicBezTo>
                    <a:pt x="2001" y="1702"/>
                    <a:pt x="0" y="6505"/>
                    <a:pt x="2569" y="6505"/>
                  </a:cubicBezTo>
                  <a:cubicBezTo>
                    <a:pt x="5137" y="6505"/>
                    <a:pt x="3236" y="1802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7" name="Google Shape;2407;p13"/>
            <p:cNvSpPr/>
            <p:nvPr/>
          </p:nvSpPr>
          <p:spPr>
            <a:xfrm>
              <a:off x="8380325" y="519550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0"/>
                  </a:moveTo>
                  <a:cubicBezTo>
                    <a:pt x="1969" y="1668"/>
                    <a:pt x="1" y="6505"/>
                    <a:pt x="2569" y="6505"/>
                  </a:cubicBezTo>
                  <a:cubicBezTo>
                    <a:pt x="5138" y="6505"/>
                    <a:pt x="3237" y="1802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8" name="Google Shape;2408;p13"/>
            <p:cNvSpPr/>
            <p:nvPr/>
          </p:nvSpPr>
          <p:spPr>
            <a:xfrm>
              <a:off x="5712600" y="1710400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36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9" name="Google Shape;2409;p13"/>
            <p:cNvSpPr/>
            <p:nvPr/>
          </p:nvSpPr>
          <p:spPr>
            <a:xfrm>
              <a:off x="4869500" y="0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0" name="Google Shape;2410;p13"/>
            <p:cNvSpPr/>
            <p:nvPr/>
          </p:nvSpPr>
          <p:spPr>
            <a:xfrm>
              <a:off x="4471725" y="1522775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2001" y="1701"/>
                    <a:pt x="0" y="6505"/>
                    <a:pt x="2569" y="6505"/>
                  </a:cubicBezTo>
                  <a:cubicBezTo>
                    <a:pt x="5137" y="6505"/>
                    <a:pt x="3269" y="1801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1" name="Google Shape;2411;p13"/>
            <p:cNvSpPr/>
            <p:nvPr/>
          </p:nvSpPr>
          <p:spPr>
            <a:xfrm>
              <a:off x="6783375" y="311075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1968" y="1668"/>
                    <a:pt x="0" y="6505"/>
                    <a:pt x="2569" y="6505"/>
                  </a:cubicBezTo>
                  <a:cubicBezTo>
                    <a:pt x="5137" y="6505"/>
                    <a:pt x="3236" y="1801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2" name="Google Shape;2412;p13"/>
            <p:cNvSpPr/>
            <p:nvPr/>
          </p:nvSpPr>
          <p:spPr>
            <a:xfrm>
              <a:off x="5571675" y="229350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0"/>
                  </a:moveTo>
                  <a:cubicBezTo>
                    <a:pt x="2002" y="1701"/>
                    <a:pt x="0" y="6538"/>
                    <a:pt x="2569" y="6538"/>
                  </a:cubicBezTo>
                  <a:cubicBezTo>
                    <a:pt x="5137" y="6538"/>
                    <a:pt x="3269" y="1801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3" name="Google Shape;2413;p13"/>
            <p:cNvSpPr/>
            <p:nvPr/>
          </p:nvSpPr>
          <p:spPr>
            <a:xfrm>
              <a:off x="7598950" y="203500"/>
              <a:ext cx="131775" cy="167625"/>
            </a:xfrm>
            <a:custGeom>
              <a:avLst/>
              <a:gdLst/>
              <a:ahLst/>
              <a:cxnLst/>
              <a:rect l="l" t="t" r="r" b="b"/>
              <a:pathLst>
                <a:path w="5271" h="6705" extrusionOk="0">
                  <a:moveTo>
                    <a:pt x="2636" y="0"/>
                  </a:moveTo>
                  <a:cubicBezTo>
                    <a:pt x="2035" y="1735"/>
                    <a:pt x="0" y="6705"/>
                    <a:pt x="2636" y="6705"/>
                  </a:cubicBezTo>
                  <a:cubicBezTo>
                    <a:pt x="5271" y="6705"/>
                    <a:pt x="3336" y="1868"/>
                    <a:pt x="2636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4" name="Google Shape;2414;p13"/>
            <p:cNvSpPr/>
            <p:nvPr/>
          </p:nvSpPr>
          <p:spPr>
            <a:xfrm>
              <a:off x="6563200" y="97487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702"/>
                    <a:pt x="1" y="6505"/>
                    <a:pt x="2569" y="6505"/>
                  </a:cubicBezTo>
                  <a:cubicBezTo>
                    <a:pt x="5138" y="6505"/>
                    <a:pt x="3270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5" name="Google Shape;2415;p13"/>
            <p:cNvSpPr/>
            <p:nvPr/>
          </p:nvSpPr>
          <p:spPr>
            <a:xfrm>
              <a:off x="6186275" y="1737100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2002" y="1668"/>
                    <a:pt x="0" y="6505"/>
                    <a:pt x="2569" y="6505"/>
                  </a:cubicBezTo>
                  <a:cubicBezTo>
                    <a:pt x="5137" y="6505"/>
                    <a:pt x="3269" y="1768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6" name="Google Shape;2416;p13"/>
            <p:cNvSpPr/>
            <p:nvPr/>
          </p:nvSpPr>
          <p:spPr>
            <a:xfrm>
              <a:off x="7496375" y="111997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702"/>
                    <a:pt x="0" y="6505"/>
                    <a:pt x="2569" y="6505"/>
                  </a:cubicBezTo>
                  <a:cubicBezTo>
                    <a:pt x="5137" y="6505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7" name="Google Shape;2417;p13"/>
            <p:cNvSpPr/>
            <p:nvPr/>
          </p:nvSpPr>
          <p:spPr>
            <a:xfrm>
              <a:off x="4760775" y="108932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702"/>
                    <a:pt x="0" y="6505"/>
                    <a:pt x="2569" y="6505"/>
                  </a:cubicBezTo>
                  <a:cubicBezTo>
                    <a:pt x="5137" y="6505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8" name="Google Shape;2418;p13"/>
            <p:cNvSpPr/>
            <p:nvPr/>
          </p:nvSpPr>
          <p:spPr>
            <a:xfrm>
              <a:off x="4801950" y="2140700"/>
              <a:ext cx="132625" cy="167650"/>
            </a:xfrm>
            <a:custGeom>
              <a:avLst/>
              <a:gdLst/>
              <a:ahLst/>
              <a:cxnLst/>
              <a:rect l="l" t="t" r="r" b="b"/>
              <a:pathLst>
                <a:path w="5305" h="6706" extrusionOk="0">
                  <a:moveTo>
                    <a:pt x="2636" y="1"/>
                  </a:moveTo>
                  <a:cubicBezTo>
                    <a:pt x="2069" y="1735"/>
                    <a:pt x="0" y="6706"/>
                    <a:pt x="2636" y="6706"/>
                  </a:cubicBezTo>
                  <a:cubicBezTo>
                    <a:pt x="5304" y="6706"/>
                    <a:pt x="3370" y="1836"/>
                    <a:pt x="2636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9" name="Google Shape;2419;p13"/>
            <p:cNvSpPr/>
            <p:nvPr/>
          </p:nvSpPr>
          <p:spPr>
            <a:xfrm>
              <a:off x="8075125" y="2276650"/>
              <a:ext cx="132625" cy="167625"/>
            </a:xfrm>
            <a:custGeom>
              <a:avLst/>
              <a:gdLst/>
              <a:ahLst/>
              <a:cxnLst/>
              <a:rect l="l" t="t" r="r" b="b"/>
              <a:pathLst>
                <a:path w="5305" h="6705" extrusionOk="0">
                  <a:moveTo>
                    <a:pt x="2669" y="0"/>
                  </a:moveTo>
                  <a:cubicBezTo>
                    <a:pt x="2068" y="1735"/>
                    <a:pt x="0" y="6705"/>
                    <a:pt x="2669" y="6705"/>
                  </a:cubicBezTo>
                  <a:cubicBezTo>
                    <a:pt x="5304" y="6705"/>
                    <a:pt x="3369" y="1868"/>
                    <a:pt x="26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0" name="Google Shape;2420;p13"/>
            <p:cNvSpPr/>
            <p:nvPr/>
          </p:nvSpPr>
          <p:spPr>
            <a:xfrm>
              <a:off x="6729150" y="155862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668"/>
                    <a:pt x="1" y="6505"/>
                    <a:pt x="2569" y="6505"/>
                  </a:cubicBezTo>
                  <a:cubicBezTo>
                    <a:pt x="5138" y="6505"/>
                    <a:pt x="3270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1" name="Google Shape;2421;p13"/>
            <p:cNvSpPr/>
            <p:nvPr/>
          </p:nvSpPr>
          <p:spPr>
            <a:xfrm>
              <a:off x="7684850" y="1710400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2" name="Google Shape;2422;p13"/>
            <p:cNvSpPr/>
            <p:nvPr/>
          </p:nvSpPr>
          <p:spPr>
            <a:xfrm>
              <a:off x="4504225" y="503700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1" y="6539"/>
                    <a:pt x="2569" y="6539"/>
                  </a:cubicBezTo>
                  <a:cubicBezTo>
                    <a:pt x="5138" y="6539"/>
                    <a:pt x="3270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3" name="Google Shape;2423;p13"/>
            <p:cNvSpPr/>
            <p:nvPr/>
          </p:nvSpPr>
          <p:spPr>
            <a:xfrm>
              <a:off x="8333625" y="1474400"/>
              <a:ext cx="131800" cy="167650"/>
            </a:xfrm>
            <a:custGeom>
              <a:avLst/>
              <a:gdLst/>
              <a:ahLst/>
              <a:cxnLst/>
              <a:rect l="l" t="t" r="r" b="b"/>
              <a:pathLst>
                <a:path w="5272" h="6706" extrusionOk="0">
                  <a:moveTo>
                    <a:pt x="2636" y="0"/>
                  </a:moveTo>
                  <a:cubicBezTo>
                    <a:pt x="2036" y="1735"/>
                    <a:pt x="1" y="6705"/>
                    <a:pt x="2636" y="6705"/>
                  </a:cubicBezTo>
                  <a:cubicBezTo>
                    <a:pt x="5271" y="6705"/>
                    <a:pt x="3337" y="1868"/>
                    <a:pt x="2636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4" name="Google Shape;2424;p13"/>
            <p:cNvSpPr/>
            <p:nvPr/>
          </p:nvSpPr>
          <p:spPr>
            <a:xfrm>
              <a:off x="4813625" y="68632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669"/>
                    <a:pt x="0" y="6506"/>
                    <a:pt x="2569" y="6506"/>
                  </a:cubicBezTo>
                  <a:cubicBezTo>
                    <a:pt x="5137" y="6506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5" name="Google Shape;2425;p13"/>
            <p:cNvSpPr/>
            <p:nvPr/>
          </p:nvSpPr>
          <p:spPr>
            <a:xfrm>
              <a:off x="6169800" y="1177000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36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6" name="Google Shape;2426;p13"/>
            <p:cNvSpPr/>
            <p:nvPr/>
          </p:nvSpPr>
          <p:spPr>
            <a:xfrm flipH="1">
              <a:off x="1517850" y="765563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702"/>
                    <a:pt x="0" y="6505"/>
                    <a:pt x="2569" y="6505"/>
                  </a:cubicBezTo>
                  <a:cubicBezTo>
                    <a:pt x="5137" y="6505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7" name="Google Shape;2427;p13"/>
            <p:cNvSpPr/>
            <p:nvPr/>
          </p:nvSpPr>
          <p:spPr>
            <a:xfrm flipH="1">
              <a:off x="1329375" y="1355988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8" name="Google Shape;2428;p13"/>
            <p:cNvSpPr/>
            <p:nvPr/>
          </p:nvSpPr>
          <p:spPr>
            <a:xfrm>
              <a:off x="7751450" y="755550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36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9" name="Google Shape;2429;p13"/>
            <p:cNvSpPr/>
            <p:nvPr/>
          </p:nvSpPr>
          <p:spPr>
            <a:xfrm>
              <a:off x="8225125" y="782250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2002" y="1668"/>
                    <a:pt x="0" y="6505"/>
                    <a:pt x="2569" y="6505"/>
                  </a:cubicBezTo>
                  <a:cubicBezTo>
                    <a:pt x="5137" y="6505"/>
                    <a:pt x="3269" y="1768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0" name="Google Shape;2430;p13"/>
            <p:cNvSpPr/>
            <p:nvPr/>
          </p:nvSpPr>
          <p:spPr>
            <a:xfrm>
              <a:off x="3335788" y="712175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36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1" name="Google Shape;2431;p13"/>
            <p:cNvSpPr/>
            <p:nvPr/>
          </p:nvSpPr>
          <p:spPr>
            <a:xfrm>
              <a:off x="3809463" y="738875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2002" y="1668"/>
                    <a:pt x="0" y="6505"/>
                    <a:pt x="2569" y="6505"/>
                  </a:cubicBezTo>
                  <a:cubicBezTo>
                    <a:pt x="5137" y="6505"/>
                    <a:pt x="3269" y="1768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2" name="Google Shape;2432;p13"/>
            <p:cNvSpPr/>
            <p:nvPr/>
          </p:nvSpPr>
          <p:spPr>
            <a:xfrm>
              <a:off x="1716500" y="2260650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0"/>
                  </a:moveTo>
                  <a:cubicBezTo>
                    <a:pt x="2001" y="1702"/>
                    <a:pt x="0" y="6505"/>
                    <a:pt x="2569" y="6505"/>
                  </a:cubicBezTo>
                  <a:cubicBezTo>
                    <a:pt x="5137" y="6505"/>
                    <a:pt x="3236" y="1802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3" name="Google Shape;2433;p13"/>
            <p:cNvSpPr/>
            <p:nvPr/>
          </p:nvSpPr>
          <p:spPr>
            <a:xfrm>
              <a:off x="4048975" y="262507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0"/>
                  </a:moveTo>
                  <a:cubicBezTo>
                    <a:pt x="1969" y="1668"/>
                    <a:pt x="1" y="6505"/>
                    <a:pt x="2569" y="6505"/>
                  </a:cubicBezTo>
                  <a:cubicBezTo>
                    <a:pt x="5138" y="6505"/>
                    <a:pt x="3237" y="1802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4" name="Google Shape;2434;p13"/>
            <p:cNvSpPr/>
            <p:nvPr/>
          </p:nvSpPr>
          <p:spPr>
            <a:xfrm>
              <a:off x="1381250" y="3815925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36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5" name="Google Shape;2435;p13"/>
            <p:cNvSpPr/>
            <p:nvPr/>
          </p:nvSpPr>
          <p:spPr>
            <a:xfrm>
              <a:off x="538150" y="2105525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6" name="Google Shape;2436;p13"/>
            <p:cNvSpPr/>
            <p:nvPr/>
          </p:nvSpPr>
          <p:spPr>
            <a:xfrm>
              <a:off x="140375" y="3628300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2001" y="1701"/>
                    <a:pt x="0" y="6505"/>
                    <a:pt x="2569" y="6505"/>
                  </a:cubicBezTo>
                  <a:cubicBezTo>
                    <a:pt x="5137" y="6505"/>
                    <a:pt x="3269" y="1801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7" name="Google Shape;2437;p13"/>
            <p:cNvSpPr/>
            <p:nvPr/>
          </p:nvSpPr>
          <p:spPr>
            <a:xfrm>
              <a:off x="2452025" y="2416600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1968" y="1668"/>
                    <a:pt x="0" y="6505"/>
                    <a:pt x="2569" y="6505"/>
                  </a:cubicBezTo>
                  <a:cubicBezTo>
                    <a:pt x="5137" y="6505"/>
                    <a:pt x="3236" y="1801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8" name="Google Shape;2438;p13"/>
            <p:cNvSpPr/>
            <p:nvPr/>
          </p:nvSpPr>
          <p:spPr>
            <a:xfrm>
              <a:off x="1240325" y="2334875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0"/>
                  </a:moveTo>
                  <a:cubicBezTo>
                    <a:pt x="2002" y="1701"/>
                    <a:pt x="0" y="6538"/>
                    <a:pt x="2569" y="6538"/>
                  </a:cubicBezTo>
                  <a:cubicBezTo>
                    <a:pt x="5137" y="6538"/>
                    <a:pt x="3269" y="1801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9" name="Google Shape;2439;p13"/>
            <p:cNvSpPr/>
            <p:nvPr/>
          </p:nvSpPr>
          <p:spPr>
            <a:xfrm>
              <a:off x="3267600" y="2309025"/>
              <a:ext cx="131775" cy="167625"/>
            </a:xfrm>
            <a:custGeom>
              <a:avLst/>
              <a:gdLst/>
              <a:ahLst/>
              <a:cxnLst/>
              <a:rect l="l" t="t" r="r" b="b"/>
              <a:pathLst>
                <a:path w="5271" h="6705" extrusionOk="0">
                  <a:moveTo>
                    <a:pt x="2636" y="0"/>
                  </a:moveTo>
                  <a:cubicBezTo>
                    <a:pt x="2035" y="1735"/>
                    <a:pt x="0" y="6705"/>
                    <a:pt x="2636" y="6705"/>
                  </a:cubicBezTo>
                  <a:cubicBezTo>
                    <a:pt x="5271" y="6705"/>
                    <a:pt x="3336" y="1868"/>
                    <a:pt x="2636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0" name="Google Shape;2440;p13"/>
            <p:cNvSpPr/>
            <p:nvPr/>
          </p:nvSpPr>
          <p:spPr>
            <a:xfrm>
              <a:off x="4606875" y="2393250"/>
              <a:ext cx="132625" cy="167625"/>
            </a:xfrm>
            <a:custGeom>
              <a:avLst/>
              <a:gdLst/>
              <a:ahLst/>
              <a:cxnLst/>
              <a:rect l="l" t="t" r="r" b="b"/>
              <a:pathLst>
                <a:path w="5305" h="6705" extrusionOk="0">
                  <a:moveTo>
                    <a:pt x="2670" y="0"/>
                  </a:moveTo>
                  <a:cubicBezTo>
                    <a:pt x="2069" y="1735"/>
                    <a:pt x="1" y="6705"/>
                    <a:pt x="2670" y="6705"/>
                  </a:cubicBezTo>
                  <a:cubicBezTo>
                    <a:pt x="5305" y="6705"/>
                    <a:pt x="3370" y="1835"/>
                    <a:pt x="2670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1" name="Google Shape;2441;p13"/>
            <p:cNvSpPr/>
            <p:nvPr/>
          </p:nvSpPr>
          <p:spPr>
            <a:xfrm>
              <a:off x="2231850" y="3080400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702"/>
                    <a:pt x="1" y="6505"/>
                    <a:pt x="2569" y="6505"/>
                  </a:cubicBezTo>
                  <a:cubicBezTo>
                    <a:pt x="5138" y="6505"/>
                    <a:pt x="3270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2" name="Google Shape;2442;p13"/>
            <p:cNvSpPr/>
            <p:nvPr/>
          </p:nvSpPr>
          <p:spPr>
            <a:xfrm>
              <a:off x="1854925" y="3842625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2002" y="1668"/>
                    <a:pt x="0" y="6505"/>
                    <a:pt x="2569" y="6505"/>
                  </a:cubicBezTo>
                  <a:cubicBezTo>
                    <a:pt x="5137" y="6505"/>
                    <a:pt x="3269" y="1768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3" name="Google Shape;2443;p13"/>
            <p:cNvSpPr/>
            <p:nvPr/>
          </p:nvSpPr>
          <p:spPr>
            <a:xfrm>
              <a:off x="3165025" y="3225500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702"/>
                    <a:pt x="0" y="6505"/>
                    <a:pt x="2569" y="6505"/>
                  </a:cubicBezTo>
                  <a:cubicBezTo>
                    <a:pt x="5137" y="6505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4" name="Google Shape;2444;p13"/>
            <p:cNvSpPr/>
            <p:nvPr/>
          </p:nvSpPr>
          <p:spPr>
            <a:xfrm>
              <a:off x="505625" y="3347250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702"/>
                    <a:pt x="0" y="6505"/>
                    <a:pt x="2569" y="6505"/>
                  </a:cubicBezTo>
                  <a:cubicBezTo>
                    <a:pt x="5137" y="6505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5" name="Google Shape;2445;p13"/>
            <p:cNvSpPr/>
            <p:nvPr/>
          </p:nvSpPr>
          <p:spPr>
            <a:xfrm>
              <a:off x="470600" y="4246225"/>
              <a:ext cx="132625" cy="167650"/>
            </a:xfrm>
            <a:custGeom>
              <a:avLst/>
              <a:gdLst/>
              <a:ahLst/>
              <a:cxnLst/>
              <a:rect l="l" t="t" r="r" b="b"/>
              <a:pathLst>
                <a:path w="5305" h="6706" extrusionOk="0">
                  <a:moveTo>
                    <a:pt x="2636" y="1"/>
                  </a:moveTo>
                  <a:cubicBezTo>
                    <a:pt x="2069" y="1735"/>
                    <a:pt x="0" y="6706"/>
                    <a:pt x="2636" y="6706"/>
                  </a:cubicBezTo>
                  <a:cubicBezTo>
                    <a:pt x="5304" y="6706"/>
                    <a:pt x="3370" y="1836"/>
                    <a:pt x="2636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6" name="Google Shape;2446;p13"/>
            <p:cNvSpPr/>
            <p:nvPr/>
          </p:nvSpPr>
          <p:spPr>
            <a:xfrm>
              <a:off x="3743775" y="4382175"/>
              <a:ext cx="132625" cy="167625"/>
            </a:xfrm>
            <a:custGeom>
              <a:avLst/>
              <a:gdLst/>
              <a:ahLst/>
              <a:cxnLst/>
              <a:rect l="l" t="t" r="r" b="b"/>
              <a:pathLst>
                <a:path w="5305" h="6705" extrusionOk="0">
                  <a:moveTo>
                    <a:pt x="2669" y="0"/>
                  </a:moveTo>
                  <a:cubicBezTo>
                    <a:pt x="2068" y="1735"/>
                    <a:pt x="0" y="6705"/>
                    <a:pt x="2669" y="6705"/>
                  </a:cubicBezTo>
                  <a:cubicBezTo>
                    <a:pt x="5304" y="6705"/>
                    <a:pt x="3369" y="1868"/>
                    <a:pt x="26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7" name="Google Shape;2447;p13"/>
            <p:cNvSpPr/>
            <p:nvPr/>
          </p:nvSpPr>
          <p:spPr>
            <a:xfrm>
              <a:off x="2397800" y="3664150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668"/>
                    <a:pt x="1" y="6505"/>
                    <a:pt x="2569" y="6505"/>
                  </a:cubicBezTo>
                  <a:cubicBezTo>
                    <a:pt x="5138" y="6505"/>
                    <a:pt x="3270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8" name="Google Shape;2448;p13"/>
            <p:cNvSpPr/>
            <p:nvPr/>
          </p:nvSpPr>
          <p:spPr>
            <a:xfrm>
              <a:off x="3353500" y="3815925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9" name="Google Shape;2449;p13"/>
            <p:cNvSpPr/>
            <p:nvPr/>
          </p:nvSpPr>
          <p:spPr>
            <a:xfrm>
              <a:off x="172875" y="2609225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1" y="6539"/>
                    <a:pt x="2569" y="6539"/>
                  </a:cubicBezTo>
                  <a:cubicBezTo>
                    <a:pt x="5138" y="6539"/>
                    <a:pt x="3270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0" name="Google Shape;2450;p13"/>
            <p:cNvSpPr/>
            <p:nvPr/>
          </p:nvSpPr>
          <p:spPr>
            <a:xfrm>
              <a:off x="4002275" y="3579925"/>
              <a:ext cx="131800" cy="167650"/>
            </a:xfrm>
            <a:custGeom>
              <a:avLst/>
              <a:gdLst/>
              <a:ahLst/>
              <a:cxnLst/>
              <a:rect l="l" t="t" r="r" b="b"/>
              <a:pathLst>
                <a:path w="5272" h="6706" extrusionOk="0">
                  <a:moveTo>
                    <a:pt x="2636" y="0"/>
                  </a:moveTo>
                  <a:cubicBezTo>
                    <a:pt x="2036" y="1735"/>
                    <a:pt x="1" y="6705"/>
                    <a:pt x="2636" y="6705"/>
                  </a:cubicBezTo>
                  <a:cubicBezTo>
                    <a:pt x="5271" y="6705"/>
                    <a:pt x="3337" y="1868"/>
                    <a:pt x="2636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1" name="Google Shape;2451;p13"/>
            <p:cNvSpPr/>
            <p:nvPr/>
          </p:nvSpPr>
          <p:spPr>
            <a:xfrm>
              <a:off x="4183050" y="3154825"/>
              <a:ext cx="132600" cy="167650"/>
            </a:xfrm>
            <a:custGeom>
              <a:avLst/>
              <a:gdLst/>
              <a:ahLst/>
              <a:cxnLst/>
              <a:rect l="l" t="t" r="r" b="b"/>
              <a:pathLst>
                <a:path w="5304" h="6706" extrusionOk="0">
                  <a:moveTo>
                    <a:pt x="2669" y="1"/>
                  </a:moveTo>
                  <a:cubicBezTo>
                    <a:pt x="2068" y="1735"/>
                    <a:pt x="0" y="6705"/>
                    <a:pt x="2669" y="6705"/>
                  </a:cubicBezTo>
                  <a:cubicBezTo>
                    <a:pt x="5304" y="6705"/>
                    <a:pt x="3369" y="1835"/>
                    <a:pt x="26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2" name="Google Shape;2452;p13"/>
            <p:cNvSpPr/>
            <p:nvPr/>
          </p:nvSpPr>
          <p:spPr>
            <a:xfrm>
              <a:off x="2025875" y="244327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1969" y="1668"/>
                    <a:pt x="1" y="6505"/>
                    <a:pt x="2569" y="6505"/>
                  </a:cubicBezTo>
                  <a:cubicBezTo>
                    <a:pt x="5138" y="6505"/>
                    <a:pt x="3236" y="1769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189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3" name="Google Shape;2453;p13"/>
            <p:cNvSpPr/>
            <p:nvPr/>
          </p:nvSpPr>
          <p:spPr>
            <a:xfrm>
              <a:off x="3576975" y="2491650"/>
              <a:ext cx="131800" cy="167650"/>
            </a:xfrm>
            <a:custGeom>
              <a:avLst/>
              <a:gdLst/>
              <a:ahLst/>
              <a:cxnLst/>
              <a:rect l="l" t="t" r="r" b="b"/>
              <a:pathLst>
                <a:path w="5272" h="6706" extrusionOk="0">
                  <a:moveTo>
                    <a:pt x="2636" y="0"/>
                  </a:moveTo>
                  <a:cubicBezTo>
                    <a:pt x="2036" y="1735"/>
                    <a:pt x="1" y="6705"/>
                    <a:pt x="2636" y="6705"/>
                  </a:cubicBezTo>
                  <a:cubicBezTo>
                    <a:pt x="5271" y="6705"/>
                    <a:pt x="3337" y="1835"/>
                    <a:pt x="2636" y="0"/>
                  </a:cubicBezTo>
                  <a:close/>
                </a:path>
              </a:pathLst>
            </a:custGeom>
            <a:solidFill>
              <a:srgbClr val="191919">
                <a:alpha val="189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4" name="Google Shape;2454;p13"/>
            <p:cNvSpPr/>
            <p:nvPr/>
          </p:nvSpPr>
          <p:spPr>
            <a:xfrm>
              <a:off x="2707200" y="3845950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0"/>
                  </a:moveTo>
                  <a:cubicBezTo>
                    <a:pt x="2002" y="1702"/>
                    <a:pt x="0" y="6505"/>
                    <a:pt x="2569" y="6505"/>
                  </a:cubicBezTo>
                  <a:cubicBezTo>
                    <a:pt x="5137" y="6505"/>
                    <a:pt x="3269" y="1802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189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5" name="Google Shape;2455;p13"/>
            <p:cNvSpPr/>
            <p:nvPr/>
          </p:nvSpPr>
          <p:spPr>
            <a:xfrm>
              <a:off x="482275" y="2791850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669"/>
                    <a:pt x="0" y="6506"/>
                    <a:pt x="2569" y="6506"/>
                  </a:cubicBezTo>
                  <a:cubicBezTo>
                    <a:pt x="5137" y="6506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6" name="Google Shape;2456;p13"/>
            <p:cNvSpPr/>
            <p:nvPr/>
          </p:nvSpPr>
          <p:spPr>
            <a:xfrm>
              <a:off x="6138100" y="2260650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0"/>
                  </a:moveTo>
                  <a:cubicBezTo>
                    <a:pt x="2001" y="1702"/>
                    <a:pt x="0" y="6505"/>
                    <a:pt x="2569" y="6505"/>
                  </a:cubicBezTo>
                  <a:cubicBezTo>
                    <a:pt x="5137" y="6505"/>
                    <a:pt x="3236" y="1802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7" name="Google Shape;2457;p13"/>
            <p:cNvSpPr/>
            <p:nvPr/>
          </p:nvSpPr>
          <p:spPr>
            <a:xfrm>
              <a:off x="8470575" y="262507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0"/>
                  </a:moveTo>
                  <a:cubicBezTo>
                    <a:pt x="1969" y="1668"/>
                    <a:pt x="1" y="6505"/>
                    <a:pt x="2569" y="6505"/>
                  </a:cubicBezTo>
                  <a:cubicBezTo>
                    <a:pt x="5138" y="6505"/>
                    <a:pt x="3237" y="1802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8" name="Google Shape;2458;p13"/>
            <p:cNvSpPr/>
            <p:nvPr/>
          </p:nvSpPr>
          <p:spPr>
            <a:xfrm>
              <a:off x="5802850" y="3815925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36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9" name="Google Shape;2459;p13"/>
            <p:cNvSpPr/>
            <p:nvPr/>
          </p:nvSpPr>
          <p:spPr>
            <a:xfrm>
              <a:off x="4959750" y="2105525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0" name="Google Shape;2460;p13"/>
            <p:cNvSpPr/>
            <p:nvPr/>
          </p:nvSpPr>
          <p:spPr>
            <a:xfrm>
              <a:off x="4561975" y="3628300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2001" y="1701"/>
                    <a:pt x="0" y="6505"/>
                    <a:pt x="2569" y="6505"/>
                  </a:cubicBezTo>
                  <a:cubicBezTo>
                    <a:pt x="5137" y="6505"/>
                    <a:pt x="3269" y="1801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1" name="Google Shape;2461;p13"/>
            <p:cNvSpPr/>
            <p:nvPr/>
          </p:nvSpPr>
          <p:spPr>
            <a:xfrm>
              <a:off x="6873625" y="2416600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1968" y="1668"/>
                    <a:pt x="0" y="6505"/>
                    <a:pt x="2569" y="6505"/>
                  </a:cubicBezTo>
                  <a:cubicBezTo>
                    <a:pt x="5137" y="6505"/>
                    <a:pt x="3236" y="1801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2" name="Google Shape;2462;p13"/>
            <p:cNvSpPr/>
            <p:nvPr/>
          </p:nvSpPr>
          <p:spPr>
            <a:xfrm>
              <a:off x="5661925" y="2334875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0"/>
                  </a:moveTo>
                  <a:cubicBezTo>
                    <a:pt x="2002" y="1701"/>
                    <a:pt x="0" y="6538"/>
                    <a:pt x="2569" y="6538"/>
                  </a:cubicBezTo>
                  <a:cubicBezTo>
                    <a:pt x="5137" y="6538"/>
                    <a:pt x="3269" y="1801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3" name="Google Shape;2463;p13"/>
            <p:cNvSpPr/>
            <p:nvPr/>
          </p:nvSpPr>
          <p:spPr>
            <a:xfrm>
              <a:off x="7689200" y="2309025"/>
              <a:ext cx="131775" cy="167625"/>
            </a:xfrm>
            <a:custGeom>
              <a:avLst/>
              <a:gdLst/>
              <a:ahLst/>
              <a:cxnLst/>
              <a:rect l="l" t="t" r="r" b="b"/>
              <a:pathLst>
                <a:path w="5271" h="6705" extrusionOk="0">
                  <a:moveTo>
                    <a:pt x="2636" y="0"/>
                  </a:moveTo>
                  <a:cubicBezTo>
                    <a:pt x="2035" y="1735"/>
                    <a:pt x="0" y="6705"/>
                    <a:pt x="2636" y="6705"/>
                  </a:cubicBezTo>
                  <a:cubicBezTo>
                    <a:pt x="5271" y="6705"/>
                    <a:pt x="3336" y="1868"/>
                    <a:pt x="2636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4" name="Google Shape;2464;p13"/>
            <p:cNvSpPr/>
            <p:nvPr/>
          </p:nvSpPr>
          <p:spPr>
            <a:xfrm>
              <a:off x="6653450" y="3080400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702"/>
                    <a:pt x="1" y="6505"/>
                    <a:pt x="2569" y="6505"/>
                  </a:cubicBezTo>
                  <a:cubicBezTo>
                    <a:pt x="5138" y="6505"/>
                    <a:pt x="3270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5" name="Google Shape;2465;p13"/>
            <p:cNvSpPr/>
            <p:nvPr/>
          </p:nvSpPr>
          <p:spPr>
            <a:xfrm>
              <a:off x="6276525" y="3842625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2002" y="1668"/>
                    <a:pt x="0" y="6505"/>
                    <a:pt x="2569" y="6505"/>
                  </a:cubicBezTo>
                  <a:cubicBezTo>
                    <a:pt x="5137" y="6505"/>
                    <a:pt x="3269" y="1768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6" name="Google Shape;2466;p13"/>
            <p:cNvSpPr/>
            <p:nvPr/>
          </p:nvSpPr>
          <p:spPr>
            <a:xfrm>
              <a:off x="7586625" y="3225500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702"/>
                    <a:pt x="0" y="6505"/>
                    <a:pt x="2569" y="6505"/>
                  </a:cubicBezTo>
                  <a:cubicBezTo>
                    <a:pt x="5137" y="6505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7" name="Google Shape;2467;p13"/>
            <p:cNvSpPr/>
            <p:nvPr/>
          </p:nvSpPr>
          <p:spPr>
            <a:xfrm>
              <a:off x="4851025" y="3194850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702"/>
                    <a:pt x="0" y="6505"/>
                    <a:pt x="2569" y="6505"/>
                  </a:cubicBezTo>
                  <a:cubicBezTo>
                    <a:pt x="5137" y="6505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8" name="Google Shape;2468;p13"/>
            <p:cNvSpPr/>
            <p:nvPr/>
          </p:nvSpPr>
          <p:spPr>
            <a:xfrm>
              <a:off x="4892200" y="4246225"/>
              <a:ext cx="132625" cy="167650"/>
            </a:xfrm>
            <a:custGeom>
              <a:avLst/>
              <a:gdLst/>
              <a:ahLst/>
              <a:cxnLst/>
              <a:rect l="l" t="t" r="r" b="b"/>
              <a:pathLst>
                <a:path w="5305" h="6706" extrusionOk="0">
                  <a:moveTo>
                    <a:pt x="2636" y="1"/>
                  </a:moveTo>
                  <a:cubicBezTo>
                    <a:pt x="2069" y="1735"/>
                    <a:pt x="0" y="6706"/>
                    <a:pt x="2636" y="6706"/>
                  </a:cubicBezTo>
                  <a:cubicBezTo>
                    <a:pt x="5304" y="6706"/>
                    <a:pt x="3370" y="1836"/>
                    <a:pt x="2636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9" name="Google Shape;2469;p13"/>
            <p:cNvSpPr/>
            <p:nvPr/>
          </p:nvSpPr>
          <p:spPr>
            <a:xfrm>
              <a:off x="8165375" y="4382175"/>
              <a:ext cx="132625" cy="167625"/>
            </a:xfrm>
            <a:custGeom>
              <a:avLst/>
              <a:gdLst/>
              <a:ahLst/>
              <a:cxnLst/>
              <a:rect l="l" t="t" r="r" b="b"/>
              <a:pathLst>
                <a:path w="5305" h="6705" extrusionOk="0">
                  <a:moveTo>
                    <a:pt x="2669" y="0"/>
                  </a:moveTo>
                  <a:cubicBezTo>
                    <a:pt x="2068" y="1735"/>
                    <a:pt x="0" y="6705"/>
                    <a:pt x="2669" y="6705"/>
                  </a:cubicBezTo>
                  <a:cubicBezTo>
                    <a:pt x="5304" y="6705"/>
                    <a:pt x="3369" y="1868"/>
                    <a:pt x="26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0" name="Google Shape;2470;p13"/>
            <p:cNvSpPr/>
            <p:nvPr/>
          </p:nvSpPr>
          <p:spPr>
            <a:xfrm>
              <a:off x="6819400" y="3664150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668"/>
                    <a:pt x="1" y="6505"/>
                    <a:pt x="2569" y="6505"/>
                  </a:cubicBezTo>
                  <a:cubicBezTo>
                    <a:pt x="5138" y="6505"/>
                    <a:pt x="3270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1" name="Google Shape;2471;p13"/>
            <p:cNvSpPr/>
            <p:nvPr/>
          </p:nvSpPr>
          <p:spPr>
            <a:xfrm>
              <a:off x="7775100" y="3815925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2" name="Google Shape;2472;p13"/>
            <p:cNvSpPr/>
            <p:nvPr/>
          </p:nvSpPr>
          <p:spPr>
            <a:xfrm>
              <a:off x="4594475" y="2609225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1" y="6539"/>
                    <a:pt x="2569" y="6539"/>
                  </a:cubicBezTo>
                  <a:cubicBezTo>
                    <a:pt x="5138" y="6539"/>
                    <a:pt x="3270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3" name="Google Shape;2473;p13"/>
            <p:cNvSpPr/>
            <p:nvPr/>
          </p:nvSpPr>
          <p:spPr>
            <a:xfrm>
              <a:off x="8423875" y="3579925"/>
              <a:ext cx="131800" cy="167650"/>
            </a:xfrm>
            <a:custGeom>
              <a:avLst/>
              <a:gdLst/>
              <a:ahLst/>
              <a:cxnLst/>
              <a:rect l="l" t="t" r="r" b="b"/>
              <a:pathLst>
                <a:path w="5272" h="6706" extrusionOk="0">
                  <a:moveTo>
                    <a:pt x="2636" y="0"/>
                  </a:moveTo>
                  <a:cubicBezTo>
                    <a:pt x="2036" y="1735"/>
                    <a:pt x="1" y="6705"/>
                    <a:pt x="2636" y="6705"/>
                  </a:cubicBezTo>
                  <a:cubicBezTo>
                    <a:pt x="5271" y="6705"/>
                    <a:pt x="3337" y="1868"/>
                    <a:pt x="2636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4" name="Google Shape;2474;p13"/>
            <p:cNvSpPr/>
            <p:nvPr/>
          </p:nvSpPr>
          <p:spPr>
            <a:xfrm>
              <a:off x="4903875" y="2791850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669"/>
                    <a:pt x="0" y="6506"/>
                    <a:pt x="2569" y="6506"/>
                  </a:cubicBezTo>
                  <a:cubicBezTo>
                    <a:pt x="5137" y="6506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5" name="Google Shape;2475;p13"/>
            <p:cNvSpPr/>
            <p:nvPr/>
          </p:nvSpPr>
          <p:spPr>
            <a:xfrm>
              <a:off x="6260050" y="3282525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36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6" name="Google Shape;2476;p13"/>
            <p:cNvSpPr/>
            <p:nvPr/>
          </p:nvSpPr>
          <p:spPr>
            <a:xfrm flipH="1">
              <a:off x="1608100" y="2871088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702"/>
                    <a:pt x="0" y="6505"/>
                    <a:pt x="2569" y="6505"/>
                  </a:cubicBezTo>
                  <a:cubicBezTo>
                    <a:pt x="5137" y="6505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7" name="Google Shape;2477;p13"/>
            <p:cNvSpPr/>
            <p:nvPr/>
          </p:nvSpPr>
          <p:spPr>
            <a:xfrm flipH="1">
              <a:off x="1419625" y="3461513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8" name="Google Shape;2478;p13"/>
            <p:cNvSpPr/>
            <p:nvPr/>
          </p:nvSpPr>
          <p:spPr>
            <a:xfrm>
              <a:off x="7841700" y="2861075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36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9" name="Google Shape;2479;p13"/>
            <p:cNvSpPr/>
            <p:nvPr/>
          </p:nvSpPr>
          <p:spPr>
            <a:xfrm>
              <a:off x="8315375" y="2887775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2002" y="1668"/>
                    <a:pt x="0" y="6505"/>
                    <a:pt x="2569" y="6505"/>
                  </a:cubicBezTo>
                  <a:cubicBezTo>
                    <a:pt x="5137" y="6505"/>
                    <a:pt x="3269" y="1768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0" name="Google Shape;2480;p13"/>
            <p:cNvSpPr/>
            <p:nvPr/>
          </p:nvSpPr>
          <p:spPr>
            <a:xfrm>
              <a:off x="3426038" y="2817700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36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1" name="Google Shape;2481;p13"/>
            <p:cNvSpPr/>
            <p:nvPr/>
          </p:nvSpPr>
          <p:spPr>
            <a:xfrm>
              <a:off x="3899713" y="2844400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2002" y="1668"/>
                    <a:pt x="0" y="6505"/>
                    <a:pt x="2569" y="6505"/>
                  </a:cubicBezTo>
                  <a:cubicBezTo>
                    <a:pt x="5137" y="6505"/>
                    <a:pt x="3269" y="1768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482" name="Google Shape;2482;p13"/>
            <p:cNvGrpSpPr/>
            <p:nvPr/>
          </p:nvGrpSpPr>
          <p:grpSpPr>
            <a:xfrm>
              <a:off x="359500" y="182650"/>
              <a:ext cx="8548925" cy="3978550"/>
              <a:chOff x="359500" y="182650"/>
              <a:chExt cx="8548925" cy="3978550"/>
            </a:xfrm>
          </p:grpSpPr>
          <p:sp>
            <p:nvSpPr>
              <p:cNvPr id="2483" name="Google Shape;2483;p13"/>
              <p:cNvSpPr/>
              <p:nvPr/>
            </p:nvSpPr>
            <p:spPr>
              <a:xfrm>
                <a:off x="1935625" y="337750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1969" y="1668"/>
                      <a:pt x="1" y="6505"/>
                      <a:pt x="2569" y="6505"/>
                    </a:cubicBezTo>
                    <a:cubicBezTo>
                      <a:pt x="5138" y="6505"/>
                      <a:pt x="3236" y="1769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4" name="Google Shape;2484;p13"/>
              <p:cNvSpPr/>
              <p:nvPr/>
            </p:nvSpPr>
            <p:spPr>
              <a:xfrm>
                <a:off x="4268125" y="701350"/>
                <a:ext cx="128450" cy="16262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5" extrusionOk="0">
                    <a:moveTo>
                      <a:pt x="2569" y="0"/>
                    </a:moveTo>
                    <a:cubicBezTo>
                      <a:pt x="1969" y="1702"/>
                      <a:pt x="0" y="6505"/>
                      <a:pt x="2569" y="6505"/>
                    </a:cubicBezTo>
                    <a:cubicBezTo>
                      <a:pt x="5137" y="6505"/>
                      <a:pt x="3236" y="1802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5" name="Google Shape;2485;p13"/>
              <p:cNvSpPr/>
              <p:nvPr/>
            </p:nvSpPr>
            <p:spPr>
              <a:xfrm>
                <a:off x="1600375" y="1893025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1969" y="1669"/>
                      <a:pt x="1" y="6505"/>
                      <a:pt x="2569" y="6505"/>
                    </a:cubicBezTo>
                    <a:cubicBezTo>
                      <a:pt x="5138" y="6505"/>
                      <a:pt x="3237" y="1802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6" name="Google Shape;2486;p13"/>
              <p:cNvSpPr/>
              <p:nvPr/>
            </p:nvSpPr>
            <p:spPr>
              <a:xfrm>
                <a:off x="757275" y="182650"/>
                <a:ext cx="128450" cy="16262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5" extrusionOk="0">
                    <a:moveTo>
                      <a:pt x="2569" y="0"/>
                    </a:moveTo>
                    <a:cubicBezTo>
                      <a:pt x="2002" y="1668"/>
                      <a:pt x="1" y="6505"/>
                      <a:pt x="2569" y="6505"/>
                    </a:cubicBezTo>
                    <a:cubicBezTo>
                      <a:pt x="5138" y="6505"/>
                      <a:pt x="3270" y="1801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7" name="Google Shape;2487;p13"/>
              <p:cNvSpPr/>
              <p:nvPr/>
            </p:nvSpPr>
            <p:spPr>
              <a:xfrm>
                <a:off x="359500" y="1704575"/>
                <a:ext cx="128450" cy="16347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39" extrusionOk="0">
                    <a:moveTo>
                      <a:pt x="2569" y="0"/>
                    </a:moveTo>
                    <a:cubicBezTo>
                      <a:pt x="2002" y="1701"/>
                      <a:pt x="1" y="6538"/>
                      <a:pt x="2569" y="6538"/>
                    </a:cubicBezTo>
                    <a:cubicBezTo>
                      <a:pt x="5138" y="6538"/>
                      <a:pt x="3270" y="1801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8" name="Google Shape;2488;p13"/>
              <p:cNvSpPr/>
              <p:nvPr/>
            </p:nvSpPr>
            <p:spPr>
              <a:xfrm>
                <a:off x="2670325" y="492875"/>
                <a:ext cx="128450" cy="16262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5" extrusionOk="0">
                    <a:moveTo>
                      <a:pt x="2569" y="0"/>
                    </a:moveTo>
                    <a:cubicBezTo>
                      <a:pt x="2002" y="1701"/>
                      <a:pt x="0" y="6505"/>
                      <a:pt x="2569" y="6505"/>
                    </a:cubicBezTo>
                    <a:cubicBezTo>
                      <a:pt x="5137" y="6505"/>
                      <a:pt x="3269" y="1801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9" name="Google Shape;2489;p13"/>
              <p:cNvSpPr/>
              <p:nvPr/>
            </p:nvSpPr>
            <p:spPr>
              <a:xfrm>
                <a:off x="1459450" y="411975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0"/>
                    </a:moveTo>
                    <a:cubicBezTo>
                      <a:pt x="2002" y="1668"/>
                      <a:pt x="1" y="6505"/>
                      <a:pt x="2569" y="6505"/>
                    </a:cubicBezTo>
                    <a:cubicBezTo>
                      <a:pt x="5138" y="6505"/>
                      <a:pt x="3270" y="1802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0" name="Google Shape;2490;p13"/>
              <p:cNvSpPr/>
              <p:nvPr/>
            </p:nvSpPr>
            <p:spPr>
              <a:xfrm>
                <a:off x="3486725" y="386125"/>
                <a:ext cx="131800" cy="167650"/>
              </a:xfrm>
              <a:custGeom>
                <a:avLst/>
                <a:gdLst/>
                <a:ahLst/>
                <a:cxnLst/>
                <a:rect l="l" t="t" r="r" b="b"/>
                <a:pathLst>
                  <a:path w="5272" h="6706" extrusionOk="0">
                    <a:moveTo>
                      <a:pt x="2636" y="0"/>
                    </a:moveTo>
                    <a:cubicBezTo>
                      <a:pt x="2036" y="1735"/>
                      <a:pt x="1" y="6705"/>
                      <a:pt x="2636" y="6705"/>
                    </a:cubicBezTo>
                    <a:cubicBezTo>
                      <a:pt x="5271" y="6705"/>
                      <a:pt x="3337" y="1835"/>
                      <a:pt x="2636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1" name="Google Shape;2491;p13"/>
              <p:cNvSpPr/>
              <p:nvPr/>
            </p:nvSpPr>
            <p:spPr>
              <a:xfrm>
                <a:off x="4826025" y="469525"/>
                <a:ext cx="132625" cy="167625"/>
              </a:xfrm>
              <a:custGeom>
                <a:avLst/>
                <a:gdLst/>
                <a:ahLst/>
                <a:cxnLst/>
                <a:rect l="l" t="t" r="r" b="b"/>
                <a:pathLst>
                  <a:path w="5305" h="6705" extrusionOk="0">
                    <a:moveTo>
                      <a:pt x="2669" y="0"/>
                    </a:moveTo>
                    <a:cubicBezTo>
                      <a:pt x="2069" y="1735"/>
                      <a:pt x="0" y="6705"/>
                      <a:pt x="2669" y="6705"/>
                    </a:cubicBezTo>
                    <a:cubicBezTo>
                      <a:pt x="5304" y="6705"/>
                      <a:pt x="3370" y="1868"/>
                      <a:pt x="26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2" name="Google Shape;2492;p13"/>
              <p:cNvSpPr/>
              <p:nvPr/>
            </p:nvSpPr>
            <p:spPr>
              <a:xfrm>
                <a:off x="2451000" y="1156675"/>
                <a:ext cx="128450" cy="16347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39" extrusionOk="0">
                    <a:moveTo>
                      <a:pt x="2569" y="0"/>
                    </a:moveTo>
                    <a:cubicBezTo>
                      <a:pt x="2002" y="1702"/>
                      <a:pt x="0" y="6538"/>
                      <a:pt x="2569" y="6538"/>
                    </a:cubicBezTo>
                    <a:cubicBezTo>
                      <a:pt x="5137" y="6538"/>
                      <a:pt x="3269" y="1802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3" name="Google Shape;2493;p13"/>
              <p:cNvSpPr/>
              <p:nvPr/>
            </p:nvSpPr>
            <p:spPr>
              <a:xfrm>
                <a:off x="3384150" y="1302600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2002" y="1669"/>
                      <a:pt x="1" y="6506"/>
                      <a:pt x="2569" y="6506"/>
                    </a:cubicBezTo>
                    <a:cubicBezTo>
                      <a:pt x="5138" y="6506"/>
                      <a:pt x="3270" y="1769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4" name="Google Shape;2494;p13"/>
              <p:cNvSpPr/>
              <p:nvPr/>
            </p:nvSpPr>
            <p:spPr>
              <a:xfrm>
                <a:off x="724750" y="1423525"/>
                <a:ext cx="128450" cy="16347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39" extrusionOk="0">
                    <a:moveTo>
                      <a:pt x="2569" y="1"/>
                    </a:moveTo>
                    <a:cubicBezTo>
                      <a:pt x="2002" y="1702"/>
                      <a:pt x="1" y="6539"/>
                      <a:pt x="2569" y="6539"/>
                    </a:cubicBezTo>
                    <a:cubicBezTo>
                      <a:pt x="5138" y="6539"/>
                      <a:pt x="3270" y="1802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5" name="Google Shape;2495;p13"/>
              <p:cNvSpPr/>
              <p:nvPr/>
            </p:nvSpPr>
            <p:spPr>
              <a:xfrm>
                <a:off x="4220600" y="1657025"/>
                <a:ext cx="132600" cy="167650"/>
              </a:xfrm>
              <a:custGeom>
                <a:avLst/>
                <a:gdLst/>
                <a:ahLst/>
                <a:cxnLst/>
                <a:rect l="l" t="t" r="r" b="b"/>
                <a:pathLst>
                  <a:path w="5304" h="6706" extrusionOk="0">
                    <a:moveTo>
                      <a:pt x="2669" y="1"/>
                    </a:moveTo>
                    <a:cubicBezTo>
                      <a:pt x="2068" y="1735"/>
                      <a:pt x="0" y="6706"/>
                      <a:pt x="2669" y="6706"/>
                    </a:cubicBezTo>
                    <a:cubicBezTo>
                      <a:pt x="5304" y="6706"/>
                      <a:pt x="3369" y="1835"/>
                      <a:pt x="26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6" name="Google Shape;2496;p13"/>
              <p:cNvSpPr/>
              <p:nvPr/>
            </p:nvSpPr>
            <p:spPr>
              <a:xfrm>
                <a:off x="4859375" y="1383500"/>
                <a:ext cx="132625" cy="167650"/>
              </a:xfrm>
              <a:custGeom>
                <a:avLst/>
                <a:gdLst/>
                <a:ahLst/>
                <a:cxnLst/>
                <a:rect l="l" t="t" r="r" b="b"/>
                <a:pathLst>
                  <a:path w="5305" h="6706" extrusionOk="0">
                    <a:moveTo>
                      <a:pt x="2669" y="1"/>
                    </a:moveTo>
                    <a:cubicBezTo>
                      <a:pt x="2069" y="1735"/>
                      <a:pt x="1" y="6705"/>
                      <a:pt x="2669" y="6705"/>
                    </a:cubicBezTo>
                    <a:cubicBezTo>
                      <a:pt x="5305" y="6705"/>
                      <a:pt x="3370" y="1869"/>
                      <a:pt x="26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7" name="Google Shape;2497;p13"/>
              <p:cNvSpPr/>
              <p:nvPr/>
            </p:nvSpPr>
            <p:spPr>
              <a:xfrm>
                <a:off x="6357225" y="337750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1969" y="1668"/>
                      <a:pt x="1" y="6505"/>
                      <a:pt x="2569" y="6505"/>
                    </a:cubicBezTo>
                    <a:cubicBezTo>
                      <a:pt x="5138" y="6505"/>
                      <a:pt x="3236" y="1769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8" name="Google Shape;2498;p13"/>
              <p:cNvSpPr/>
              <p:nvPr/>
            </p:nvSpPr>
            <p:spPr>
              <a:xfrm>
                <a:off x="8689725" y="701350"/>
                <a:ext cx="128450" cy="16262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5" extrusionOk="0">
                    <a:moveTo>
                      <a:pt x="2569" y="0"/>
                    </a:moveTo>
                    <a:cubicBezTo>
                      <a:pt x="1969" y="1702"/>
                      <a:pt x="0" y="6505"/>
                      <a:pt x="2569" y="6505"/>
                    </a:cubicBezTo>
                    <a:cubicBezTo>
                      <a:pt x="5137" y="6505"/>
                      <a:pt x="3236" y="1802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9" name="Google Shape;2499;p13"/>
              <p:cNvSpPr/>
              <p:nvPr/>
            </p:nvSpPr>
            <p:spPr>
              <a:xfrm>
                <a:off x="6021975" y="1893025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1969" y="1669"/>
                      <a:pt x="1" y="6505"/>
                      <a:pt x="2569" y="6505"/>
                    </a:cubicBezTo>
                    <a:cubicBezTo>
                      <a:pt x="5138" y="6505"/>
                      <a:pt x="3237" y="1802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0" name="Google Shape;2500;p13"/>
              <p:cNvSpPr/>
              <p:nvPr/>
            </p:nvSpPr>
            <p:spPr>
              <a:xfrm>
                <a:off x="5178875" y="182650"/>
                <a:ext cx="128450" cy="16262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5" extrusionOk="0">
                    <a:moveTo>
                      <a:pt x="2569" y="0"/>
                    </a:moveTo>
                    <a:cubicBezTo>
                      <a:pt x="2002" y="1668"/>
                      <a:pt x="1" y="6505"/>
                      <a:pt x="2569" y="6505"/>
                    </a:cubicBezTo>
                    <a:cubicBezTo>
                      <a:pt x="5138" y="6505"/>
                      <a:pt x="3270" y="1801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1" name="Google Shape;2501;p13"/>
              <p:cNvSpPr/>
              <p:nvPr/>
            </p:nvSpPr>
            <p:spPr>
              <a:xfrm>
                <a:off x="4781100" y="1704575"/>
                <a:ext cx="128450" cy="16347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39" extrusionOk="0">
                    <a:moveTo>
                      <a:pt x="2569" y="0"/>
                    </a:moveTo>
                    <a:cubicBezTo>
                      <a:pt x="2002" y="1701"/>
                      <a:pt x="1" y="6538"/>
                      <a:pt x="2569" y="6538"/>
                    </a:cubicBezTo>
                    <a:cubicBezTo>
                      <a:pt x="5138" y="6538"/>
                      <a:pt x="3270" y="1801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2" name="Google Shape;2502;p13"/>
              <p:cNvSpPr/>
              <p:nvPr/>
            </p:nvSpPr>
            <p:spPr>
              <a:xfrm>
                <a:off x="7091925" y="492875"/>
                <a:ext cx="128450" cy="16262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5" extrusionOk="0">
                    <a:moveTo>
                      <a:pt x="2569" y="0"/>
                    </a:moveTo>
                    <a:cubicBezTo>
                      <a:pt x="2002" y="1701"/>
                      <a:pt x="0" y="6505"/>
                      <a:pt x="2569" y="6505"/>
                    </a:cubicBezTo>
                    <a:cubicBezTo>
                      <a:pt x="5137" y="6505"/>
                      <a:pt x="3269" y="1801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3" name="Google Shape;2503;p13"/>
              <p:cNvSpPr/>
              <p:nvPr/>
            </p:nvSpPr>
            <p:spPr>
              <a:xfrm>
                <a:off x="5881050" y="411975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0"/>
                    </a:moveTo>
                    <a:cubicBezTo>
                      <a:pt x="2002" y="1668"/>
                      <a:pt x="1" y="6505"/>
                      <a:pt x="2569" y="6505"/>
                    </a:cubicBezTo>
                    <a:cubicBezTo>
                      <a:pt x="5138" y="6505"/>
                      <a:pt x="3270" y="1802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4" name="Google Shape;2504;p13"/>
              <p:cNvSpPr/>
              <p:nvPr/>
            </p:nvSpPr>
            <p:spPr>
              <a:xfrm>
                <a:off x="7908325" y="386125"/>
                <a:ext cx="131800" cy="167650"/>
              </a:xfrm>
              <a:custGeom>
                <a:avLst/>
                <a:gdLst/>
                <a:ahLst/>
                <a:cxnLst/>
                <a:rect l="l" t="t" r="r" b="b"/>
                <a:pathLst>
                  <a:path w="5272" h="6706" extrusionOk="0">
                    <a:moveTo>
                      <a:pt x="2636" y="0"/>
                    </a:moveTo>
                    <a:cubicBezTo>
                      <a:pt x="2036" y="1735"/>
                      <a:pt x="1" y="6705"/>
                      <a:pt x="2636" y="6705"/>
                    </a:cubicBezTo>
                    <a:cubicBezTo>
                      <a:pt x="5271" y="6705"/>
                      <a:pt x="3337" y="1835"/>
                      <a:pt x="2636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5" name="Google Shape;2505;p13"/>
              <p:cNvSpPr/>
              <p:nvPr/>
            </p:nvSpPr>
            <p:spPr>
              <a:xfrm>
                <a:off x="6872600" y="1156675"/>
                <a:ext cx="128450" cy="16347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39" extrusionOk="0">
                    <a:moveTo>
                      <a:pt x="2569" y="0"/>
                    </a:moveTo>
                    <a:cubicBezTo>
                      <a:pt x="2002" y="1702"/>
                      <a:pt x="0" y="6538"/>
                      <a:pt x="2569" y="6538"/>
                    </a:cubicBezTo>
                    <a:cubicBezTo>
                      <a:pt x="5137" y="6538"/>
                      <a:pt x="3269" y="1802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6" name="Google Shape;2506;p13"/>
              <p:cNvSpPr/>
              <p:nvPr/>
            </p:nvSpPr>
            <p:spPr>
              <a:xfrm>
                <a:off x="7805750" y="1302600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2002" y="1669"/>
                      <a:pt x="1" y="6506"/>
                      <a:pt x="2569" y="6506"/>
                    </a:cubicBezTo>
                    <a:cubicBezTo>
                      <a:pt x="5138" y="6506"/>
                      <a:pt x="3270" y="1769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7" name="Google Shape;2507;p13"/>
              <p:cNvSpPr/>
              <p:nvPr/>
            </p:nvSpPr>
            <p:spPr>
              <a:xfrm>
                <a:off x="5146350" y="1423525"/>
                <a:ext cx="128450" cy="16347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39" extrusionOk="0">
                    <a:moveTo>
                      <a:pt x="2569" y="1"/>
                    </a:moveTo>
                    <a:cubicBezTo>
                      <a:pt x="2002" y="1702"/>
                      <a:pt x="1" y="6539"/>
                      <a:pt x="2569" y="6539"/>
                    </a:cubicBezTo>
                    <a:cubicBezTo>
                      <a:pt x="5138" y="6539"/>
                      <a:pt x="3270" y="1802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8" name="Google Shape;2508;p13"/>
              <p:cNvSpPr/>
              <p:nvPr/>
            </p:nvSpPr>
            <p:spPr>
              <a:xfrm>
                <a:off x="7038550" y="1740425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0"/>
                    </a:moveTo>
                    <a:cubicBezTo>
                      <a:pt x="2002" y="1702"/>
                      <a:pt x="0" y="6505"/>
                      <a:pt x="2569" y="6505"/>
                    </a:cubicBezTo>
                    <a:cubicBezTo>
                      <a:pt x="5137" y="6505"/>
                      <a:pt x="3269" y="1802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9" name="Google Shape;2509;p13"/>
              <p:cNvSpPr/>
              <p:nvPr/>
            </p:nvSpPr>
            <p:spPr>
              <a:xfrm>
                <a:off x="7994225" y="1893025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2002" y="1669"/>
                      <a:pt x="1" y="6505"/>
                      <a:pt x="2569" y="6505"/>
                    </a:cubicBezTo>
                    <a:cubicBezTo>
                      <a:pt x="5138" y="6505"/>
                      <a:pt x="3270" y="1802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0" name="Google Shape;2510;p13"/>
              <p:cNvSpPr/>
              <p:nvPr/>
            </p:nvSpPr>
            <p:spPr>
              <a:xfrm>
                <a:off x="8642200" y="1657025"/>
                <a:ext cx="132600" cy="167650"/>
              </a:xfrm>
              <a:custGeom>
                <a:avLst/>
                <a:gdLst/>
                <a:ahLst/>
                <a:cxnLst/>
                <a:rect l="l" t="t" r="r" b="b"/>
                <a:pathLst>
                  <a:path w="5304" h="6706" extrusionOk="0">
                    <a:moveTo>
                      <a:pt x="2669" y="1"/>
                    </a:moveTo>
                    <a:cubicBezTo>
                      <a:pt x="2068" y="1735"/>
                      <a:pt x="0" y="6706"/>
                      <a:pt x="2669" y="6706"/>
                    </a:cubicBezTo>
                    <a:cubicBezTo>
                      <a:pt x="5304" y="6706"/>
                      <a:pt x="3369" y="1835"/>
                      <a:pt x="26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1" name="Google Shape;2511;p13"/>
              <p:cNvSpPr/>
              <p:nvPr/>
            </p:nvSpPr>
            <p:spPr>
              <a:xfrm>
                <a:off x="5374950" y="966325"/>
                <a:ext cx="128450" cy="16347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39" extrusionOk="0">
                    <a:moveTo>
                      <a:pt x="2569" y="1"/>
                    </a:moveTo>
                    <a:cubicBezTo>
                      <a:pt x="2002" y="1702"/>
                      <a:pt x="1" y="6539"/>
                      <a:pt x="2569" y="6539"/>
                    </a:cubicBezTo>
                    <a:cubicBezTo>
                      <a:pt x="5138" y="6539"/>
                      <a:pt x="3270" y="1802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2" name="Google Shape;2512;p13"/>
              <p:cNvSpPr/>
              <p:nvPr/>
            </p:nvSpPr>
            <p:spPr>
              <a:xfrm>
                <a:off x="5679750" y="1271125"/>
                <a:ext cx="128450" cy="16347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39" extrusionOk="0">
                    <a:moveTo>
                      <a:pt x="2569" y="1"/>
                    </a:moveTo>
                    <a:cubicBezTo>
                      <a:pt x="2002" y="1702"/>
                      <a:pt x="1" y="6539"/>
                      <a:pt x="2569" y="6539"/>
                    </a:cubicBezTo>
                    <a:cubicBezTo>
                      <a:pt x="5138" y="6539"/>
                      <a:pt x="3270" y="1802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3" name="Google Shape;2513;p13"/>
              <p:cNvSpPr/>
              <p:nvPr/>
            </p:nvSpPr>
            <p:spPr>
              <a:xfrm flipH="1">
                <a:off x="1208475" y="948188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2002" y="1669"/>
                      <a:pt x="1" y="6506"/>
                      <a:pt x="2569" y="6506"/>
                    </a:cubicBezTo>
                    <a:cubicBezTo>
                      <a:pt x="5138" y="6506"/>
                      <a:pt x="3270" y="1769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4" name="Google Shape;2514;p13"/>
              <p:cNvSpPr/>
              <p:nvPr/>
            </p:nvSpPr>
            <p:spPr>
              <a:xfrm>
                <a:off x="8060825" y="938175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1969" y="1669"/>
                      <a:pt x="1" y="6505"/>
                      <a:pt x="2569" y="6505"/>
                    </a:cubicBezTo>
                    <a:cubicBezTo>
                      <a:pt x="5138" y="6505"/>
                      <a:pt x="3237" y="1802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5" name="Google Shape;2515;p13"/>
              <p:cNvSpPr/>
              <p:nvPr/>
            </p:nvSpPr>
            <p:spPr>
              <a:xfrm>
                <a:off x="3645163" y="894800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1969" y="1669"/>
                      <a:pt x="1" y="6505"/>
                      <a:pt x="2569" y="6505"/>
                    </a:cubicBezTo>
                    <a:cubicBezTo>
                      <a:pt x="5138" y="6505"/>
                      <a:pt x="3237" y="1802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6" name="Google Shape;2516;p13"/>
              <p:cNvSpPr/>
              <p:nvPr/>
            </p:nvSpPr>
            <p:spPr>
              <a:xfrm>
                <a:off x="4358375" y="2806875"/>
                <a:ext cx="128450" cy="16262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5" extrusionOk="0">
                    <a:moveTo>
                      <a:pt x="2569" y="0"/>
                    </a:moveTo>
                    <a:cubicBezTo>
                      <a:pt x="1969" y="1702"/>
                      <a:pt x="0" y="6505"/>
                      <a:pt x="2569" y="6505"/>
                    </a:cubicBezTo>
                    <a:cubicBezTo>
                      <a:pt x="5137" y="6505"/>
                      <a:pt x="3236" y="1802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7" name="Google Shape;2517;p13"/>
              <p:cNvSpPr/>
              <p:nvPr/>
            </p:nvSpPr>
            <p:spPr>
              <a:xfrm>
                <a:off x="1690625" y="3998550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1969" y="1669"/>
                      <a:pt x="1" y="6505"/>
                      <a:pt x="2569" y="6505"/>
                    </a:cubicBezTo>
                    <a:cubicBezTo>
                      <a:pt x="5138" y="6505"/>
                      <a:pt x="3237" y="1802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8" name="Google Shape;2518;p13"/>
              <p:cNvSpPr/>
              <p:nvPr/>
            </p:nvSpPr>
            <p:spPr>
              <a:xfrm>
                <a:off x="847525" y="2288175"/>
                <a:ext cx="128450" cy="16262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5" extrusionOk="0">
                    <a:moveTo>
                      <a:pt x="2569" y="0"/>
                    </a:moveTo>
                    <a:cubicBezTo>
                      <a:pt x="2002" y="1668"/>
                      <a:pt x="1" y="6505"/>
                      <a:pt x="2569" y="6505"/>
                    </a:cubicBezTo>
                    <a:cubicBezTo>
                      <a:pt x="5138" y="6505"/>
                      <a:pt x="3270" y="1801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9" name="Google Shape;2519;p13"/>
              <p:cNvSpPr/>
              <p:nvPr/>
            </p:nvSpPr>
            <p:spPr>
              <a:xfrm>
                <a:off x="449750" y="3810100"/>
                <a:ext cx="128450" cy="16347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39" extrusionOk="0">
                    <a:moveTo>
                      <a:pt x="2569" y="0"/>
                    </a:moveTo>
                    <a:cubicBezTo>
                      <a:pt x="2002" y="1701"/>
                      <a:pt x="1" y="6538"/>
                      <a:pt x="2569" y="6538"/>
                    </a:cubicBezTo>
                    <a:cubicBezTo>
                      <a:pt x="5138" y="6538"/>
                      <a:pt x="3270" y="1801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0" name="Google Shape;2520;p13"/>
              <p:cNvSpPr/>
              <p:nvPr/>
            </p:nvSpPr>
            <p:spPr>
              <a:xfrm>
                <a:off x="2760575" y="2598400"/>
                <a:ext cx="128450" cy="16262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5" extrusionOk="0">
                    <a:moveTo>
                      <a:pt x="2569" y="0"/>
                    </a:moveTo>
                    <a:cubicBezTo>
                      <a:pt x="2002" y="1701"/>
                      <a:pt x="0" y="6505"/>
                      <a:pt x="2569" y="6505"/>
                    </a:cubicBezTo>
                    <a:cubicBezTo>
                      <a:pt x="5137" y="6505"/>
                      <a:pt x="3269" y="1801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1" name="Google Shape;2521;p13"/>
              <p:cNvSpPr/>
              <p:nvPr/>
            </p:nvSpPr>
            <p:spPr>
              <a:xfrm>
                <a:off x="1549700" y="2517500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0"/>
                    </a:moveTo>
                    <a:cubicBezTo>
                      <a:pt x="2002" y="1668"/>
                      <a:pt x="1" y="6505"/>
                      <a:pt x="2569" y="6505"/>
                    </a:cubicBezTo>
                    <a:cubicBezTo>
                      <a:pt x="5138" y="6505"/>
                      <a:pt x="3270" y="1802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2" name="Google Shape;2522;p13"/>
              <p:cNvSpPr/>
              <p:nvPr/>
            </p:nvSpPr>
            <p:spPr>
              <a:xfrm>
                <a:off x="4916275" y="2575050"/>
                <a:ext cx="132625" cy="167625"/>
              </a:xfrm>
              <a:custGeom>
                <a:avLst/>
                <a:gdLst/>
                <a:ahLst/>
                <a:cxnLst/>
                <a:rect l="l" t="t" r="r" b="b"/>
                <a:pathLst>
                  <a:path w="5305" h="6705" extrusionOk="0">
                    <a:moveTo>
                      <a:pt x="2669" y="0"/>
                    </a:moveTo>
                    <a:cubicBezTo>
                      <a:pt x="2069" y="1735"/>
                      <a:pt x="0" y="6705"/>
                      <a:pt x="2669" y="6705"/>
                    </a:cubicBezTo>
                    <a:cubicBezTo>
                      <a:pt x="5304" y="6705"/>
                      <a:pt x="3370" y="1868"/>
                      <a:pt x="26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3" name="Google Shape;2523;p13"/>
              <p:cNvSpPr/>
              <p:nvPr/>
            </p:nvSpPr>
            <p:spPr>
              <a:xfrm>
                <a:off x="2541250" y="3262200"/>
                <a:ext cx="128450" cy="16347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39" extrusionOk="0">
                    <a:moveTo>
                      <a:pt x="2569" y="0"/>
                    </a:moveTo>
                    <a:cubicBezTo>
                      <a:pt x="2002" y="1702"/>
                      <a:pt x="0" y="6538"/>
                      <a:pt x="2569" y="6538"/>
                    </a:cubicBezTo>
                    <a:cubicBezTo>
                      <a:pt x="5137" y="6538"/>
                      <a:pt x="3269" y="1802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4" name="Google Shape;2524;p13"/>
              <p:cNvSpPr/>
              <p:nvPr/>
            </p:nvSpPr>
            <p:spPr>
              <a:xfrm>
                <a:off x="3474400" y="3408125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2002" y="1669"/>
                      <a:pt x="1" y="6506"/>
                      <a:pt x="2569" y="6506"/>
                    </a:cubicBezTo>
                    <a:cubicBezTo>
                      <a:pt x="5138" y="6506"/>
                      <a:pt x="3270" y="1769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5" name="Google Shape;2525;p13"/>
              <p:cNvSpPr/>
              <p:nvPr/>
            </p:nvSpPr>
            <p:spPr>
              <a:xfrm>
                <a:off x="815000" y="3529050"/>
                <a:ext cx="128450" cy="16347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39" extrusionOk="0">
                    <a:moveTo>
                      <a:pt x="2569" y="1"/>
                    </a:moveTo>
                    <a:cubicBezTo>
                      <a:pt x="2002" y="1702"/>
                      <a:pt x="1" y="6539"/>
                      <a:pt x="2569" y="6539"/>
                    </a:cubicBezTo>
                    <a:cubicBezTo>
                      <a:pt x="5138" y="6539"/>
                      <a:pt x="3270" y="1802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6" name="Google Shape;2526;p13"/>
              <p:cNvSpPr/>
              <p:nvPr/>
            </p:nvSpPr>
            <p:spPr>
              <a:xfrm>
                <a:off x="3662875" y="3998550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2002" y="1669"/>
                      <a:pt x="1" y="6505"/>
                      <a:pt x="2569" y="6505"/>
                    </a:cubicBezTo>
                    <a:cubicBezTo>
                      <a:pt x="5138" y="6505"/>
                      <a:pt x="3270" y="1802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7" name="Google Shape;2527;p13"/>
              <p:cNvSpPr/>
              <p:nvPr/>
            </p:nvSpPr>
            <p:spPr>
              <a:xfrm>
                <a:off x="4310850" y="3762550"/>
                <a:ext cx="132600" cy="167650"/>
              </a:xfrm>
              <a:custGeom>
                <a:avLst/>
                <a:gdLst/>
                <a:ahLst/>
                <a:cxnLst/>
                <a:rect l="l" t="t" r="r" b="b"/>
                <a:pathLst>
                  <a:path w="5304" h="6706" extrusionOk="0">
                    <a:moveTo>
                      <a:pt x="2669" y="1"/>
                    </a:moveTo>
                    <a:cubicBezTo>
                      <a:pt x="2068" y="1735"/>
                      <a:pt x="0" y="6706"/>
                      <a:pt x="2669" y="6706"/>
                    </a:cubicBezTo>
                    <a:cubicBezTo>
                      <a:pt x="5304" y="6706"/>
                      <a:pt x="3369" y="1835"/>
                      <a:pt x="26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8" name="Google Shape;2528;p13"/>
              <p:cNvSpPr/>
              <p:nvPr/>
            </p:nvSpPr>
            <p:spPr>
              <a:xfrm>
                <a:off x="4949625" y="3489025"/>
                <a:ext cx="132625" cy="167650"/>
              </a:xfrm>
              <a:custGeom>
                <a:avLst/>
                <a:gdLst/>
                <a:ahLst/>
                <a:cxnLst/>
                <a:rect l="l" t="t" r="r" b="b"/>
                <a:pathLst>
                  <a:path w="5305" h="6706" extrusionOk="0">
                    <a:moveTo>
                      <a:pt x="2669" y="1"/>
                    </a:moveTo>
                    <a:cubicBezTo>
                      <a:pt x="2069" y="1735"/>
                      <a:pt x="1" y="6705"/>
                      <a:pt x="2669" y="6705"/>
                    </a:cubicBezTo>
                    <a:cubicBezTo>
                      <a:pt x="5305" y="6705"/>
                      <a:pt x="3370" y="1869"/>
                      <a:pt x="26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9" name="Google Shape;2529;p13"/>
              <p:cNvSpPr/>
              <p:nvPr/>
            </p:nvSpPr>
            <p:spPr>
              <a:xfrm>
                <a:off x="6447475" y="2443275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1969" y="1668"/>
                      <a:pt x="1" y="6505"/>
                      <a:pt x="2569" y="6505"/>
                    </a:cubicBezTo>
                    <a:cubicBezTo>
                      <a:pt x="5138" y="6505"/>
                      <a:pt x="3236" y="1769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0" name="Google Shape;2530;p13"/>
              <p:cNvSpPr/>
              <p:nvPr/>
            </p:nvSpPr>
            <p:spPr>
              <a:xfrm>
                <a:off x="8779975" y="2806875"/>
                <a:ext cx="128450" cy="16262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5" extrusionOk="0">
                    <a:moveTo>
                      <a:pt x="2569" y="0"/>
                    </a:moveTo>
                    <a:cubicBezTo>
                      <a:pt x="1969" y="1702"/>
                      <a:pt x="0" y="6505"/>
                      <a:pt x="2569" y="6505"/>
                    </a:cubicBezTo>
                    <a:cubicBezTo>
                      <a:pt x="5137" y="6505"/>
                      <a:pt x="3236" y="1802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1" name="Google Shape;2531;p13"/>
              <p:cNvSpPr/>
              <p:nvPr/>
            </p:nvSpPr>
            <p:spPr>
              <a:xfrm>
                <a:off x="6112225" y="3998550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1969" y="1669"/>
                      <a:pt x="1" y="6505"/>
                      <a:pt x="2569" y="6505"/>
                    </a:cubicBezTo>
                    <a:cubicBezTo>
                      <a:pt x="5138" y="6505"/>
                      <a:pt x="3237" y="1802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2" name="Google Shape;2532;p13"/>
              <p:cNvSpPr/>
              <p:nvPr/>
            </p:nvSpPr>
            <p:spPr>
              <a:xfrm>
                <a:off x="5269125" y="2288175"/>
                <a:ext cx="128450" cy="16262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5" extrusionOk="0">
                    <a:moveTo>
                      <a:pt x="2569" y="0"/>
                    </a:moveTo>
                    <a:cubicBezTo>
                      <a:pt x="2002" y="1668"/>
                      <a:pt x="1" y="6505"/>
                      <a:pt x="2569" y="6505"/>
                    </a:cubicBezTo>
                    <a:cubicBezTo>
                      <a:pt x="5138" y="6505"/>
                      <a:pt x="3270" y="1801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3" name="Google Shape;2533;p13"/>
              <p:cNvSpPr/>
              <p:nvPr/>
            </p:nvSpPr>
            <p:spPr>
              <a:xfrm>
                <a:off x="4871350" y="3810100"/>
                <a:ext cx="128450" cy="16347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39" extrusionOk="0">
                    <a:moveTo>
                      <a:pt x="2569" y="0"/>
                    </a:moveTo>
                    <a:cubicBezTo>
                      <a:pt x="2002" y="1701"/>
                      <a:pt x="1" y="6538"/>
                      <a:pt x="2569" y="6538"/>
                    </a:cubicBezTo>
                    <a:cubicBezTo>
                      <a:pt x="5138" y="6538"/>
                      <a:pt x="3270" y="1801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4" name="Google Shape;2534;p13"/>
              <p:cNvSpPr/>
              <p:nvPr/>
            </p:nvSpPr>
            <p:spPr>
              <a:xfrm>
                <a:off x="7182175" y="2598400"/>
                <a:ext cx="128450" cy="16262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5" extrusionOk="0">
                    <a:moveTo>
                      <a:pt x="2569" y="0"/>
                    </a:moveTo>
                    <a:cubicBezTo>
                      <a:pt x="2002" y="1701"/>
                      <a:pt x="0" y="6505"/>
                      <a:pt x="2569" y="6505"/>
                    </a:cubicBezTo>
                    <a:cubicBezTo>
                      <a:pt x="5137" y="6505"/>
                      <a:pt x="3269" y="1801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5" name="Google Shape;2535;p13"/>
              <p:cNvSpPr/>
              <p:nvPr/>
            </p:nvSpPr>
            <p:spPr>
              <a:xfrm>
                <a:off x="5971300" y="2517500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0"/>
                    </a:moveTo>
                    <a:cubicBezTo>
                      <a:pt x="2002" y="1668"/>
                      <a:pt x="1" y="6505"/>
                      <a:pt x="2569" y="6505"/>
                    </a:cubicBezTo>
                    <a:cubicBezTo>
                      <a:pt x="5138" y="6505"/>
                      <a:pt x="3270" y="1802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6" name="Google Shape;2536;p13"/>
              <p:cNvSpPr/>
              <p:nvPr/>
            </p:nvSpPr>
            <p:spPr>
              <a:xfrm>
                <a:off x="7998575" y="2491650"/>
                <a:ext cx="131800" cy="167650"/>
              </a:xfrm>
              <a:custGeom>
                <a:avLst/>
                <a:gdLst/>
                <a:ahLst/>
                <a:cxnLst/>
                <a:rect l="l" t="t" r="r" b="b"/>
                <a:pathLst>
                  <a:path w="5272" h="6706" extrusionOk="0">
                    <a:moveTo>
                      <a:pt x="2636" y="0"/>
                    </a:moveTo>
                    <a:cubicBezTo>
                      <a:pt x="2036" y="1735"/>
                      <a:pt x="1" y="6705"/>
                      <a:pt x="2636" y="6705"/>
                    </a:cubicBezTo>
                    <a:cubicBezTo>
                      <a:pt x="5271" y="6705"/>
                      <a:pt x="3337" y="1835"/>
                      <a:pt x="2636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7" name="Google Shape;2537;p13"/>
              <p:cNvSpPr/>
              <p:nvPr/>
            </p:nvSpPr>
            <p:spPr>
              <a:xfrm>
                <a:off x="6962850" y="3262200"/>
                <a:ext cx="128450" cy="16347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39" extrusionOk="0">
                    <a:moveTo>
                      <a:pt x="2569" y="0"/>
                    </a:moveTo>
                    <a:cubicBezTo>
                      <a:pt x="2002" y="1702"/>
                      <a:pt x="0" y="6538"/>
                      <a:pt x="2569" y="6538"/>
                    </a:cubicBezTo>
                    <a:cubicBezTo>
                      <a:pt x="5137" y="6538"/>
                      <a:pt x="3269" y="1802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8" name="Google Shape;2538;p13"/>
              <p:cNvSpPr/>
              <p:nvPr/>
            </p:nvSpPr>
            <p:spPr>
              <a:xfrm>
                <a:off x="7896000" y="3408125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2002" y="1669"/>
                      <a:pt x="1" y="6506"/>
                      <a:pt x="2569" y="6506"/>
                    </a:cubicBezTo>
                    <a:cubicBezTo>
                      <a:pt x="5138" y="6506"/>
                      <a:pt x="3270" y="1769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9" name="Google Shape;2539;p13"/>
              <p:cNvSpPr/>
              <p:nvPr/>
            </p:nvSpPr>
            <p:spPr>
              <a:xfrm>
                <a:off x="5236600" y="3529050"/>
                <a:ext cx="128450" cy="16347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39" extrusionOk="0">
                    <a:moveTo>
                      <a:pt x="2569" y="1"/>
                    </a:moveTo>
                    <a:cubicBezTo>
                      <a:pt x="2002" y="1702"/>
                      <a:pt x="1" y="6539"/>
                      <a:pt x="2569" y="6539"/>
                    </a:cubicBezTo>
                    <a:cubicBezTo>
                      <a:pt x="5138" y="6539"/>
                      <a:pt x="3270" y="1802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0" name="Google Shape;2540;p13"/>
              <p:cNvSpPr/>
              <p:nvPr/>
            </p:nvSpPr>
            <p:spPr>
              <a:xfrm>
                <a:off x="7128800" y="3845950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0"/>
                    </a:moveTo>
                    <a:cubicBezTo>
                      <a:pt x="2002" y="1702"/>
                      <a:pt x="0" y="6505"/>
                      <a:pt x="2569" y="6505"/>
                    </a:cubicBezTo>
                    <a:cubicBezTo>
                      <a:pt x="5137" y="6505"/>
                      <a:pt x="3269" y="1802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1" name="Google Shape;2541;p13"/>
              <p:cNvSpPr/>
              <p:nvPr/>
            </p:nvSpPr>
            <p:spPr>
              <a:xfrm>
                <a:off x="8084475" y="3998550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2002" y="1669"/>
                      <a:pt x="1" y="6505"/>
                      <a:pt x="2569" y="6505"/>
                    </a:cubicBezTo>
                    <a:cubicBezTo>
                      <a:pt x="5138" y="6505"/>
                      <a:pt x="3270" y="1802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2" name="Google Shape;2542;p13"/>
              <p:cNvSpPr/>
              <p:nvPr/>
            </p:nvSpPr>
            <p:spPr>
              <a:xfrm>
                <a:off x="8732450" y="3762550"/>
                <a:ext cx="132600" cy="167650"/>
              </a:xfrm>
              <a:custGeom>
                <a:avLst/>
                <a:gdLst/>
                <a:ahLst/>
                <a:cxnLst/>
                <a:rect l="l" t="t" r="r" b="b"/>
                <a:pathLst>
                  <a:path w="5304" h="6706" extrusionOk="0">
                    <a:moveTo>
                      <a:pt x="2669" y="1"/>
                    </a:moveTo>
                    <a:cubicBezTo>
                      <a:pt x="2068" y="1735"/>
                      <a:pt x="0" y="6706"/>
                      <a:pt x="2669" y="6706"/>
                    </a:cubicBezTo>
                    <a:cubicBezTo>
                      <a:pt x="5304" y="6706"/>
                      <a:pt x="3369" y="1835"/>
                      <a:pt x="26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3" name="Google Shape;2543;p13"/>
              <p:cNvSpPr/>
              <p:nvPr/>
            </p:nvSpPr>
            <p:spPr>
              <a:xfrm>
                <a:off x="5465200" y="3071850"/>
                <a:ext cx="128450" cy="16347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39" extrusionOk="0">
                    <a:moveTo>
                      <a:pt x="2569" y="1"/>
                    </a:moveTo>
                    <a:cubicBezTo>
                      <a:pt x="2002" y="1702"/>
                      <a:pt x="1" y="6539"/>
                      <a:pt x="2569" y="6539"/>
                    </a:cubicBezTo>
                    <a:cubicBezTo>
                      <a:pt x="5138" y="6539"/>
                      <a:pt x="3270" y="1802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4" name="Google Shape;2544;p13"/>
              <p:cNvSpPr/>
              <p:nvPr/>
            </p:nvSpPr>
            <p:spPr>
              <a:xfrm>
                <a:off x="5770000" y="3376650"/>
                <a:ext cx="128450" cy="16347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39" extrusionOk="0">
                    <a:moveTo>
                      <a:pt x="2569" y="1"/>
                    </a:moveTo>
                    <a:cubicBezTo>
                      <a:pt x="2002" y="1702"/>
                      <a:pt x="1" y="6539"/>
                      <a:pt x="2569" y="6539"/>
                    </a:cubicBezTo>
                    <a:cubicBezTo>
                      <a:pt x="5138" y="6539"/>
                      <a:pt x="3270" y="1802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5" name="Google Shape;2545;p13"/>
              <p:cNvSpPr/>
              <p:nvPr/>
            </p:nvSpPr>
            <p:spPr>
              <a:xfrm flipH="1">
                <a:off x="1298725" y="3053713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2002" y="1669"/>
                      <a:pt x="1" y="6506"/>
                      <a:pt x="2569" y="6506"/>
                    </a:cubicBezTo>
                    <a:cubicBezTo>
                      <a:pt x="5138" y="6506"/>
                      <a:pt x="3270" y="1769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6" name="Google Shape;2546;p13"/>
              <p:cNvSpPr/>
              <p:nvPr/>
            </p:nvSpPr>
            <p:spPr>
              <a:xfrm>
                <a:off x="8151075" y="3043700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1969" y="1669"/>
                      <a:pt x="1" y="6505"/>
                      <a:pt x="2569" y="6505"/>
                    </a:cubicBezTo>
                    <a:cubicBezTo>
                      <a:pt x="5138" y="6505"/>
                      <a:pt x="3237" y="1802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7" name="Google Shape;2547;p13"/>
              <p:cNvSpPr/>
              <p:nvPr/>
            </p:nvSpPr>
            <p:spPr>
              <a:xfrm>
                <a:off x="3735413" y="3000325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1969" y="1669"/>
                      <a:pt x="1" y="6505"/>
                      <a:pt x="2569" y="6505"/>
                    </a:cubicBezTo>
                    <a:cubicBezTo>
                      <a:pt x="5138" y="6505"/>
                      <a:pt x="3237" y="1802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548" name="Google Shape;2548;p13"/>
            <p:cNvSpPr/>
            <p:nvPr/>
          </p:nvSpPr>
          <p:spPr>
            <a:xfrm>
              <a:off x="2011825" y="433547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1969" y="1668"/>
                    <a:pt x="1" y="6505"/>
                    <a:pt x="2569" y="6505"/>
                  </a:cubicBezTo>
                  <a:cubicBezTo>
                    <a:pt x="5138" y="6505"/>
                    <a:pt x="3236" y="1769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9" name="Google Shape;2549;p13"/>
            <p:cNvSpPr/>
            <p:nvPr/>
          </p:nvSpPr>
          <p:spPr>
            <a:xfrm>
              <a:off x="4344325" y="4699075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1969" y="1702"/>
                    <a:pt x="0" y="6505"/>
                    <a:pt x="2569" y="6505"/>
                  </a:cubicBezTo>
                  <a:cubicBezTo>
                    <a:pt x="5137" y="6505"/>
                    <a:pt x="3236" y="1802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0" name="Google Shape;2550;p13"/>
            <p:cNvSpPr/>
            <p:nvPr/>
          </p:nvSpPr>
          <p:spPr>
            <a:xfrm>
              <a:off x="833475" y="4180375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2002" y="1668"/>
                    <a:pt x="1" y="6505"/>
                    <a:pt x="2569" y="6505"/>
                  </a:cubicBezTo>
                  <a:cubicBezTo>
                    <a:pt x="5138" y="6505"/>
                    <a:pt x="3270" y="1801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1" name="Google Shape;2551;p13"/>
            <p:cNvSpPr/>
            <p:nvPr/>
          </p:nvSpPr>
          <p:spPr>
            <a:xfrm>
              <a:off x="2746525" y="4490600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2002" y="1701"/>
                    <a:pt x="0" y="6505"/>
                    <a:pt x="2569" y="6505"/>
                  </a:cubicBezTo>
                  <a:cubicBezTo>
                    <a:pt x="5137" y="6505"/>
                    <a:pt x="3269" y="1801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2" name="Google Shape;2552;p13"/>
            <p:cNvSpPr/>
            <p:nvPr/>
          </p:nvSpPr>
          <p:spPr>
            <a:xfrm>
              <a:off x="1535650" y="4409700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0"/>
                  </a:moveTo>
                  <a:cubicBezTo>
                    <a:pt x="2002" y="1668"/>
                    <a:pt x="1" y="6505"/>
                    <a:pt x="2569" y="6505"/>
                  </a:cubicBezTo>
                  <a:cubicBezTo>
                    <a:pt x="5138" y="6505"/>
                    <a:pt x="3270" y="1802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3" name="Google Shape;2553;p13"/>
            <p:cNvSpPr/>
            <p:nvPr/>
          </p:nvSpPr>
          <p:spPr>
            <a:xfrm>
              <a:off x="3562925" y="4383850"/>
              <a:ext cx="131800" cy="167650"/>
            </a:xfrm>
            <a:custGeom>
              <a:avLst/>
              <a:gdLst/>
              <a:ahLst/>
              <a:cxnLst/>
              <a:rect l="l" t="t" r="r" b="b"/>
              <a:pathLst>
                <a:path w="5272" h="6706" extrusionOk="0">
                  <a:moveTo>
                    <a:pt x="2636" y="0"/>
                  </a:moveTo>
                  <a:cubicBezTo>
                    <a:pt x="2036" y="1735"/>
                    <a:pt x="1" y="6705"/>
                    <a:pt x="2636" y="6705"/>
                  </a:cubicBezTo>
                  <a:cubicBezTo>
                    <a:pt x="5271" y="6705"/>
                    <a:pt x="3337" y="1835"/>
                    <a:pt x="2636" y="0"/>
                  </a:cubicBezTo>
                  <a:close/>
                </a:path>
              </a:pathLst>
            </a:custGeom>
            <a:solidFill>
              <a:srgbClr val="191919">
                <a:alpha val="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4" name="Google Shape;2554;p13"/>
            <p:cNvSpPr/>
            <p:nvPr/>
          </p:nvSpPr>
          <p:spPr>
            <a:xfrm>
              <a:off x="4902225" y="4467250"/>
              <a:ext cx="132625" cy="167625"/>
            </a:xfrm>
            <a:custGeom>
              <a:avLst/>
              <a:gdLst/>
              <a:ahLst/>
              <a:cxnLst/>
              <a:rect l="l" t="t" r="r" b="b"/>
              <a:pathLst>
                <a:path w="5305" h="6705" extrusionOk="0">
                  <a:moveTo>
                    <a:pt x="2669" y="0"/>
                  </a:moveTo>
                  <a:cubicBezTo>
                    <a:pt x="2069" y="1735"/>
                    <a:pt x="0" y="6705"/>
                    <a:pt x="2669" y="6705"/>
                  </a:cubicBezTo>
                  <a:cubicBezTo>
                    <a:pt x="5304" y="6705"/>
                    <a:pt x="3370" y="1868"/>
                    <a:pt x="2669" y="0"/>
                  </a:cubicBezTo>
                  <a:close/>
                </a:path>
              </a:pathLst>
            </a:custGeom>
            <a:solidFill>
              <a:srgbClr val="191919">
                <a:alpha val="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5" name="Google Shape;2555;p13"/>
            <p:cNvSpPr/>
            <p:nvPr/>
          </p:nvSpPr>
          <p:spPr>
            <a:xfrm>
              <a:off x="2527200" y="5154400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0"/>
                  </a:moveTo>
                  <a:cubicBezTo>
                    <a:pt x="2002" y="1702"/>
                    <a:pt x="0" y="6538"/>
                    <a:pt x="2569" y="6538"/>
                  </a:cubicBezTo>
                  <a:cubicBezTo>
                    <a:pt x="5137" y="6538"/>
                    <a:pt x="3269" y="1802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6" name="Google Shape;2556;p13"/>
            <p:cNvSpPr/>
            <p:nvPr/>
          </p:nvSpPr>
          <p:spPr>
            <a:xfrm>
              <a:off x="6433425" y="433547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1969" y="1668"/>
                    <a:pt x="1" y="6505"/>
                    <a:pt x="2569" y="6505"/>
                  </a:cubicBezTo>
                  <a:cubicBezTo>
                    <a:pt x="5138" y="6505"/>
                    <a:pt x="3236" y="1769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7" name="Google Shape;2557;p13"/>
            <p:cNvSpPr/>
            <p:nvPr/>
          </p:nvSpPr>
          <p:spPr>
            <a:xfrm>
              <a:off x="8765925" y="4699075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1969" y="1702"/>
                    <a:pt x="0" y="6505"/>
                    <a:pt x="2569" y="6505"/>
                  </a:cubicBezTo>
                  <a:cubicBezTo>
                    <a:pt x="5137" y="6505"/>
                    <a:pt x="3236" y="1802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8" name="Google Shape;2558;p13"/>
            <p:cNvSpPr/>
            <p:nvPr/>
          </p:nvSpPr>
          <p:spPr>
            <a:xfrm>
              <a:off x="5255075" y="4180375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2002" y="1668"/>
                    <a:pt x="1" y="6505"/>
                    <a:pt x="2569" y="6505"/>
                  </a:cubicBezTo>
                  <a:cubicBezTo>
                    <a:pt x="5138" y="6505"/>
                    <a:pt x="3270" y="1801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9" name="Google Shape;2559;p13"/>
            <p:cNvSpPr/>
            <p:nvPr/>
          </p:nvSpPr>
          <p:spPr>
            <a:xfrm>
              <a:off x="7168125" y="4490600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2002" y="1701"/>
                    <a:pt x="0" y="6505"/>
                    <a:pt x="2569" y="6505"/>
                  </a:cubicBezTo>
                  <a:cubicBezTo>
                    <a:pt x="5137" y="6505"/>
                    <a:pt x="3269" y="1801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0" name="Google Shape;2560;p13"/>
            <p:cNvSpPr/>
            <p:nvPr/>
          </p:nvSpPr>
          <p:spPr>
            <a:xfrm>
              <a:off x="5957250" y="4409700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0"/>
                  </a:moveTo>
                  <a:cubicBezTo>
                    <a:pt x="2002" y="1668"/>
                    <a:pt x="1" y="6505"/>
                    <a:pt x="2569" y="6505"/>
                  </a:cubicBezTo>
                  <a:cubicBezTo>
                    <a:pt x="5138" y="6505"/>
                    <a:pt x="3270" y="1802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1" name="Google Shape;2561;p13"/>
            <p:cNvSpPr/>
            <p:nvPr/>
          </p:nvSpPr>
          <p:spPr>
            <a:xfrm>
              <a:off x="7984525" y="4383850"/>
              <a:ext cx="131800" cy="167650"/>
            </a:xfrm>
            <a:custGeom>
              <a:avLst/>
              <a:gdLst/>
              <a:ahLst/>
              <a:cxnLst/>
              <a:rect l="l" t="t" r="r" b="b"/>
              <a:pathLst>
                <a:path w="5272" h="6706" extrusionOk="0">
                  <a:moveTo>
                    <a:pt x="2636" y="0"/>
                  </a:moveTo>
                  <a:cubicBezTo>
                    <a:pt x="2036" y="1735"/>
                    <a:pt x="1" y="6705"/>
                    <a:pt x="2636" y="6705"/>
                  </a:cubicBezTo>
                  <a:cubicBezTo>
                    <a:pt x="5271" y="6705"/>
                    <a:pt x="3337" y="1835"/>
                    <a:pt x="2636" y="0"/>
                  </a:cubicBezTo>
                  <a:close/>
                </a:path>
              </a:pathLst>
            </a:custGeom>
            <a:solidFill>
              <a:srgbClr val="191919">
                <a:alpha val="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2" name="Google Shape;2562;p13"/>
            <p:cNvSpPr/>
            <p:nvPr/>
          </p:nvSpPr>
          <p:spPr>
            <a:xfrm>
              <a:off x="6948800" y="5154400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0"/>
                  </a:moveTo>
                  <a:cubicBezTo>
                    <a:pt x="2002" y="1702"/>
                    <a:pt x="0" y="6538"/>
                    <a:pt x="2569" y="6538"/>
                  </a:cubicBezTo>
                  <a:cubicBezTo>
                    <a:pt x="5137" y="6538"/>
                    <a:pt x="3269" y="1802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3" name="Google Shape;2563;p13"/>
            <p:cNvSpPr/>
            <p:nvPr/>
          </p:nvSpPr>
          <p:spPr>
            <a:xfrm>
              <a:off x="5451150" y="4964050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1" y="6539"/>
                    <a:pt x="2569" y="6539"/>
                  </a:cubicBezTo>
                  <a:cubicBezTo>
                    <a:pt x="5138" y="6539"/>
                    <a:pt x="3270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4" name="Google Shape;2564;p13"/>
            <p:cNvSpPr/>
            <p:nvPr/>
          </p:nvSpPr>
          <p:spPr>
            <a:xfrm flipH="1">
              <a:off x="1284675" y="4945913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669"/>
                    <a:pt x="1" y="6506"/>
                    <a:pt x="2569" y="6506"/>
                  </a:cubicBezTo>
                  <a:cubicBezTo>
                    <a:pt x="5138" y="6506"/>
                    <a:pt x="3270" y="1769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5" name="Google Shape;2565;p13"/>
            <p:cNvSpPr/>
            <p:nvPr/>
          </p:nvSpPr>
          <p:spPr>
            <a:xfrm>
              <a:off x="8137025" y="4935900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1969" y="1669"/>
                    <a:pt x="1" y="6505"/>
                    <a:pt x="2569" y="6505"/>
                  </a:cubicBezTo>
                  <a:cubicBezTo>
                    <a:pt x="5138" y="6505"/>
                    <a:pt x="3237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6" name="Google Shape;2566;p13"/>
            <p:cNvSpPr/>
            <p:nvPr/>
          </p:nvSpPr>
          <p:spPr>
            <a:xfrm>
              <a:off x="3721363" y="489252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1969" y="1669"/>
                    <a:pt x="1" y="6505"/>
                    <a:pt x="2569" y="6505"/>
                  </a:cubicBezTo>
                  <a:cubicBezTo>
                    <a:pt x="5138" y="6505"/>
                    <a:pt x="3237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67" name="Google Shape;2567;p13"/>
          <p:cNvSpPr txBox="1">
            <a:spLocks noGrp="1"/>
          </p:cNvSpPr>
          <p:nvPr>
            <p:ph type="title"/>
          </p:nvPr>
        </p:nvSpPr>
        <p:spPr>
          <a:xfrm>
            <a:off x="933675" y="1603830"/>
            <a:ext cx="3143400" cy="527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568" name="Google Shape;2568;p13"/>
          <p:cNvSpPr txBox="1">
            <a:spLocks noGrp="1"/>
          </p:cNvSpPr>
          <p:nvPr>
            <p:ph type="subTitle" idx="1"/>
          </p:nvPr>
        </p:nvSpPr>
        <p:spPr>
          <a:xfrm>
            <a:off x="1352625" y="2214060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69" name="Google Shape;2569;p13"/>
          <p:cNvSpPr txBox="1">
            <a:spLocks noGrp="1"/>
          </p:cNvSpPr>
          <p:nvPr>
            <p:ph type="title" idx="2"/>
          </p:nvPr>
        </p:nvSpPr>
        <p:spPr>
          <a:xfrm>
            <a:off x="5066925" y="1603830"/>
            <a:ext cx="3143400" cy="527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570" name="Google Shape;2570;p13"/>
          <p:cNvSpPr txBox="1">
            <a:spLocks noGrp="1"/>
          </p:cNvSpPr>
          <p:nvPr>
            <p:ph type="subTitle" idx="3"/>
          </p:nvPr>
        </p:nvSpPr>
        <p:spPr>
          <a:xfrm>
            <a:off x="5485875" y="2214060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71" name="Google Shape;2571;p13"/>
          <p:cNvSpPr txBox="1">
            <a:spLocks noGrp="1"/>
          </p:cNvSpPr>
          <p:nvPr>
            <p:ph type="title" idx="4"/>
          </p:nvPr>
        </p:nvSpPr>
        <p:spPr>
          <a:xfrm>
            <a:off x="933675" y="3049405"/>
            <a:ext cx="3143400" cy="527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572" name="Google Shape;2572;p13"/>
          <p:cNvSpPr txBox="1">
            <a:spLocks noGrp="1"/>
          </p:cNvSpPr>
          <p:nvPr>
            <p:ph type="subTitle" idx="5"/>
          </p:nvPr>
        </p:nvSpPr>
        <p:spPr>
          <a:xfrm>
            <a:off x="1352625" y="3682260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73" name="Google Shape;2573;p13"/>
          <p:cNvSpPr txBox="1">
            <a:spLocks noGrp="1"/>
          </p:cNvSpPr>
          <p:nvPr>
            <p:ph type="title" idx="6"/>
          </p:nvPr>
        </p:nvSpPr>
        <p:spPr>
          <a:xfrm>
            <a:off x="5066925" y="3049405"/>
            <a:ext cx="3143400" cy="527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574" name="Google Shape;2574;p13"/>
          <p:cNvSpPr txBox="1">
            <a:spLocks noGrp="1"/>
          </p:cNvSpPr>
          <p:nvPr>
            <p:ph type="subTitle" idx="7"/>
          </p:nvPr>
        </p:nvSpPr>
        <p:spPr>
          <a:xfrm>
            <a:off x="5485875" y="3682260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75" name="Google Shape;2575;p13"/>
          <p:cNvSpPr txBox="1">
            <a:spLocks noGrp="1"/>
          </p:cNvSpPr>
          <p:nvPr>
            <p:ph type="title" idx="8"/>
          </p:nvPr>
        </p:nvSpPr>
        <p:spPr>
          <a:xfrm>
            <a:off x="720000" y="532925"/>
            <a:ext cx="7704000" cy="484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2576" name="Google Shape;2576;p13"/>
          <p:cNvGrpSpPr/>
          <p:nvPr/>
        </p:nvGrpSpPr>
        <p:grpSpPr>
          <a:xfrm>
            <a:off x="2023804" y="4488761"/>
            <a:ext cx="3369488" cy="1707138"/>
            <a:chOff x="4054650" y="529913"/>
            <a:chExt cx="3624275" cy="1836225"/>
          </a:xfrm>
        </p:grpSpPr>
        <p:sp>
          <p:nvSpPr>
            <p:cNvPr id="2577" name="Google Shape;2577;p13"/>
            <p:cNvSpPr/>
            <p:nvPr/>
          </p:nvSpPr>
          <p:spPr>
            <a:xfrm>
              <a:off x="4054650" y="812613"/>
              <a:ext cx="1777125" cy="1163775"/>
            </a:xfrm>
            <a:custGeom>
              <a:avLst/>
              <a:gdLst/>
              <a:ahLst/>
              <a:cxnLst/>
              <a:rect l="l" t="t" r="r" b="b"/>
              <a:pathLst>
                <a:path w="71085" h="46551" extrusionOk="0">
                  <a:moveTo>
                    <a:pt x="71051" y="1"/>
                  </a:moveTo>
                  <a:cubicBezTo>
                    <a:pt x="59209" y="601"/>
                    <a:pt x="18213" y="15879"/>
                    <a:pt x="1301" y="29722"/>
                  </a:cubicBezTo>
                  <a:cubicBezTo>
                    <a:pt x="100" y="30723"/>
                    <a:pt x="0" y="32524"/>
                    <a:pt x="1101" y="33625"/>
                  </a:cubicBezTo>
                  <a:cubicBezTo>
                    <a:pt x="3569" y="36060"/>
                    <a:pt x="5371" y="39762"/>
                    <a:pt x="5904" y="44166"/>
                  </a:cubicBezTo>
                  <a:cubicBezTo>
                    <a:pt x="6057" y="45630"/>
                    <a:pt x="7285" y="46551"/>
                    <a:pt x="8555" y="46551"/>
                  </a:cubicBezTo>
                  <a:cubicBezTo>
                    <a:pt x="9222" y="46551"/>
                    <a:pt x="9901" y="46296"/>
                    <a:pt x="10441" y="45733"/>
                  </a:cubicBezTo>
                  <a:cubicBezTo>
                    <a:pt x="24151" y="31390"/>
                    <a:pt x="50203" y="12610"/>
                    <a:pt x="71051" y="568"/>
                  </a:cubicBezTo>
                  <a:cubicBezTo>
                    <a:pt x="71051" y="401"/>
                    <a:pt x="71051" y="201"/>
                    <a:pt x="7108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8" name="Google Shape;2578;p13"/>
            <p:cNvSpPr/>
            <p:nvPr/>
          </p:nvSpPr>
          <p:spPr>
            <a:xfrm>
              <a:off x="4303150" y="826788"/>
              <a:ext cx="1529450" cy="1427300"/>
            </a:xfrm>
            <a:custGeom>
              <a:avLst/>
              <a:gdLst/>
              <a:ahLst/>
              <a:cxnLst/>
              <a:rect l="l" t="t" r="r" b="b"/>
              <a:pathLst>
                <a:path w="61178" h="57092" extrusionOk="0">
                  <a:moveTo>
                    <a:pt x="61111" y="1"/>
                  </a:moveTo>
                  <a:cubicBezTo>
                    <a:pt x="40830" y="11709"/>
                    <a:pt x="15678" y="29789"/>
                    <a:pt x="1668" y="43932"/>
                  </a:cubicBezTo>
                  <a:cubicBezTo>
                    <a:pt x="1" y="45633"/>
                    <a:pt x="1235" y="48435"/>
                    <a:pt x="3603" y="48435"/>
                  </a:cubicBezTo>
                  <a:cubicBezTo>
                    <a:pt x="10441" y="48469"/>
                    <a:pt x="18947" y="51604"/>
                    <a:pt x="23250" y="56208"/>
                  </a:cubicBezTo>
                  <a:cubicBezTo>
                    <a:pt x="23794" y="56806"/>
                    <a:pt x="24517" y="57091"/>
                    <a:pt x="25231" y="57091"/>
                  </a:cubicBezTo>
                  <a:cubicBezTo>
                    <a:pt x="26228" y="57091"/>
                    <a:pt x="27207" y="56537"/>
                    <a:pt x="27654" y="55507"/>
                  </a:cubicBezTo>
                  <a:cubicBezTo>
                    <a:pt x="34525" y="39529"/>
                    <a:pt x="48001" y="18180"/>
                    <a:pt x="61178" y="101"/>
                  </a:cubicBezTo>
                  <a:cubicBezTo>
                    <a:pt x="61144" y="34"/>
                    <a:pt x="61144" y="67"/>
                    <a:pt x="6111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9" name="Google Shape;2579;p13"/>
            <p:cNvSpPr/>
            <p:nvPr/>
          </p:nvSpPr>
          <p:spPr>
            <a:xfrm>
              <a:off x="4989825" y="832638"/>
              <a:ext cx="858600" cy="1520275"/>
            </a:xfrm>
            <a:custGeom>
              <a:avLst/>
              <a:gdLst/>
              <a:ahLst/>
              <a:cxnLst/>
              <a:rect l="l" t="t" r="r" b="b"/>
              <a:pathLst>
                <a:path w="34344" h="60811" extrusionOk="0">
                  <a:moveTo>
                    <a:pt x="33610" y="0"/>
                  </a:moveTo>
                  <a:lnTo>
                    <a:pt x="33610" y="0"/>
                  </a:lnTo>
                  <a:cubicBezTo>
                    <a:pt x="20868" y="17479"/>
                    <a:pt x="7859" y="38027"/>
                    <a:pt x="820" y="53805"/>
                  </a:cubicBezTo>
                  <a:cubicBezTo>
                    <a:pt x="1" y="55627"/>
                    <a:pt x="1392" y="57532"/>
                    <a:pt x="3259" y="57532"/>
                  </a:cubicBezTo>
                  <a:cubicBezTo>
                    <a:pt x="3442" y="57532"/>
                    <a:pt x="3631" y="57514"/>
                    <a:pt x="3823" y="57475"/>
                  </a:cubicBezTo>
                  <a:cubicBezTo>
                    <a:pt x="5960" y="57013"/>
                    <a:pt x="8473" y="56796"/>
                    <a:pt x="11131" y="56796"/>
                  </a:cubicBezTo>
                  <a:cubicBezTo>
                    <a:pt x="17887" y="56796"/>
                    <a:pt x="25582" y="58197"/>
                    <a:pt x="30442" y="60543"/>
                  </a:cubicBezTo>
                  <a:cubicBezTo>
                    <a:pt x="30815" y="60727"/>
                    <a:pt x="31200" y="60811"/>
                    <a:pt x="31574" y="60811"/>
                  </a:cubicBezTo>
                  <a:cubicBezTo>
                    <a:pt x="33038" y="60811"/>
                    <a:pt x="34344" y="59529"/>
                    <a:pt x="34211" y="57908"/>
                  </a:cubicBezTo>
                  <a:cubicBezTo>
                    <a:pt x="32443" y="37794"/>
                    <a:pt x="32777" y="16745"/>
                    <a:pt x="3361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0" name="Google Shape;2580;p13"/>
            <p:cNvSpPr/>
            <p:nvPr/>
          </p:nvSpPr>
          <p:spPr>
            <a:xfrm>
              <a:off x="5845925" y="811788"/>
              <a:ext cx="1833000" cy="1095200"/>
            </a:xfrm>
            <a:custGeom>
              <a:avLst/>
              <a:gdLst/>
              <a:ahLst/>
              <a:cxnLst/>
              <a:rect l="l" t="t" r="r" b="b"/>
              <a:pathLst>
                <a:path w="73320" h="43808" extrusionOk="0">
                  <a:moveTo>
                    <a:pt x="100" y="0"/>
                  </a:moveTo>
                  <a:lnTo>
                    <a:pt x="0" y="334"/>
                  </a:lnTo>
                  <a:cubicBezTo>
                    <a:pt x="23450" y="12276"/>
                    <a:pt x="51837" y="29588"/>
                    <a:pt x="67248" y="43131"/>
                  </a:cubicBezTo>
                  <a:cubicBezTo>
                    <a:pt x="67767" y="43597"/>
                    <a:pt x="68383" y="43807"/>
                    <a:pt x="68988" y="43807"/>
                  </a:cubicBezTo>
                  <a:cubicBezTo>
                    <a:pt x="70289" y="43807"/>
                    <a:pt x="71538" y="42833"/>
                    <a:pt x="71651" y="41330"/>
                  </a:cubicBezTo>
                  <a:cubicBezTo>
                    <a:pt x="71818" y="38961"/>
                    <a:pt x="72218" y="36326"/>
                    <a:pt x="72986" y="34125"/>
                  </a:cubicBezTo>
                  <a:cubicBezTo>
                    <a:pt x="73319" y="33091"/>
                    <a:pt x="73052" y="31956"/>
                    <a:pt x="72252" y="31256"/>
                  </a:cubicBezTo>
                  <a:cubicBezTo>
                    <a:pt x="56274" y="16712"/>
                    <a:pt x="11275" y="0"/>
                    <a:pt x="10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1" name="Google Shape;2581;p13"/>
            <p:cNvSpPr/>
            <p:nvPr/>
          </p:nvSpPr>
          <p:spPr>
            <a:xfrm>
              <a:off x="5841750" y="818463"/>
              <a:ext cx="1687900" cy="1388950"/>
            </a:xfrm>
            <a:custGeom>
              <a:avLst/>
              <a:gdLst/>
              <a:ahLst/>
              <a:cxnLst/>
              <a:rect l="l" t="t" r="r" b="b"/>
              <a:pathLst>
                <a:path w="67516" h="55558" extrusionOk="0">
                  <a:moveTo>
                    <a:pt x="67" y="0"/>
                  </a:moveTo>
                  <a:cubicBezTo>
                    <a:pt x="34" y="67"/>
                    <a:pt x="34" y="33"/>
                    <a:pt x="0" y="67"/>
                  </a:cubicBezTo>
                  <a:cubicBezTo>
                    <a:pt x="16979" y="16979"/>
                    <a:pt x="36593" y="38361"/>
                    <a:pt x="44466" y="54072"/>
                  </a:cubicBezTo>
                  <a:cubicBezTo>
                    <a:pt x="44945" y="55049"/>
                    <a:pt x="45883" y="55558"/>
                    <a:pt x="46835" y="55558"/>
                  </a:cubicBezTo>
                  <a:cubicBezTo>
                    <a:pt x="47605" y="55558"/>
                    <a:pt x="48384" y="55225"/>
                    <a:pt x="48935" y="54539"/>
                  </a:cubicBezTo>
                  <a:cubicBezTo>
                    <a:pt x="53238" y="49135"/>
                    <a:pt x="58676" y="46367"/>
                    <a:pt x="64080" y="46033"/>
                  </a:cubicBezTo>
                  <a:cubicBezTo>
                    <a:pt x="66481" y="45900"/>
                    <a:pt x="67515" y="42931"/>
                    <a:pt x="65681" y="41363"/>
                  </a:cubicBezTo>
                  <a:cubicBezTo>
                    <a:pt x="49936" y="28053"/>
                    <a:pt x="22650" y="11508"/>
                    <a:pt x="6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2" name="Google Shape;2582;p13"/>
            <p:cNvSpPr/>
            <p:nvPr/>
          </p:nvSpPr>
          <p:spPr>
            <a:xfrm>
              <a:off x="5800875" y="820113"/>
              <a:ext cx="1148675" cy="1546025"/>
            </a:xfrm>
            <a:custGeom>
              <a:avLst/>
              <a:gdLst/>
              <a:ahLst/>
              <a:cxnLst/>
              <a:rect l="l" t="t" r="r" b="b"/>
              <a:pathLst>
                <a:path w="45947" h="61841" extrusionOk="0">
                  <a:moveTo>
                    <a:pt x="1635" y="1"/>
                  </a:moveTo>
                  <a:cubicBezTo>
                    <a:pt x="1602" y="34"/>
                    <a:pt x="1569" y="34"/>
                    <a:pt x="1502" y="34"/>
                  </a:cubicBezTo>
                  <a:cubicBezTo>
                    <a:pt x="1402" y="168"/>
                    <a:pt x="1302" y="334"/>
                    <a:pt x="1168" y="501"/>
                  </a:cubicBezTo>
                  <a:cubicBezTo>
                    <a:pt x="301" y="17547"/>
                    <a:pt x="1" y="38995"/>
                    <a:pt x="1869" y="59443"/>
                  </a:cubicBezTo>
                  <a:cubicBezTo>
                    <a:pt x="1989" y="60884"/>
                    <a:pt x="3215" y="61841"/>
                    <a:pt x="4515" y="61841"/>
                  </a:cubicBezTo>
                  <a:cubicBezTo>
                    <a:pt x="5021" y="61841"/>
                    <a:pt x="5538" y="61696"/>
                    <a:pt x="6005" y="61378"/>
                  </a:cubicBezTo>
                  <a:cubicBezTo>
                    <a:pt x="12280" y="57075"/>
                    <a:pt x="22400" y="54418"/>
                    <a:pt x="31722" y="54418"/>
                  </a:cubicBezTo>
                  <a:cubicBezTo>
                    <a:pt x="35335" y="54418"/>
                    <a:pt x="38828" y="54817"/>
                    <a:pt x="41931" y="55674"/>
                  </a:cubicBezTo>
                  <a:cubicBezTo>
                    <a:pt x="42172" y="55738"/>
                    <a:pt x="42409" y="55768"/>
                    <a:pt x="42637" y="55768"/>
                  </a:cubicBezTo>
                  <a:cubicBezTo>
                    <a:pt x="44562" y="55768"/>
                    <a:pt x="45947" y="53653"/>
                    <a:pt x="44933" y="51805"/>
                  </a:cubicBezTo>
                  <a:cubicBezTo>
                    <a:pt x="36427" y="36360"/>
                    <a:pt x="17847" y="16112"/>
                    <a:pt x="163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583" name="Google Shape;2583;p13"/>
            <p:cNvGrpSpPr/>
            <p:nvPr/>
          </p:nvGrpSpPr>
          <p:grpSpPr>
            <a:xfrm>
              <a:off x="4054650" y="529913"/>
              <a:ext cx="3624275" cy="1836225"/>
              <a:chOff x="112275" y="2665738"/>
              <a:chExt cx="3624275" cy="1836225"/>
            </a:xfrm>
          </p:grpSpPr>
          <p:sp>
            <p:nvSpPr>
              <p:cNvPr id="2584" name="Google Shape;2584;p13"/>
              <p:cNvSpPr/>
              <p:nvPr/>
            </p:nvSpPr>
            <p:spPr>
              <a:xfrm>
                <a:off x="112275" y="2948438"/>
                <a:ext cx="1777125" cy="1163775"/>
              </a:xfrm>
              <a:custGeom>
                <a:avLst/>
                <a:gdLst/>
                <a:ahLst/>
                <a:cxnLst/>
                <a:rect l="l" t="t" r="r" b="b"/>
                <a:pathLst>
                  <a:path w="71085" h="46551" extrusionOk="0">
                    <a:moveTo>
                      <a:pt x="71051" y="1"/>
                    </a:moveTo>
                    <a:cubicBezTo>
                      <a:pt x="59209" y="601"/>
                      <a:pt x="18213" y="15879"/>
                      <a:pt x="1301" y="29722"/>
                    </a:cubicBezTo>
                    <a:cubicBezTo>
                      <a:pt x="100" y="30723"/>
                      <a:pt x="0" y="32524"/>
                      <a:pt x="1101" y="33625"/>
                    </a:cubicBezTo>
                    <a:cubicBezTo>
                      <a:pt x="3569" y="36060"/>
                      <a:pt x="5371" y="39762"/>
                      <a:pt x="5904" y="44166"/>
                    </a:cubicBezTo>
                    <a:cubicBezTo>
                      <a:pt x="6057" y="45630"/>
                      <a:pt x="7285" y="46551"/>
                      <a:pt x="8555" y="46551"/>
                    </a:cubicBezTo>
                    <a:cubicBezTo>
                      <a:pt x="9222" y="46551"/>
                      <a:pt x="9901" y="46296"/>
                      <a:pt x="10441" y="45733"/>
                    </a:cubicBezTo>
                    <a:cubicBezTo>
                      <a:pt x="24151" y="31390"/>
                      <a:pt x="50203" y="12610"/>
                      <a:pt x="71051" y="568"/>
                    </a:cubicBezTo>
                    <a:cubicBezTo>
                      <a:pt x="71051" y="401"/>
                      <a:pt x="71051" y="201"/>
                      <a:pt x="71084" y="1"/>
                    </a:cubicBezTo>
                    <a:close/>
                  </a:path>
                </a:pathLst>
              </a:custGeom>
              <a:solidFill>
                <a:srgbClr val="191919">
                  <a:alpha val="284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5" name="Google Shape;2585;p13"/>
              <p:cNvSpPr/>
              <p:nvPr/>
            </p:nvSpPr>
            <p:spPr>
              <a:xfrm>
                <a:off x="360775" y="2962613"/>
                <a:ext cx="1529450" cy="1427300"/>
              </a:xfrm>
              <a:custGeom>
                <a:avLst/>
                <a:gdLst/>
                <a:ahLst/>
                <a:cxnLst/>
                <a:rect l="l" t="t" r="r" b="b"/>
                <a:pathLst>
                  <a:path w="61178" h="57092" extrusionOk="0">
                    <a:moveTo>
                      <a:pt x="61111" y="1"/>
                    </a:moveTo>
                    <a:cubicBezTo>
                      <a:pt x="40830" y="11709"/>
                      <a:pt x="15678" y="29789"/>
                      <a:pt x="1668" y="43932"/>
                    </a:cubicBezTo>
                    <a:cubicBezTo>
                      <a:pt x="1" y="45633"/>
                      <a:pt x="1235" y="48435"/>
                      <a:pt x="3603" y="48435"/>
                    </a:cubicBezTo>
                    <a:cubicBezTo>
                      <a:pt x="10441" y="48469"/>
                      <a:pt x="18947" y="51604"/>
                      <a:pt x="23250" y="56208"/>
                    </a:cubicBezTo>
                    <a:cubicBezTo>
                      <a:pt x="23794" y="56806"/>
                      <a:pt x="24517" y="57091"/>
                      <a:pt x="25231" y="57091"/>
                    </a:cubicBezTo>
                    <a:cubicBezTo>
                      <a:pt x="26228" y="57091"/>
                      <a:pt x="27207" y="56537"/>
                      <a:pt x="27654" y="55507"/>
                    </a:cubicBezTo>
                    <a:cubicBezTo>
                      <a:pt x="34525" y="39529"/>
                      <a:pt x="48001" y="18180"/>
                      <a:pt x="61178" y="101"/>
                    </a:cubicBezTo>
                    <a:cubicBezTo>
                      <a:pt x="61144" y="34"/>
                      <a:pt x="61144" y="67"/>
                      <a:pt x="61111" y="1"/>
                    </a:cubicBezTo>
                    <a:close/>
                  </a:path>
                </a:pathLst>
              </a:custGeom>
              <a:solidFill>
                <a:srgbClr val="191919">
                  <a:alpha val="189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6" name="Google Shape;2586;p13"/>
              <p:cNvSpPr/>
              <p:nvPr/>
            </p:nvSpPr>
            <p:spPr>
              <a:xfrm>
                <a:off x="1047450" y="2968463"/>
                <a:ext cx="858600" cy="1520275"/>
              </a:xfrm>
              <a:custGeom>
                <a:avLst/>
                <a:gdLst/>
                <a:ahLst/>
                <a:cxnLst/>
                <a:rect l="l" t="t" r="r" b="b"/>
                <a:pathLst>
                  <a:path w="34344" h="60811" extrusionOk="0">
                    <a:moveTo>
                      <a:pt x="33610" y="0"/>
                    </a:moveTo>
                    <a:lnTo>
                      <a:pt x="33610" y="0"/>
                    </a:lnTo>
                    <a:cubicBezTo>
                      <a:pt x="20868" y="17479"/>
                      <a:pt x="7859" y="38027"/>
                      <a:pt x="820" y="53805"/>
                    </a:cubicBezTo>
                    <a:cubicBezTo>
                      <a:pt x="1" y="55627"/>
                      <a:pt x="1392" y="57532"/>
                      <a:pt x="3259" y="57532"/>
                    </a:cubicBezTo>
                    <a:cubicBezTo>
                      <a:pt x="3442" y="57532"/>
                      <a:pt x="3631" y="57514"/>
                      <a:pt x="3823" y="57475"/>
                    </a:cubicBezTo>
                    <a:cubicBezTo>
                      <a:pt x="5960" y="57013"/>
                      <a:pt x="8473" y="56796"/>
                      <a:pt x="11131" y="56796"/>
                    </a:cubicBezTo>
                    <a:cubicBezTo>
                      <a:pt x="17887" y="56796"/>
                      <a:pt x="25582" y="58197"/>
                      <a:pt x="30442" y="60543"/>
                    </a:cubicBezTo>
                    <a:cubicBezTo>
                      <a:pt x="30815" y="60727"/>
                      <a:pt x="31200" y="60811"/>
                      <a:pt x="31574" y="60811"/>
                    </a:cubicBezTo>
                    <a:cubicBezTo>
                      <a:pt x="33038" y="60811"/>
                      <a:pt x="34344" y="59529"/>
                      <a:pt x="34211" y="57908"/>
                    </a:cubicBezTo>
                    <a:cubicBezTo>
                      <a:pt x="32443" y="37794"/>
                      <a:pt x="32777" y="16745"/>
                      <a:pt x="33610" y="0"/>
                    </a:cubicBezTo>
                    <a:close/>
                  </a:path>
                </a:pathLst>
              </a:custGeom>
              <a:solidFill>
                <a:srgbClr val="191919">
                  <a:alpha val="150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7" name="Google Shape;2587;p13"/>
              <p:cNvSpPr/>
              <p:nvPr/>
            </p:nvSpPr>
            <p:spPr>
              <a:xfrm>
                <a:off x="1903550" y="2947613"/>
                <a:ext cx="1833000" cy="1095200"/>
              </a:xfrm>
              <a:custGeom>
                <a:avLst/>
                <a:gdLst/>
                <a:ahLst/>
                <a:cxnLst/>
                <a:rect l="l" t="t" r="r" b="b"/>
                <a:pathLst>
                  <a:path w="73320" h="43808" extrusionOk="0">
                    <a:moveTo>
                      <a:pt x="100" y="0"/>
                    </a:moveTo>
                    <a:lnTo>
                      <a:pt x="0" y="334"/>
                    </a:lnTo>
                    <a:cubicBezTo>
                      <a:pt x="23450" y="12276"/>
                      <a:pt x="51837" y="29588"/>
                      <a:pt x="67248" y="43131"/>
                    </a:cubicBezTo>
                    <a:cubicBezTo>
                      <a:pt x="67767" y="43597"/>
                      <a:pt x="68383" y="43807"/>
                      <a:pt x="68988" y="43807"/>
                    </a:cubicBezTo>
                    <a:cubicBezTo>
                      <a:pt x="70289" y="43807"/>
                      <a:pt x="71538" y="42833"/>
                      <a:pt x="71651" y="41330"/>
                    </a:cubicBezTo>
                    <a:cubicBezTo>
                      <a:pt x="71818" y="38961"/>
                      <a:pt x="72218" y="36326"/>
                      <a:pt x="72986" y="34125"/>
                    </a:cubicBezTo>
                    <a:cubicBezTo>
                      <a:pt x="73319" y="33091"/>
                      <a:pt x="73052" y="31956"/>
                      <a:pt x="72252" y="31256"/>
                    </a:cubicBezTo>
                    <a:cubicBezTo>
                      <a:pt x="56274" y="16712"/>
                      <a:pt x="11275" y="0"/>
                      <a:pt x="100" y="0"/>
                    </a:cubicBezTo>
                    <a:close/>
                  </a:path>
                </a:pathLst>
              </a:custGeom>
              <a:solidFill>
                <a:srgbClr val="191919">
                  <a:alpha val="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8" name="Google Shape;2588;p13"/>
              <p:cNvSpPr/>
              <p:nvPr/>
            </p:nvSpPr>
            <p:spPr>
              <a:xfrm>
                <a:off x="1899375" y="2954288"/>
                <a:ext cx="1687900" cy="1388950"/>
              </a:xfrm>
              <a:custGeom>
                <a:avLst/>
                <a:gdLst/>
                <a:ahLst/>
                <a:cxnLst/>
                <a:rect l="l" t="t" r="r" b="b"/>
                <a:pathLst>
                  <a:path w="67516" h="55558" extrusionOk="0">
                    <a:moveTo>
                      <a:pt x="67" y="0"/>
                    </a:moveTo>
                    <a:cubicBezTo>
                      <a:pt x="34" y="67"/>
                      <a:pt x="34" y="33"/>
                      <a:pt x="0" y="67"/>
                    </a:cubicBezTo>
                    <a:cubicBezTo>
                      <a:pt x="16979" y="16979"/>
                      <a:pt x="36593" y="38361"/>
                      <a:pt x="44466" y="54072"/>
                    </a:cubicBezTo>
                    <a:cubicBezTo>
                      <a:pt x="44945" y="55049"/>
                      <a:pt x="45883" y="55558"/>
                      <a:pt x="46835" y="55558"/>
                    </a:cubicBezTo>
                    <a:cubicBezTo>
                      <a:pt x="47605" y="55558"/>
                      <a:pt x="48384" y="55225"/>
                      <a:pt x="48935" y="54539"/>
                    </a:cubicBezTo>
                    <a:cubicBezTo>
                      <a:pt x="53238" y="49135"/>
                      <a:pt x="58676" y="46367"/>
                      <a:pt x="64080" y="46033"/>
                    </a:cubicBezTo>
                    <a:cubicBezTo>
                      <a:pt x="66481" y="45900"/>
                      <a:pt x="67515" y="42931"/>
                      <a:pt x="65681" y="41363"/>
                    </a:cubicBezTo>
                    <a:cubicBezTo>
                      <a:pt x="49936" y="28053"/>
                      <a:pt x="22650" y="11508"/>
                      <a:pt x="67" y="0"/>
                    </a:cubicBezTo>
                    <a:close/>
                  </a:path>
                </a:pathLst>
              </a:custGeom>
              <a:solidFill>
                <a:srgbClr val="191919">
                  <a:alpha val="61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9" name="Google Shape;2589;p13"/>
              <p:cNvSpPr/>
              <p:nvPr/>
            </p:nvSpPr>
            <p:spPr>
              <a:xfrm>
                <a:off x="1858500" y="2955938"/>
                <a:ext cx="1148675" cy="1546025"/>
              </a:xfrm>
              <a:custGeom>
                <a:avLst/>
                <a:gdLst/>
                <a:ahLst/>
                <a:cxnLst/>
                <a:rect l="l" t="t" r="r" b="b"/>
                <a:pathLst>
                  <a:path w="45947" h="61841" extrusionOk="0">
                    <a:moveTo>
                      <a:pt x="1635" y="1"/>
                    </a:moveTo>
                    <a:cubicBezTo>
                      <a:pt x="1602" y="34"/>
                      <a:pt x="1569" y="34"/>
                      <a:pt x="1502" y="34"/>
                    </a:cubicBezTo>
                    <a:cubicBezTo>
                      <a:pt x="1402" y="168"/>
                      <a:pt x="1302" y="334"/>
                      <a:pt x="1168" y="501"/>
                    </a:cubicBezTo>
                    <a:cubicBezTo>
                      <a:pt x="301" y="17547"/>
                      <a:pt x="1" y="38995"/>
                      <a:pt x="1869" y="59443"/>
                    </a:cubicBezTo>
                    <a:cubicBezTo>
                      <a:pt x="1989" y="60884"/>
                      <a:pt x="3215" y="61841"/>
                      <a:pt x="4515" y="61841"/>
                    </a:cubicBezTo>
                    <a:cubicBezTo>
                      <a:pt x="5021" y="61841"/>
                      <a:pt x="5538" y="61696"/>
                      <a:pt x="6005" y="61378"/>
                    </a:cubicBezTo>
                    <a:cubicBezTo>
                      <a:pt x="12280" y="57075"/>
                      <a:pt x="22400" y="54418"/>
                      <a:pt x="31722" y="54418"/>
                    </a:cubicBezTo>
                    <a:cubicBezTo>
                      <a:pt x="35335" y="54418"/>
                      <a:pt x="38828" y="54817"/>
                      <a:pt x="41931" y="55674"/>
                    </a:cubicBezTo>
                    <a:cubicBezTo>
                      <a:pt x="42172" y="55738"/>
                      <a:pt x="42409" y="55768"/>
                      <a:pt x="42637" y="55768"/>
                    </a:cubicBezTo>
                    <a:cubicBezTo>
                      <a:pt x="44562" y="55768"/>
                      <a:pt x="45947" y="53653"/>
                      <a:pt x="44933" y="51805"/>
                    </a:cubicBezTo>
                    <a:cubicBezTo>
                      <a:pt x="36427" y="36360"/>
                      <a:pt x="17847" y="16112"/>
                      <a:pt x="1635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0" name="Google Shape;2590;p13"/>
              <p:cNvSpPr/>
              <p:nvPr/>
            </p:nvSpPr>
            <p:spPr>
              <a:xfrm>
                <a:off x="112275" y="2948438"/>
                <a:ext cx="2249125" cy="1553525"/>
              </a:xfrm>
              <a:custGeom>
                <a:avLst/>
                <a:gdLst/>
                <a:ahLst/>
                <a:cxnLst/>
                <a:rect l="l" t="t" r="r" b="b"/>
                <a:pathLst>
                  <a:path w="89965" h="62141" extrusionOk="0">
                    <a:moveTo>
                      <a:pt x="71585" y="58242"/>
                    </a:moveTo>
                    <a:lnTo>
                      <a:pt x="71585" y="58242"/>
                    </a:lnTo>
                    <a:cubicBezTo>
                      <a:pt x="71590" y="58323"/>
                      <a:pt x="71595" y="58404"/>
                      <a:pt x="71601" y="58485"/>
                    </a:cubicBezTo>
                    <a:lnTo>
                      <a:pt x="71601" y="58485"/>
                    </a:lnTo>
                    <a:cubicBezTo>
                      <a:pt x="71593" y="58407"/>
                      <a:pt x="71585" y="58324"/>
                      <a:pt x="71585" y="58242"/>
                    </a:cubicBezTo>
                    <a:close/>
                    <a:moveTo>
                      <a:pt x="71017" y="1"/>
                    </a:moveTo>
                    <a:lnTo>
                      <a:pt x="71017" y="1"/>
                    </a:lnTo>
                    <a:cubicBezTo>
                      <a:pt x="59142" y="634"/>
                      <a:pt x="18180" y="15879"/>
                      <a:pt x="1301" y="29722"/>
                    </a:cubicBezTo>
                    <a:cubicBezTo>
                      <a:pt x="100" y="30723"/>
                      <a:pt x="0" y="32524"/>
                      <a:pt x="1101" y="33625"/>
                    </a:cubicBezTo>
                    <a:cubicBezTo>
                      <a:pt x="3569" y="36060"/>
                      <a:pt x="5371" y="39762"/>
                      <a:pt x="5871" y="44166"/>
                    </a:cubicBezTo>
                    <a:cubicBezTo>
                      <a:pt x="6046" y="45630"/>
                      <a:pt x="7281" y="46551"/>
                      <a:pt x="8544" y="46551"/>
                    </a:cubicBezTo>
                    <a:cubicBezTo>
                      <a:pt x="9208" y="46551"/>
                      <a:pt x="9879" y="46296"/>
                      <a:pt x="10408" y="45733"/>
                    </a:cubicBezTo>
                    <a:cubicBezTo>
                      <a:pt x="10808" y="45333"/>
                      <a:pt x="11208" y="44933"/>
                      <a:pt x="11608" y="44532"/>
                    </a:cubicBezTo>
                    <a:lnTo>
                      <a:pt x="11608" y="44532"/>
                    </a:lnTo>
                    <a:cubicBezTo>
                      <a:pt x="9974" y="46200"/>
                      <a:pt x="11175" y="49002"/>
                      <a:pt x="13543" y="49002"/>
                    </a:cubicBezTo>
                    <a:cubicBezTo>
                      <a:pt x="20381" y="49036"/>
                      <a:pt x="28887" y="52171"/>
                      <a:pt x="33190" y="56775"/>
                    </a:cubicBezTo>
                    <a:cubicBezTo>
                      <a:pt x="33734" y="57373"/>
                      <a:pt x="34457" y="57658"/>
                      <a:pt x="35171" y="57658"/>
                    </a:cubicBezTo>
                    <a:cubicBezTo>
                      <a:pt x="36168" y="57658"/>
                      <a:pt x="37147" y="57104"/>
                      <a:pt x="37594" y="56074"/>
                    </a:cubicBezTo>
                    <a:cubicBezTo>
                      <a:pt x="37794" y="55574"/>
                      <a:pt x="37994" y="55107"/>
                      <a:pt x="38227" y="54606"/>
                    </a:cubicBezTo>
                    <a:lnTo>
                      <a:pt x="38227" y="54606"/>
                    </a:lnTo>
                    <a:cubicBezTo>
                      <a:pt x="37408" y="56428"/>
                      <a:pt x="38799" y="58333"/>
                      <a:pt x="40666" y="58333"/>
                    </a:cubicBezTo>
                    <a:cubicBezTo>
                      <a:pt x="40849" y="58333"/>
                      <a:pt x="41038" y="58315"/>
                      <a:pt x="41230" y="58276"/>
                    </a:cubicBezTo>
                    <a:cubicBezTo>
                      <a:pt x="43367" y="57814"/>
                      <a:pt x="45880" y="57597"/>
                      <a:pt x="48538" y="57597"/>
                    </a:cubicBezTo>
                    <a:cubicBezTo>
                      <a:pt x="55294" y="57597"/>
                      <a:pt x="62989" y="58998"/>
                      <a:pt x="67849" y="61344"/>
                    </a:cubicBezTo>
                    <a:cubicBezTo>
                      <a:pt x="68217" y="61519"/>
                      <a:pt x="68597" y="61599"/>
                      <a:pt x="68967" y="61599"/>
                    </a:cubicBezTo>
                    <a:cubicBezTo>
                      <a:pt x="70405" y="61599"/>
                      <a:pt x="71694" y="60389"/>
                      <a:pt x="71625" y="58814"/>
                    </a:cubicBezTo>
                    <a:lnTo>
                      <a:pt x="71625" y="58814"/>
                    </a:lnTo>
                    <a:cubicBezTo>
                      <a:pt x="71648" y="59124"/>
                      <a:pt x="71677" y="59434"/>
                      <a:pt x="71718" y="59743"/>
                    </a:cubicBezTo>
                    <a:cubicBezTo>
                      <a:pt x="71838" y="61184"/>
                      <a:pt x="73064" y="62141"/>
                      <a:pt x="74364" y="62141"/>
                    </a:cubicBezTo>
                    <a:cubicBezTo>
                      <a:pt x="74870" y="62141"/>
                      <a:pt x="75387" y="61996"/>
                      <a:pt x="75854" y="61678"/>
                    </a:cubicBezTo>
                    <a:cubicBezTo>
                      <a:pt x="79557" y="59143"/>
                      <a:pt x="84560" y="57175"/>
                      <a:pt x="89964" y="56007"/>
                    </a:cubicBezTo>
                    <a:cubicBezTo>
                      <a:pt x="89764" y="55974"/>
                      <a:pt x="89531" y="55874"/>
                      <a:pt x="89331" y="55774"/>
                    </a:cubicBezTo>
                    <a:cubicBezTo>
                      <a:pt x="84466" y="53426"/>
                      <a:pt x="76762" y="52041"/>
                      <a:pt x="70001" y="52041"/>
                    </a:cubicBezTo>
                    <a:cubicBezTo>
                      <a:pt x="67350" y="52041"/>
                      <a:pt x="64844" y="52254"/>
                      <a:pt x="62712" y="52705"/>
                    </a:cubicBezTo>
                    <a:cubicBezTo>
                      <a:pt x="62205" y="52816"/>
                      <a:pt x="61561" y="52870"/>
                      <a:pt x="60853" y="52870"/>
                    </a:cubicBezTo>
                    <a:cubicBezTo>
                      <a:pt x="58578" y="52870"/>
                      <a:pt x="55657" y="52306"/>
                      <a:pt x="54639" y="51237"/>
                    </a:cubicBezTo>
                    <a:cubicBezTo>
                      <a:pt x="50369" y="46601"/>
                      <a:pt x="41830" y="43498"/>
                      <a:pt x="35025" y="43465"/>
                    </a:cubicBezTo>
                    <a:cubicBezTo>
                      <a:pt x="32657" y="43465"/>
                      <a:pt x="27620" y="40863"/>
                      <a:pt x="27353" y="38628"/>
                    </a:cubicBezTo>
                    <a:cubicBezTo>
                      <a:pt x="26853" y="34225"/>
                      <a:pt x="25051" y="30522"/>
                      <a:pt x="22550" y="28054"/>
                    </a:cubicBezTo>
                    <a:cubicBezTo>
                      <a:pt x="21449" y="26987"/>
                      <a:pt x="21582" y="25152"/>
                      <a:pt x="22783" y="24185"/>
                    </a:cubicBezTo>
                    <a:cubicBezTo>
                      <a:pt x="33624" y="15278"/>
                      <a:pt x="54406" y="5805"/>
                      <a:pt x="71017" y="1"/>
                    </a:cubicBezTo>
                    <a:close/>
                  </a:path>
                </a:pathLst>
              </a:custGeom>
              <a:solidFill>
                <a:srgbClr val="191919">
                  <a:alpha val="284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1" name="Google Shape;2591;p13"/>
              <p:cNvSpPr/>
              <p:nvPr/>
            </p:nvSpPr>
            <p:spPr>
              <a:xfrm>
                <a:off x="1820150" y="2665738"/>
                <a:ext cx="184325" cy="255200"/>
              </a:xfrm>
              <a:custGeom>
                <a:avLst/>
                <a:gdLst/>
                <a:ahLst/>
                <a:cxnLst/>
                <a:rect l="l" t="t" r="r" b="b"/>
                <a:pathLst>
                  <a:path w="7373" h="10208" extrusionOk="0">
                    <a:moveTo>
                      <a:pt x="3670" y="0"/>
                    </a:moveTo>
                    <a:cubicBezTo>
                      <a:pt x="1835" y="0"/>
                      <a:pt x="1" y="10208"/>
                      <a:pt x="1" y="10208"/>
                    </a:cubicBezTo>
                    <a:lnTo>
                      <a:pt x="7372" y="10208"/>
                    </a:lnTo>
                    <a:cubicBezTo>
                      <a:pt x="7372" y="10208"/>
                      <a:pt x="5538" y="0"/>
                      <a:pt x="36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2" name="Google Shape;2592;p13"/>
              <p:cNvSpPr/>
              <p:nvPr/>
            </p:nvSpPr>
            <p:spPr>
              <a:xfrm>
                <a:off x="1765100" y="2865038"/>
                <a:ext cx="293575" cy="111775"/>
              </a:xfrm>
              <a:custGeom>
                <a:avLst/>
                <a:gdLst/>
                <a:ahLst/>
                <a:cxnLst/>
                <a:rect l="l" t="t" r="r" b="b"/>
                <a:pathLst>
                  <a:path w="11743" h="4471" extrusionOk="0">
                    <a:moveTo>
                      <a:pt x="2002" y="1"/>
                    </a:moveTo>
                    <a:cubicBezTo>
                      <a:pt x="902" y="1"/>
                      <a:pt x="1" y="902"/>
                      <a:pt x="1" y="2002"/>
                    </a:cubicBezTo>
                    <a:lnTo>
                      <a:pt x="1" y="2469"/>
                    </a:lnTo>
                    <a:cubicBezTo>
                      <a:pt x="1" y="3570"/>
                      <a:pt x="902" y="4471"/>
                      <a:pt x="2002" y="4471"/>
                    </a:cubicBezTo>
                    <a:lnTo>
                      <a:pt x="9741" y="4471"/>
                    </a:lnTo>
                    <a:cubicBezTo>
                      <a:pt x="10875" y="4471"/>
                      <a:pt x="11743" y="3570"/>
                      <a:pt x="11743" y="2469"/>
                    </a:cubicBezTo>
                    <a:lnTo>
                      <a:pt x="11743" y="2002"/>
                    </a:lnTo>
                    <a:cubicBezTo>
                      <a:pt x="11743" y="902"/>
                      <a:pt x="10875" y="1"/>
                      <a:pt x="974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593" name="Google Shape;2593;p13"/>
          <p:cNvGrpSpPr/>
          <p:nvPr/>
        </p:nvGrpSpPr>
        <p:grpSpPr>
          <a:xfrm>
            <a:off x="-779296" y="4550554"/>
            <a:ext cx="3369488" cy="1707138"/>
            <a:chOff x="-2125575" y="3574325"/>
            <a:chExt cx="3624275" cy="1836225"/>
          </a:xfrm>
        </p:grpSpPr>
        <p:sp>
          <p:nvSpPr>
            <p:cNvPr id="2594" name="Google Shape;2594;p13"/>
            <p:cNvSpPr/>
            <p:nvPr/>
          </p:nvSpPr>
          <p:spPr>
            <a:xfrm>
              <a:off x="-2125575" y="3857025"/>
              <a:ext cx="1777125" cy="1163775"/>
            </a:xfrm>
            <a:custGeom>
              <a:avLst/>
              <a:gdLst/>
              <a:ahLst/>
              <a:cxnLst/>
              <a:rect l="l" t="t" r="r" b="b"/>
              <a:pathLst>
                <a:path w="71085" h="46551" extrusionOk="0">
                  <a:moveTo>
                    <a:pt x="71051" y="1"/>
                  </a:moveTo>
                  <a:cubicBezTo>
                    <a:pt x="59209" y="601"/>
                    <a:pt x="18213" y="15879"/>
                    <a:pt x="1301" y="29722"/>
                  </a:cubicBezTo>
                  <a:cubicBezTo>
                    <a:pt x="100" y="30723"/>
                    <a:pt x="0" y="32524"/>
                    <a:pt x="1101" y="33625"/>
                  </a:cubicBezTo>
                  <a:cubicBezTo>
                    <a:pt x="3569" y="36060"/>
                    <a:pt x="5371" y="39762"/>
                    <a:pt x="5904" y="44166"/>
                  </a:cubicBezTo>
                  <a:cubicBezTo>
                    <a:pt x="6057" y="45630"/>
                    <a:pt x="7285" y="46551"/>
                    <a:pt x="8555" y="46551"/>
                  </a:cubicBezTo>
                  <a:cubicBezTo>
                    <a:pt x="9222" y="46551"/>
                    <a:pt x="9901" y="46296"/>
                    <a:pt x="10441" y="45733"/>
                  </a:cubicBezTo>
                  <a:cubicBezTo>
                    <a:pt x="24151" y="31390"/>
                    <a:pt x="50203" y="12610"/>
                    <a:pt x="71051" y="568"/>
                  </a:cubicBezTo>
                  <a:cubicBezTo>
                    <a:pt x="71051" y="401"/>
                    <a:pt x="71051" y="201"/>
                    <a:pt x="7108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5" name="Google Shape;2595;p13"/>
            <p:cNvSpPr/>
            <p:nvPr/>
          </p:nvSpPr>
          <p:spPr>
            <a:xfrm>
              <a:off x="-1877075" y="3871200"/>
              <a:ext cx="1529450" cy="1427300"/>
            </a:xfrm>
            <a:custGeom>
              <a:avLst/>
              <a:gdLst/>
              <a:ahLst/>
              <a:cxnLst/>
              <a:rect l="l" t="t" r="r" b="b"/>
              <a:pathLst>
                <a:path w="61178" h="57092" extrusionOk="0">
                  <a:moveTo>
                    <a:pt x="61111" y="1"/>
                  </a:moveTo>
                  <a:cubicBezTo>
                    <a:pt x="40830" y="11709"/>
                    <a:pt x="15678" y="29789"/>
                    <a:pt x="1668" y="43932"/>
                  </a:cubicBezTo>
                  <a:cubicBezTo>
                    <a:pt x="1" y="45633"/>
                    <a:pt x="1235" y="48435"/>
                    <a:pt x="3603" y="48435"/>
                  </a:cubicBezTo>
                  <a:cubicBezTo>
                    <a:pt x="10441" y="48469"/>
                    <a:pt x="18947" y="51604"/>
                    <a:pt x="23250" y="56208"/>
                  </a:cubicBezTo>
                  <a:cubicBezTo>
                    <a:pt x="23794" y="56806"/>
                    <a:pt x="24517" y="57091"/>
                    <a:pt x="25231" y="57091"/>
                  </a:cubicBezTo>
                  <a:cubicBezTo>
                    <a:pt x="26228" y="57091"/>
                    <a:pt x="27207" y="56537"/>
                    <a:pt x="27654" y="55507"/>
                  </a:cubicBezTo>
                  <a:cubicBezTo>
                    <a:pt x="34525" y="39529"/>
                    <a:pt x="48001" y="18180"/>
                    <a:pt x="61178" y="101"/>
                  </a:cubicBezTo>
                  <a:cubicBezTo>
                    <a:pt x="61144" y="34"/>
                    <a:pt x="61144" y="67"/>
                    <a:pt x="611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6" name="Google Shape;2596;p13"/>
            <p:cNvSpPr/>
            <p:nvPr/>
          </p:nvSpPr>
          <p:spPr>
            <a:xfrm>
              <a:off x="-1190400" y="3877050"/>
              <a:ext cx="858600" cy="1520275"/>
            </a:xfrm>
            <a:custGeom>
              <a:avLst/>
              <a:gdLst/>
              <a:ahLst/>
              <a:cxnLst/>
              <a:rect l="l" t="t" r="r" b="b"/>
              <a:pathLst>
                <a:path w="34344" h="60811" extrusionOk="0">
                  <a:moveTo>
                    <a:pt x="33610" y="0"/>
                  </a:moveTo>
                  <a:lnTo>
                    <a:pt x="33610" y="0"/>
                  </a:lnTo>
                  <a:cubicBezTo>
                    <a:pt x="20868" y="17479"/>
                    <a:pt x="7859" y="38027"/>
                    <a:pt x="820" y="53805"/>
                  </a:cubicBezTo>
                  <a:cubicBezTo>
                    <a:pt x="1" y="55627"/>
                    <a:pt x="1392" y="57532"/>
                    <a:pt x="3259" y="57532"/>
                  </a:cubicBezTo>
                  <a:cubicBezTo>
                    <a:pt x="3442" y="57532"/>
                    <a:pt x="3631" y="57514"/>
                    <a:pt x="3823" y="57475"/>
                  </a:cubicBezTo>
                  <a:cubicBezTo>
                    <a:pt x="5960" y="57013"/>
                    <a:pt x="8473" y="56796"/>
                    <a:pt x="11131" y="56796"/>
                  </a:cubicBezTo>
                  <a:cubicBezTo>
                    <a:pt x="17887" y="56796"/>
                    <a:pt x="25582" y="58197"/>
                    <a:pt x="30442" y="60543"/>
                  </a:cubicBezTo>
                  <a:cubicBezTo>
                    <a:pt x="30815" y="60727"/>
                    <a:pt x="31200" y="60811"/>
                    <a:pt x="31574" y="60811"/>
                  </a:cubicBezTo>
                  <a:cubicBezTo>
                    <a:pt x="33038" y="60811"/>
                    <a:pt x="34344" y="59529"/>
                    <a:pt x="34211" y="57908"/>
                  </a:cubicBezTo>
                  <a:cubicBezTo>
                    <a:pt x="32443" y="37794"/>
                    <a:pt x="32777" y="16745"/>
                    <a:pt x="336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7" name="Google Shape;2597;p13"/>
            <p:cNvSpPr/>
            <p:nvPr/>
          </p:nvSpPr>
          <p:spPr>
            <a:xfrm>
              <a:off x="-334300" y="3856200"/>
              <a:ext cx="1833000" cy="1095200"/>
            </a:xfrm>
            <a:custGeom>
              <a:avLst/>
              <a:gdLst/>
              <a:ahLst/>
              <a:cxnLst/>
              <a:rect l="l" t="t" r="r" b="b"/>
              <a:pathLst>
                <a:path w="73320" h="43808" extrusionOk="0">
                  <a:moveTo>
                    <a:pt x="100" y="0"/>
                  </a:moveTo>
                  <a:lnTo>
                    <a:pt x="0" y="334"/>
                  </a:lnTo>
                  <a:cubicBezTo>
                    <a:pt x="23450" y="12276"/>
                    <a:pt x="51837" y="29588"/>
                    <a:pt x="67248" y="43131"/>
                  </a:cubicBezTo>
                  <a:cubicBezTo>
                    <a:pt x="67767" y="43597"/>
                    <a:pt x="68383" y="43807"/>
                    <a:pt x="68988" y="43807"/>
                  </a:cubicBezTo>
                  <a:cubicBezTo>
                    <a:pt x="70289" y="43807"/>
                    <a:pt x="71538" y="42833"/>
                    <a:pt x="71651" y="41330"/>
                  </a:cubicBezTo>
                  <a:cubicBezTo>
                    <a:pt x="71818" y="38961"/>
                    <a:pt x="72218" y="36326"/>
                    <a:pt x="72986" y="34125"/>
                  </a:cubicBezTo>
                  <a:cubicBezTo>
                    <a:pt x="73319" y="33091"/>
                    <a:pt x="73052" y="31956"/>
                    <a:pt x="72252" y="31256"/>
                  </a:cubicBezTo>
                  <a:cubicBezTo>
                    <a:pt x="56274" y="16712"/>
                    <a:pt x="11275" y="0"/>
                    <a:pt x="10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8" name="Google Shape;2598;p13"/>
            <p:cNvSpPr/>
            <p:nvPr/>
          </p:nvSpPr>
          <p:spPr>
            <a:xfrm>
              <a:off x="-338475" y="3862875"/>
              <a:ext cx="1687900" cy="1388950"/>
            </a:xfrm>
            <a:custGeom>
              <a:avLst/>
              <a:gdLst/>
              <a:ahLst/>
              <a:cxnLst/>
              <a:rect l="l" t="t" r="r" b="b"/>
              <a:pathLst>
                <a:path w="67516" h="55558" extrusionOk="0">
                  <a:moveTo>
                    <a:pt x="67" y="0"/>
                  </a:moveTo>
                  <a:cubicBezTo>
                    <a:pt x="34" y="67"/>
                    <a:pt x="34" y="33"/>
                    <a:pt x="0" y="67"/>
                  </a:cubicBezTo>
                  <a:cubicBezTo>
                    <a:pt x="16979" y="16979"/>
                    <a:pt x="36593" y="38361"/>
                    <a:pt x="44466" y="54072"/>
                  </a:cubicBezTo>
                  <a:cubicBezTo>
                    <a:pt x="44945" y="55049"/>
                    <a:pt x="45883" y="55558"/>
                    <a:pt x="46835" y="55558"/>
                  </a:cubicBezTo>
                  <a:cubicBezTo>
                    <a:pt x="47605" y="55558"/>
                    <a:pt x="48384" y="55225"/>
                    <a:pt x="48935" y="54539"/>
                  </a:cubicBezTo>
                  <a:cubicBezTo>
                    <a:pt x="53238" y="49135"/>
                    <a:pt x="58676" y="46367"/>
                    <a:pt x="64080" y="46033"/>
                  </a:cubicBezTo>
                  <a:cubicBezTo>
                    <a:pt x="66481" y="45900"/>
                    <a:pt x="67515" y="42931"/>
                    <a:pt x="65681" y="41363"/>
                  </a:cubicBezTo>
                  <a:cubicBezTo>
                    <a:pt x="49936" y="28053"/>
                    <a:pt x="22650" y="11508"/>
                    <a:pt x="6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9" name="Google Shape;2599;p13"/>
            <p:cNvSpPr/>
            <p:nvPr/>
          </p:nvSpPr>
          <p:spPr>
            <a:xfrm>
              <a:off x="-379350" y="3864525"/>
              <a:ext cx="1148675" cy="1546025"/>
            </a:xfrm>
            <a:custGeom>
              <a:avLst/>
              <a:gdLst/>
              <a:ahLst/>
              <a:cxnLst/>
              <a:rect l="l" t="t" r="r" b="b"/>
              <a:pathLst>
                <a:path w="45947" h="61841" extrusionOk="0">
                  <a:moveTo>
                    <a:pt x="1635" y="1"/>
                  </a:moveTo>
                  <a:cubicBezTo>
                    <a:pt x="1602" y="34"/>
                    <a:pt x="1569" y="34"/>
                    <a:pt x="1502" y="34"/>
                  </a:cubicBezTo>
                  <a:cubicBezTo>
                    <a:pt x="1402" y="168"/>
                    <a:pt x="1302" y="334"/>
                    <a:pt x="1168" y="501"/>
                  </a:cubicBezTo>
                  <a:cubicBezTo>
                    <a:pt x="301" y="17547"/>
                    <a:pt x="1" y="38995"/>
                    <a:pt x="1869" y="59443"/>
                  </a:cubicBezTo>
                  <a:cubicBezTo>
                    <a:pt x="1989" y="60884"/>
                    <a:pt x="3215" y="61841"/>
                    <a:pt x="4515" y="61841"/>
                  </a:cubicBezTo>
                  <a:cubicBezTo>
                    <a:pt x="5021" y="61841"/>
                    <a:pt x="5538" y="61696"/>
                    <a:pt x="6005" y="61378"/>
                  </a:cubicBezTo>
                  <a:cubicBezTo>
                    <a:pt x="12280" y="57075"/>
                    <a:pt x="22400" y="54418"/>
                    <a:pt x="31722" y="54418"/>
                  </a:cubicBezTo>
                  <a:cubicBezTo>
                    <a:pt x="35335" y="54418"/>
                    <a:pt x="38828" y="54817"/>
                    <a:pt x="41931" y="55674"/>
                  </a:cubicBezTo>
                  <a:cubicBezTo>
                    <a:pt x="42172" y="55738"/>
                    <a:pt x="42409" y="55768"/>
                    <a:pt x="42637" y="55768"/>
                  </a:cubicBezTo>
                  <a:cubicBezTo>
                    <a:pt x="44562" y="55768"/>
                    <a:pt x="45947" y="53653"/>
                    <a:pt x="44933" y="51805"/>
                  </a:cubicBezTo>
                  <a:cubicBezTo>
                    <a:pt x="36427" y="36360"/>
                    <a:pt x="17847" y="16112"/>
                    <a:pt x="16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600" name="Google Shape;2600;p13"/>
            <p:cNvGrpSpPr/>
            <p:nvPr/>
          </p:nvGrpSpPr>
          <p:grpSpPr>
            <a:xfrm>
              <a:off x="-2125575" y="3574325"/>
              <a:ext cx="3624275" cy="1836225"/>
              <a:chOff x="-4100775" y="3456250"/>
              <a:chExt cx="3624275" cy="1836225"/>
            </a:xfrm>
          </p:grpSpPr>
          <p:sp>
            <p:nvSpPr>
              <p:cNvPr id="2601" name="Google Shape;2601;p13"/>
              <p:cNvSpPr/>
              <p:nvPr/>
            </p:nvSpPr>
            <p:spPr>
              <a:xfrm>
                <a:off x="-4100775" y="3738950"/>
                <a:ext cx="1777125" cy="1163775"/>
              </a:xfrm>
              <a:custGeom>
                <a:avLst/>
                <a:gdLst/>
                <a:ahLst/>
                <a:cxnLst/>
                <a:rect l="l" t="t" r="r" b="b"/>
                <a:pathLst>
                  <a:path w="71085" h="46551" extrusionOk="0">
                    <a:moveTo>
                      <a:pt x="71051" y="1"/>
                    </a:moveTo>
                    <a:cubicBezTo>
                      <a:pt x="59209" y="601"/>
                      <a:pt x="18213" y="15879"/>
                      <a:pt x="1301" y="29722"/>
                    </a:cubicBezTo>
                    <a:cubicBezTo>
                      <a:pt x="100" y="30723"/>
                      <a:pt x="0" y="32524"/>
                      <a:pt x="1101" y="33625"/>
                    </a:cubicBezTo>
                    <a:cubicBezTo>
                      <a:pt x="3569" y="36060"/>
                      <a:pt x="5371" y="39762"/>
                      <a:pt x="5904" y="44166"/>
                    </a:cubicBezTo>
                    <a:cubicBezTo>
                      <a:pt x="6057" y="45630"/>
                      <a:pt x="7285" y="46551"/>
                      <a:pt x="8555" y="46551"/>
                    </a:cubicBezTo>
                    <a:cubicBezTo>
                      <a:pt x="9222" y="46551"/>
                      <a:pt x="9901" y="46296"/>
                      <a:pt x="10441" y="45733"/>
                    </a:cubicBezTo>
                    <a:cubicBezTo>
                      <a:pt x="24151" y="31390"/>
                      <a:pt x="50203" y="12610"/>
                      <a:pt x="71051" y="568"/>
                    </a:cubicBezTo>
                    <a:cubicBezTo>
                      <a:pt x="71051" y="401"/>
                      <a:pt x="71051" y="201"/>
                      <a:pt x="71084" y="1"/>
                    </a:cubicBezTo>
                    <a:close/>
                  </a:path>
                </a:pathLst>
              </a:custGeom>
              <a:solidFill>
                <a:srgbClr val="191919">
                  <a:alpha val="284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2" name="Google Shape;2602;p13"/>
              <p:cNvSpPr/>
              <p:nvPr/>
            </p:nvSpPr>
            <p:spPr>
              <a:xfrm>
                <a:off x="-3852275" y="3753125"/>
                <a:ext cx="1529450" cy="1427300"/>
              </a:xfrm>
              <a:custGeom>
                <a:avLst/>
                <a:gdLst/>
                <a:ahLst/>
                <a:cxnLst/>
                <a:rect l="l" t="t" r="r" b="b"/>
                <a:pathLst>
                  <a:path w="61178" h="57092" extrusionOk="0">
                    <a:moveTo>
                      <a:pt x="61111" y="1"/>
                    </a:moveTo>
                    <a:cubicBezTo>
                      <a:pt x="40830" y="11709"/>
                      <a:pt x="15678" y="29789"/>
                      <a:pt x="1668" y="43932"/>
                    </a:cubicBezTo>
                    <a:cubicBezTo>
                      <a:pt x="1" y="45633"/>
                      <a:pt x="1235" y="48435"/>
                      <a:pt x="3603" y="48435"/>
                    </a:cubicBezTo>
                    <a:cubicBezTo>
                      <a:pt x="10441" y="48469"/>
                      <a:pt x="18947" y="51604"/>
                      <a:pt x="23250" y="56208"/>
                    </a:cubicBezTo>
                    <a:cubicBezTo>
                      <a:pt x="23794" y="56806"/>
                      <a:pt x="24517" y="57091"/>
                      <a:pt x="25231" y="57091"/>
                    </a:cubicBezTo>
                    <a:cubicBezTo>
                      <a:pt x="26228" y="57091"/>
                      <a:pt x="27207" y="56537"/>
                      <a:pt x="27654" y="55507"/>
                    </a:cubicBezTo>
                    <a:cubicBezTo>
                      <a:pt x="34525" y="39529"/>
                      <a:pt x="48001" y="18180"/>
                      <a:pt x="61178" y="101"/>
                    </a:cubicBezTo>
                    <a:cubicBezTo>
                      <a:pt x="61144" y="34"/>
                      <a:pt x="61144" y="67"/>
                      <a:pt x="61111" y="1"/>
                    </a:cubicBezTo>
                    <a:close/>
                  </a:path>
                </a:pathLst>
              </a:custGeom>
              <a:solidFill>
                <a:srgbClr val="191919">
                  <a:alpha val="189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3" name="Google Shape;2603;p13"/>
              <p:cNvSpPr/>
              <p:nvPr/>
            </p:nvSpPr>
            <p:spPr>
              <a:xfrm>
                <a:off x="-3165600" y="3758975"/>
                <a:ext cx="858600" cy="1520275"/>
              </a:xfrm>
              <a:custGeom>
                <a:avLst/>
                <a:gdLst/>
                <a:ahLst/>
                <a:cxnLst/>
                <a:rect l="l" t="t" r="r" b="b"/>
                <a:pathLst>
                  <a:path w="34344" h="60811" extrusionOk="0">
                    <a:moveTo>
                      <a:pt x="33610" y="0"/>
                    </a:moveTo>
                    <a:lnTo>
                      <a:pt x="33610" y="0"/>
                    </a:lnTo>
                    <a:cubicBezTo>
                      <a:pt x="20868" y="17479"/>
                      <a:pt x="7859" y="38027"/>
                      <a:pt x="820" y="53805"/>
                    </a:cubicBezTo>
                    <a:cubicBezTo>
                      <a:pt x="1" y="55627"/>
                      <a:pt x="1392" y="57532"/>
                      <a:pt x="3259" y="57532"/>
                    </a:cubicBezTo>
                    <a:cubicBezTo>
                      <a:pt x="3442" y="57532"/>
                      <a:pt x="3631" y="57514"/>
                      <a:pt x="3823" y="57475"/>
                    </a:cubicBezTo>
                    <a:cubicBezTo>
                      <a:pt x="5960" y="57013"/>
                      <a:pt x="8473" y="56796"/>
                      <a:pt x="11131" y="56796"/>
                    </a:cubicBezTo>
                    <a:cubicBezTo>
                      <a:pt x="17887" y="56796"/>
                      <a:pt x="25582" y="58197"/>
                      <a:pt x="30442" y="60543"/>
                    </a:cubicBezTo>
                    <a:cubicBezTo>
                      <a:pt x="30815" y="60727"/>
                      <a:pt x="31200" y="60811"/>
                      <a:pt x="31574" y="60811"/>
                    </a:cubicBezTo>
                    <a:cubicBezTo>
                      <a:pt x="33038" y="60811"/>
                      <a:pt x="34344" y="59529"/>
                      <a:pt x="34211" y="57908"/>
                    </a:cubicBezTo>
                    <a:cubicBezTo>
                      <a:pt x="32443" y="37794"/>
                      <a:pt x="32777" y="16745"/>
                      <a:pt x="33610" y="0"/>
                    </a:cubicBezTo>
                    <a:close/>
                  </a:path>
                </a:pathLst>
              </a:custGeom>
              <a:solidFill>
                <a:srgbClr val="191919">
                  <a:alpha val="150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4" name="Google Shape;2604;p13"/>
              <p:cNvSpPr/>
              <p:nvPr/>
            </p:nvSpPr>
            <p:spPr>
              <a:xfrm>
                <a:off x="-2309500" y="3738125"/>
                <a:ext cx="1833000" cy="1095200"/>
              </a:xfrm>
              <a:custGeom>
                <a:avLst/>
                <a:gdLst/>
                <a:ahLst/>
                <a:cxnLst/>
                <a:rect l="l" t="t" r="r" b="b"/>
                <a:pathLst>
                  <a:path w="73320" h="43808" extrusionOk="0">
                    <a:moveTo>
                      <a:pt x="100" y="0"/>
                    </a:moveTo>
                    <a:lnTo>
                      <a:pt x="0" y="334"/>
                    </a:lnTo>
                    <a:cubicBezTo>
                      <a:pt x="23450" y="12276"/>
                      <a:pt x="51837" y="29588"/>
                      <a:pt x="67248" y="43131"/>
                    </a:cubicBezTo>
                    <a:cubicBezTo>
                      <a:pt x="67767" y="43597"/>
                      <a:pt x="68383" y="43807"/>
                      <a:pt x="68988" y="43807"/>
                    </a:cubicBezTo>
                    <a:cubicBezTo>
                      <a:pt x="70289" y="43807"/>
                      <a:pt x="71538" y="42833"/>
                      <a:pt x="71651" y="41330"/>
                    </a:cubicBezTo>
                    <a:cubicBezTo>
                      <a:pt x="71818" y="38961"/>
                      <a:pt x="72218" y="36326"/>
                      <a:pt x="72986" y="34125"/>
                    </a:cubicBezTo>
                    <a:cubicBezTo>
                      <a:pt x="73319" y="33091"/>
                      <a:pt x="73052" y="31956"/>
                      <a:pt x="72252" y="31256"/>
                    </a:cubicBezTo>
                    <a:cubicBezTo>
                      <a:pt x="56274" y="16712"/>
                      <a:pt x="11275" y="0"/>
                      <a:pt x="100" y="0"/>
                    </a:cubicBezTo>
                    <a:close/>
                  </a:path>
                </a:pathLst>
              </a:custGeom>
              <a:solidFill>
                <a:srgbClr val="191919">
                  <a:alpha val="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5" name="Google Shape;2605;p13"/>
              <p:cNvSpPr/>
              <p:nvPr/>
            </p:nvSpPr>
            <p:spPr>
              <a:xfrm>
                <a:off x="-2313675" y="3744800"/>
                <a:ext cx="1687900" cy="1388950"/>
              </a:xfrm>
              <a:custGeom>
                <a:avLst/>
                <a:gdLst/>
                <a:ahLst/>
                <a:cxnLst/>
                <a:rect l="l" t="t" r="r" b="b"/>
                <a:pathLst>
                  <a:path w="67516" h="55558" extrusionOk="0">
                    <a:moveTo>
                      <a:pt x="67" y="0"/>
                    </a:moveTo>
                    <a:cubicBezTo>
                      <a:pt x="34" y="67"/>
                      <a:pt x="34" y="33"/>
                      <a:pt x="0" y="67"/>
                    </a:cubicBezTo>
                    <a:cubicBezTo>
                      <a:pt x="16979" y="16979"/>
                      <a:pt x="36593" y="38361"/>
                      <a:pt x="44466" y="54072"/>
                    </a:cubicBezTo>
                    <a:cubicBezTo>
                      <a:pt x="44945" y="55049"/>
                      <a:pt x="45883" y="55558"/>
                      <a:pt x="46835" y="55558"/>
                    </a:cubicBezTo>
                    <a:cubicBezTo>
                      <a:pt x="47605" y="55558"/>
                      <a:pt x="48384" y="55225"/>
                      <a:pt x="48935" y="54539"/>
                    </a:cubicBezTo>
                    <a:cubicBezTo>
                      <a:pt x="53238" y="49135"/>
                      <a:pt x="58676" y="46367"/>
                      <a:pt x="64080" y="46033"/>
                    </a:cubicBezTo>
                    <a:cubicBezTo>
                      <a:pt x="66481" y="45900"/>
                      <a:pt x="67515" y="42931"/>
                      <a:pt x="65681" y="41363"/>
                    </a:cubicBezTo>
                    <a:cubicBezTo>
                      <a:pt x="49936" y="28053"/>
                      <a:pt x="22650" y="11508"/>
                      <a:pt x="67" y="0"/>
                    </a:cubicBezTo>
                    <a:close/>
                  </a:path>
                </a:pathLst>
              </a:custGeom>
              <a:solidFill>
                <a:srgbClr val="191919">
                  <a:alpha val="61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6" name="Google Shape;2606;p13"/>
              <p:cNvSpPr/>
              <p:nvPr/>
            </p:nvSpPr>
            <p:spPr>
              <a:xfrm>
                <a:off x="-2354550" y="3746450"/>
                <a:ext cx="1148675" cy="1546025"/>
              </a:xfrm>
              <a:custGeom>
                <a:avLst/>
                <a:gdLst/>
                <a:ahLst/>
                <a:cxnLst/>
                <a:rect l="l" t="t" r="r" b="b"/>
                <a:pathLst>
                  <a:path w="45947" h="61841" extrusionOk="0">
                    <a:moveTo>
                      <a:pt x="1635" y="1"/>
                    </a:moveTo>
                    <a:cubicBezTo>
                      <a:pt x="1602" y="34"/>
                      <a:pt x="1569" y="34"/>
                      <a:pt x="1502" y="34"/>
                    </a:cubicBezTo>
                    <a:cubicBezTo>
                      <a:pt x="1402" y="168"/>
                      <a:pt x="1302" y="334"/>
                      <a:pt x="1168" y="501"/>
                    </a:cubicBezTo>
                    <a:cubicBezTo>
                      <a:pt x="301" y="17547"/>
                      <a:pt x="1" y="38995"/>
                      <a:pt x="1869" y="59443"/>
                    </a:cubicBezTo>
                    <a:cubicBezTo>
                      <a:pt x="1989" y="60884"/>
                      <a:pt x="3215" y="61841"/>
                      <a:pt x="4515" y="61841"/>
                    </a:cubicBezTo>
                    <a:cubicBezTo>
                      <a:pt x="5021" y="61841"/>
                      <a:pt x="5538" y="61696"/>
                      <a:pt x="6005" y="61378"/>
                    </a:cubicBezTo>
                    <a:cubicBezTo>
                      <a:pt x="12280" y="57075"/>
                      <a:pt x="22400" y="54418"/>
                      <a:pt x="31722" y="54418"/>
                    </a:cubicBezTo>
                    <a:cubicBezTo>
                      <a:pt x="35335" y="54418"/>
                      <a:pt x="38828" y="54817"/>
                      <a:pt x="41931" y="55674"/>
                    </a:cubicBezTo>
                    <a:cubicBezTo>
                      <a:pt x="42172" y="55738"/>
                      <a:pt x="42409" y="55768"/>
                      <a:pt x="42637" y="55768"/>
                    </a:cubicBezTo>
                    <a:cubicBezTo>
                      <a:pt x="44562" y="55768"/>
                      <a:pt x="45947" y="53653"/>
                      <a:pt x="44933" y="51805"/>
                    </a:cubicBezTo>
                    <a:cubicBezTo>
                      <a:pt x="36427" y="36360"/>
                      <a:pt x="17847" y="16112"/>
                      <a:pt x="1635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7" name="Google Shape;2607;p13"/>
              <p:cNvSpPr/>
              <p:nvPr/>
            </p:nvSpPr>
            <p:spPr>
              <a:xfrm>
                <a:off x="-4100775" y="3738950"/>
                <a:ext cx="2249125" cy="1553525"/>
              </a:xfrm>
              <a:custGeom>
                <a:avLst/>
                <a:gdLst/>
                <a:ahLst/>
                <a:cxnLst/>
                <a:rect l="l" t="t" r="r" b="b"/>
                <a:pathLst>
                  <a:path w="89965" h="62141" extrusionOk="0">
                    <a:moveTo>
                      <a:pt x="71585" y="58242"/>
                    </a:moveTo>
                    <a:lnTo>
                      <a:pt x="71585" y="58242"/>
                    </a:lnTo>
                    <a:cubicBezTo>
                      <a:pt x="71590" y="58323"/>
                      <a:pt x="71595" y="58404"/>
                      <a:pt x="71601" y="58485"/>
                    </a:cubicBezTo>
                    <a:lnTo>
                      <a:pt x="71601" y="58485"/>
                    </a:lnTo>
                    <a:cubicBezTo>
                      <a:pt x="71593" y="58407"/>
                      <a:pt x="71585" y="58324"/>
                      <a:pt x="71585" y="58242"/>
                    </a:cubicBezTo>
                    <a:close/>
                    <a:moveTo>
                      <a:pt x="71017" y="1"/>
                    </a:moveTo>
                    <a:lnTo>
                      <a:pt x="71017" y="1"/>
                    </a:lnTo>
                    <a:cubicBezTo>
                      <a:pt x="59142" y="634"/>
                      <a:pt x="18180" y="15879"/>
                      <a:pt x="1301" y="29722"/>
                    </a:cubicBezTo>
                    <a:cubicBezTo>
                      <a:pt x="100" y="30723"/>
                      <a:pt x="0" y="32524"/>
                      <a:pt x="1101" y="33625"/>
                    </a:cubicBezTo>
                    <a:cubicBezTo>
                      <a:pt x="3569" y="36060"/>
                      <a:pt x="5371" y="39762"/>
                      <a:pt x="5871" y="44166"/>
                    </a:cubicBezTo>
                    <a:cubicBezTo>
                      <a:pt x="6046" y="45630"/>
                      <a:pt x="7281" y="46551"/>
                      <a:pt x="8544" y="46551"/>
                    </a:cubicBezTo>
                    <a:cubicBezTo>
                      <a:pt x="9208" y="46551"/>
                      <a:pt x="9879" y="46296"/>
                      <a:pt x="10408" y="45733"/>
                    </a:cubicBezTo>
                    <a:cubicBezTo>
                      <a:pt x="10808" y="45333"/>
                      <a:pt x="11208" y="44933"/>
                      <a:pt x="11608" y="44532"/>
                    </a:cubicBezTo>
                    <a:lnTo>
                      <a:pt x="11608" y="44532"/>
                    </a:lnTo>
                    <a:cubicBezTo>
                      <a:pt x="9974" y="46200"/>
                      <a:pt x="11175" y="49002"/>
                      <a:pt x="13543" y="49002"/>
                    </a:cubicBezTo>
                    <a:cubicBezTo>
                      <a:pt x="20381" y="49036"/>
                      <a:pt x="28887" y="52171"/>
                      <a:pt x="33190" y="56775"/>
                    </a:cubicBezTo>
                    <a:cubicBezTo>
                      <a:pt x="33734" y="57373"/>
                      <a:pt x="34457" y="57658"/>
                      <a:pt x="35171" y="57658"/>
                    </a:cubicBezTo>
                    <a:cubicBezTo>
                      <a:pt x="36168" y="57658"/>
                      <a:pt x="37147" y="57104"/>
                      <a:pt x="37594" y="56074"/>
                    </a:cubicBezTo>
                    <a:cubicBezTo>
                      <a:pt x="37794" y="55574"/>
                      <a:pt x="37994" y="55107"/>
                      <a:pt x="38227" y="54606"/>
                    </a:cubicBezTo>
                    <a:lnTo>
                      <a:pt x="38227" y="54606"/>
                    </a:lnTo>
                    <a:cubicBezTo>
                      <a:pt x="37408" y="56428"/>
                      <a:pt x="38799" y="58333"/>
                      <a:pt x="40666" y="58333"/>
                    </a:cubicBezTo>
                    <a:cubicBezTo>
                      <a:pt x="40849" y="58333"/>
                      <a:pt x="41038" y="58315"/>
                      <a:pt x="41230" y="58276"/>
                    </a:cubicBezTo>
                    <a:cubicBezTo>
                      <a:pt x="43367" y="57814"/>
                      <a:pt x="45880" y="57597"/>
                      <a:pt x="48538" y="57597"/>
                    </a:cubicBezTo>
                    <a:cubicBezTo>
                      <a:pt x="55294" y="57597"/>
                      <a:pt x="62989" y="58998"/>
                      <a:pt x="67849" y="61344"/>
                    </a:cubicBezTo>
                    <a:cubicBezTo>
                      <a:pt x="68217" y="61519"/>
                      <a:pt x="68597" y="61599"/>
                      <a:pt x="68967" y="61599"/>
                    </a:cubicBezTo>
                    <a:cubicBezTo>
                      <a:pt x="70405" y="61599"/>
                      <a:pt x="71694" y="60389"/>
                      <a:pt x="71625" y="58814"/>
                    </a:cubicBezTo>
                    <a:lnTo>
                      <a:pt x="71625" y="58814"/>
                    </a:lnTo>
                    <a:cubicBezTo>
                      <a:pt x="71648" y="59124"/>
                      <a:pt x="71677" y="59434"/>
                      <a:pt x="71718" y="59743"/>
                    </a:cubicBezTo>
                    <a:cubicBezTo>
                      <a:pt x="71838" y="61184"/>
                      <a:pt x="73064" y="62141"/>
                      <a:pt x="74364" y="62141"/>
                    </a:cubicBezTo>
                    <a:cubicBezTo>
                      <a:pt x="74870" y="62141"/>
                      <a:pt x="75387" y="61996"/>
                      <a:pt x="75854" y="61678"/>
                    </a:cubicBezTo>
                    <a:cubicBezTo>
                      <a:pt x="79557" y="59143"/>
                      <a:pt x="84560" y="57175"/>
                      <a:pt x="89964" y="56007"/>
                    </a:cubicBezTo>
                    <a:cubicBezTo>
                      <a:pt x="89764" y="55974"/>
                      <a:pt x="89531" y="55874"/>
                      <a:pt x="89331" y="55774"/>
                    </a:cubicBezTo>
                    <a:cubicBezTo>
                      <a:pt x="84466" y="53426"/>
                      <a:pt x="76762" y="52041"/>
                      <a:pt x="70001" y="52041"/>
                    </a:cubicBezTo>
                    <a:cubicBezTo>
                      <a:pt x="67350" y="52041"/>
                      <a:pt x="64844" y="52254"/>
                      <a:pt x="62712" y="52705"/>
                    </a:cubicBezTo>
                    <a:cubicBezTo>
                      <a:pt x="62205" y="52816"/>
                      <a:pt x="61561" y="52870"/>
                      <a:pt x="60853" y="52870"/>
                    </a:cubicBezTo>
                    <a:cubicBezTo>
                      <a:pt x="58578" y="52870"/>
                      <a:pt x="55657" y="52306"/>
                      <a:pt x="54639" y="51237"/>
                    </a:cubicBezTo>
                    <a:cubicBezTo>
                      <a:pt x="50369" y="46601"/>
                      <a:pt x="41830" y="43498"/>
                      <a:pt x="35025" y="43465"/>
                    </a:cubicBezTo>
                    <a:cubicBezTo>
                      <a:pt x="32657" y="43465"/>
                      <a:pt x="27620" y="40863"/>
                      <a:pt x="27353" y="38628"/>
                    </a:cubicBezTo>
                    <a:cubicBezTo>
                      <a:pt x="26853" y="34225"/>
                      <a:pt x="25051" y="30522"/>
                      <a:pt x="22550" y="28054"/>
                    </a:cubicBezTo>
                    <a:cubicBezTo>
                      <a:pt x="21449" y="26987"/>
                      <a:pt x="21582" y="25152"/>
                      <a:pt x="22783" y="24185"/>
                    </a:cubicBezTo>
                    <a:cubicBezTo>
                      <a:pt x="33624" y="15278"/>
                      <a:pt x="54406" y="5805"/>
                      <a:pt x="71017" y="1"/>
                    </a:cubicBezTo>
                    <a:close/>
                  </a:path>
                </a:pathLst>
              </a:custGeom>
              <a:solidFill>
                <a:srgbClr val="191919">
                  <a:alpha val="284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8" name="Google Shape;2608;p13"/>
              <p:cNvSpPr/>
              <p:nvPr/>
            </p:nvSpPr>
            <p:spPr>
              <a:xfrm>
                <a:off x="-2392900" y="3456250"/>
                <a:ext cx="184325" cy="255200"/>
              </a:xfrm>
              <a:custGeom>
                <a:avLst/>
                <a:gdLst/>
                <a:ahLst/>
                <a:cxnLst/>
                <a:rect l="l" t="t" r="r" b="b"/>
                <a:pathLst>
                  <a:path w="7373" h="10208" extrusionOk="0">
                    <a:moveTo>
                      <a:pt x="3670" y="0"/>
                    </a:moveTo>
                    <a:cubicBezTo>
                      <a:pt x="1835" y="0"/>
                      <a:pt x="1" y="10208"/>
                      <a:pt x="1" y="10208"/>
                    </a:cubicBezTo>
                    <a:lnTo>
                      <a:pt x="7372" y="10208"/>
                    </a:lnTo>
                    <a:cubicBezTo>
                      <a:pt x="7372" y="10208"/>
                      <a:pt x="5538" y="0"/>
                      <a:pt x="36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9" name="Google Shape;2609;p13"/>
              <p:cNvSpPr/>
              <p:nvPr/>
            </p:nvSpPr>
            <p:spPr>
              <a:xfrm>
                <a:off x="-2447950" y="3655550"/>
                <a:ext cx="293575" cy="111775"/>
              </a:xfrm>
              <a:custGeom>
                <a:avLst/>
                <a:gdLst/>
                <a:ahLst/>
                <a:cxnLst/>
                <a:rect l="l" t="t" r="r" b="b"/>
                <a:pathLst>
                  <a:path w="11743" h="4471" extrusionOk="0">
                    <a:moveTo>
                      <a:pt x="2002" y="1"/>
                    </a:moveTo>
                    <a:cubicBezTo>
                      <a:pt x="902" y="1"/>
                      <a:pt x="1" y="902"/>
                      <a:pt x="1" y="2002"/>
                    </a:cubicBezTo>
                    <a:lnTo>
                      <a:pt x="1" y="2469"/>
                    </a:lnTo>
                    <a:cubicBezTo>
                      <a:pt x="1" y="3570"/>
                      <a:pt x="902" y="4471"/>
                      <a:pt x="2002" y="4471"/>
                    </a:cubicBezTo>
                    <a:lnTo>
                      <a:pt x="9741" y="4471"/>
                    </a:lnTo>
                    <a:cubicBezTo>
                      <a:pt x="10875" y="4471"/>
                      <a:pt x="11743" y="3570"/>
                      <a:pt x="11743" y="2469"/>
                    </a:cubicBezTo>
                    <a:lnTo>
                      <a:pt x="11743" y="2002"/>
                    </a:lnTo>
                    <a:cubicBezTo>
                      <a:pt x="11743" y="902"/>
                      <a:pt x="10875" y="1"/>
                      <a:pt x="974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610" name="Google Shape;2610;p13"/>
          <p:cNvGrpSpPr/>
          <p:nvPr/>
        </p:nvGrpSpPr>
        <p:grpSpPr>
          <a:xfrm>
            <a:off x="451898" y="4758781"/>
            <a:ext cx="3369488" cy="1707138"/>
            <a:chOff x="-939100" y="529913"/>
            <a:chExt cx="3624275" cy="1836225"/>
          </a:xfrm>
        </p:grpSpPr>
        <p:sp>
          <p:nvSpPr>
            <p:cNvPr id="2611" name="Google Shape;2611;p13"/>
            <p:cNvSpPr/>
            <p:nvPr/>
          </p:nvSpPr>
          <p:spPr>
            <a:xfrm>
              <a:off x="-939100" y="812613"/>
              <a:ext cx="1777125" cy="1163775"/>
            </a:xfrm>
            <a:custGeom>
              <a:avLst/>
              <a:gdLst/>
              <a:ahLst/>
              <a:cxnLst/>
              <a:rect l="l" t="t" r="r" b="b"/>
              <a:pathLst>
                <a:path w="71085" h="46551" extrusionOk="0">
                  <a:moveTo>
                    <a:pt x="71051" y="1"/>
                  </a:moveTo>
                  <a:cubicBezTo>
                    <a:pt x="59209" y="601"/>
                    <a:pt x="18213" y="15879"/>
                    <a:pt x="1301" y="29722"/>
                  </a:cubicBezTo>
                  <a:cubicBezTo>
                    <a:pt x="100" y="30723"/>
                    <a:pt x="0" y="32524"/>
                    <a:pt x="1101" y="33625"/>
                  </a:cubicBezTo>
                  <a:cubicBezTo>
                    <a:pt x="3569" y="36060"/>
                    <a:pt x="5371" y="39762"/>
                    <a:pt x="5904" y="44166"/>
                  </a:cubicBezTo>
                  <a:cubicBezTo>
                    <a:pt x="6057" y="45630"/>
                    <a:pt x="7285" y="46551"/>
                    <a:pt x="8555" y="46551"/>
                  </a:cubicBezTo>
                  <a:cubicBezTo>
                    <a:pt x="9222" y="46551"/>
                    <a:pt x="9901" y="46296"/>
                    <a:pt x="10441" y="45733"/>
                  </a:cubicBezTo>
                  <a:cubicBezTo>
                    <a:pt x="24151" y="31390"/>
                    <a:pt x="50203" y="12610"/>
                    <a:pt x="71051" y="568"/>
                  </a:cubicBezTo>
                  <a:cubicBezTo>
                    <a:pt x="71051" y="401"/>
                    <a:pt x="71051" y="201"/>
                    <a:pt x="7108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2" name="Google Shape;2612;p13"/>
            <p:cNvSpPr/>
            <p:nvPr/>
          </p:nvSpPr>
          <p:spPr>
            <a:xfrm>
              <a:off x="-690600" y="826788"/>
              <a:ext cx="1529450" cy="1427300"/>
            </a:xfrm>
            <a:custGeom>
              <a:avLst/>
              <a:gdLst/>
              <a:ahLst/>
              <a:cxnLst/>
              <a:rect l="l" t="t" r="r" b="b"/>
              <a:pathLst>
                <a:path w="61178" h="57092" extrusionOk="0">
                  <a:moveTo>
                    <a:pt x="61111" y="1"/>
                  </a:moveTo>
                  <a:cubicBezTo>
                    <a:pt x="40830" y="11709"/>
                    <a:pt x="15678" y="29789"/>
                    <a:pt x="1668" y="43932"/>
                  </a:cubicBezTo>
                  <a:cubicBezTo>
                    <a:pt x="1" y="45633"/>
                    <a:pt x="1235" y="48435"/>
                    <a:pt x="3603" y="48435"/>
                  </a:cubicBezTo>
                  <a:cubicBezTo>
                    <a:pt x="10441" y="48469"/>
                    <a:pt x="18947" y="51604"/>
                    <a:pt x="23250" y="56208"/>
                  </a:cubicBezTo>
                  <a:cubicBezTo>
                    <a:pt x="23794" y="56806"/>
                    <a:pt x="24517" y="57091"/>
                    <a:pt x="25231" y="57091"/>
                  </a:cubicBezTo>
                  <a:cubicBezTo>
                    <a:pt x="26228" y="57091"/>
                    <a:pt x="27207" y="56537"/>
                    <a:pt x="27654" y="55507"/>
                  </a:cubicBezTo>
                  <a:cubicBezTo>
                    <a:pt x="34525" y="39529"/>
                    <a:pt x="48001" y="18180"/>
                    <a:pt x="61178" y="101"/>
                  </a:cubicBezTo>
                  <a:cubicBezTo>
                    <a:pt x="61144" y="34"/>
                    <a:pt x="61144" y="67"/>
                    <a:pt x="611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3" name="Google Shape;2613;p13"/>
            <p:cNvSpPr/>
            <p:nvPr/>
          </p:nvSpPr>
          <p:spPr>
            <a:xfrm>
              <a:off x="-3925" y="832638"/>
              <a:ext cx="858600" cy="1520275"/>
            </a:xfrm>
            <a:custGeom>
              <a:avLst/>
              <a:gdLst/>
              <a:ahLst/>
              <a:cxnLst/>
              <a:rect l="l" t="t" r="r" b="b"/>
              <a:pathLst>
                <a:path w="34344" h="60811" extrusionOk="0">
                  <a:moveTo>
                    <a:pt x="33610" y="0"/>
                  </a:moveTo>
                  <a:lnTo>
                    <a:pt x="33610" y="0"/>
                  </a:lnTo>
                  <a:cubicBezTo>
                    <a:pt x="20868" y="17479"/>
                    <a:pt x="7859" y="38027"/>
                    <a:pt x="820" y="53805"/>
                  </a:cubicBezTo>
                  <a:cubicBezTo>
                    <a:pt x="1" y="55627"/>
                    <a:pt x="1392" y="57532"/>
                    <a:pt x="3259" y="57532"/>
                  </a:cubicBezTo>
                  <a:cubicBezTo>
                    <a:pt x="3442" y="57532"/>
                    <a:pt x="3631" y="57514"/>
                    <a:pt x="3823" y="57475"/>
                  </a:cubicBezTo>
                  <a:cubicBezTo>
                    <a:pt x="5960" y="57013"/>
                    <a:pt x="8473" y="56796"/>
                    <a:pt x="11131" y="56796"/>
                  </a:cubicBezTo>
                  <a:cubicBezTo>
                    <a:pt x="17887" y="56796"/>
                    <a:pt x="25582" y="58197"/>
                    <a:pt x="30442" y="60543"/>
                  </a:cubicBezTo>
                  <a:cubicBezTo>
                    <a:pt x="30815" y="60727"/>
                    <a:pt x="31200" y="60811"/>
                    <a:pt x="31574" y="60811"/>
                  </a:cubicBezTo>
                  <a:cubicBezTo>
                    <a:pt x="33038" y="60811"/>
                    <a:pt x="34344" y="59529"/>
                    <a:pt x="34211" y="57908"/>
                  </a:cubicBezTo>
                  <a:cubicBezTo>
                    <a:pt x="32443" y="37794"/>
                    <a:pt x="32777" y="16745"/>
                    <a:pt x="3361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4" name="Google Shape;2614;p13"/>
            <p:cNvSpPr/>
            <p:nvPr/>
          </p:nvSpPr>
          <p:spPr>
            <a:xfrm>
              <a:off x="852175" y="811788"/>
              <a:ext cx="1833000" cy="1095200"/>
            </a:xfrm>
            <a:custGeom>
              <a:avLst/>
              <a:gdLst/>
              <a:ahLst/>
              <a:cxnLst/>
              <a:rect l="l" t="t" r="r" b="b"/>
              <a:pathLst>
                <a:path w="73320" h="43808" extrusionOk="0">
                  <a:moveTo>
                    <a:pt x="100" y="0"/>
                  </a:moveTo>
                  <a:lnTo>
                    <a:pt x="0" y="334"/>
                  </a:lnTo>
                  <a:cubicBezTo>
                    <a:pt x="23450" y="12276"/>
                    <a:pt x="51837" y="29588"/>
                    <a:pt x="67248" y="43131"/>
                  </a:cubicBezTo>
                  <a:cubicBezTo>
                    <a:pt x="67767" y="43597"/>
                    <a:pt x="68383" y="43807"/>
                    <a:pt x="68988" y="43807"/>
                  </a:cubicBezTo>
                  <a:cubicBezTo>
                    <a:pt x="70289" y="43807"/>
                    <a:pt x="71538" y="42833"/>
                    <a:pt x="71651" y="41330"/>
                  </a:cubicBezTo>
                  <a:cubicBezTo>
                    <a:pt x="71818" y="38961"/>
                    <a:pt x="72218" y="36326"/>
                    <a:pt x="72986" y="34125"/>
                  </a:cubicBezTo>
                  <a:cubicBezTo>
                    <a:pt x="73319" y="33091"/>
                    <a:pt x="73052" y="31956"/>
                    <a:pt x="72252" y="31256"/>
                  </a:cubicBezTo>
                  <a:cubicBezTo>
                    <a:pt x="56274" y="16712"/>
                    <a:pt x="11275" y="0"/>
                    <a:pt x="10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5" name="Google Shape;2615;p13"/>
            <p:cNvSpPr/>
            <p:nvPr/>
          </p:nvSpPr>
          <p:spPr>
            <a:xfrm>
              <a:off x="848000" y="818463"/>
              <a:ext cx="1687900" cy="1388950"/>
            </a:xfrm>
            <a:custGeom>
              <a:avLst/>
              <a:gdLst/>
              <a:ahLst/>
              <a:cxnLst/>
              <a:rect l="l" t="t" r="r" b="b"/>
              <a:pathLst>
                <a:path w="67516" h="55558" extrusionOk="0">
                  <a:moveTo>
                    <a:pt x="67" y="0"/>
                  </a:moveTo>
                  <a:cubicBezTo>
                    <a:pt x="34" y="67"/>
                    <a:pt x="34" y="33"/>
                    <a:pt x="0" y="67"/>
                  </a:cubicBezTo>
                  <a:cubicBezTo>
                    <a:pt x="16979" y="16979"/>
                    <a:pt x="36593" y="38361"/>
                    <a:pt x="44466" y="54072"/>
                  </a:cubicBezTo>
                  <a:cubicBezTo>
                    <a:pt x="44945" y="55049"/>
                    <a:pt x="45883" y="55558"/>
                    <a:pt x="46835" y="55558"/>
                  </a:cubicBezTo>
                  <a:cubicBezTo>
                    <a:pt x="47605" y="55558"/>
                    <a:pt x="48384" y="55225"/>
                    <a:pt x="48935" y="54539"/>
                  </a:cubicBezTo>
                  <a:cubicBezTo>
                    <a:pt x="53238" y="49135"/>
                    <a:pt x="58676" y="46367"/>
                    <a:pt x="64080" y="46033"/>
                  </a:cubicBezTo>
                  <a:cubicBezTo>
                    <a:pt x="66481" y="45900"/>
                    <a:pt x="67515" y="42931"/>
                    <a:pt x="65681" y="41363"/>
                  </a:cubicBezTo>
                  <a:cubicBezTo>
                    <a:pt x="49936" y="28053"/>
                    <a:pt x="22650" y="11508"/>
                    <a:pt x="6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6" name="Google Shape;2616;p13"/>
            <p:cNvSpPr/>
            <p:nvPr/>
          </p:nvSpPr>
          <p:spPr>
            <a:xfrm>
              <a:off x="807125" y="820113"/>
              <a:ext cx="1148675" cy="1546025"/>
            </a:xfrm>
            <a:custGeom>
              <a:avLst/>
              <a:gdLst/>
              <a:ahLst/>
              <a:cxnLst/>
              <a:rect l="l" t="t" r="r" b="b"/>
              <a:pathLst>
                <a:path w="45947" h="61841" extrusionOk="0">
                  <a:moveTo>
                    <a:pt x="1635" y="1"/>
                  </a:moveTo>
                  <a:cubicBezTo>
                    <a:pt x="1602" y="34"/>
                    <a:pt x="1569" y="34"/>
                    <a:pt x="1502" y="34"/>
                  </a:cubicBezTo>
                  <a:cubicBezTo>
                    <a:pt x="1402" y="168"/>
                    <a:pt x="1302" y="334"/>
                    <a:pt x="1168" y="501"/>
                  </a:cubicBezTo>
                  <a:cubicBezTo>
                    <a:pt x="301" y="17547"/>
                    <a:pt x="1" y="38995"/>
                    <a:pt x="1869" y="59443"/>
                  </a:cubicBezTo>
                  <a:cubicBezTo>
                    <a:pt x="1989" y="60884"/>
                    <a:pt x="3215" y="61841"/>
                    <a:pt x="4515" y="61841"/>
                  </a:cubicBezTo>
                  <a:cubicBezTo>
                    <a:pt x="5021" y="61841"/>
                    <a:pt x="5538" y="61696"/>
                    <a:pt x="6005" y="61378"/>
                  </a:cubicBezTo>
                  <a:cubicBezTo>
                    <a:pt x="12280" y="57075"/>
                    <a:pt x="22400" y="54418"/>
                    <a:pt x="31722" y="54418"/>
                  </a:cubicBezTo>
                  <a:cubicBezTo>
                    <a:pt x="35335" y="54418"/>
                    <a:pt x="38828" y="54817"/>
                    <a:pt x="41931" y="55674"/>
                  </a:cubicBezTo>
                  <a:cubicBezTo>
                    <a:pt x="42172" y="55738"/>
                    <a:pt x="42409" y="55768"/>
                    <a:pt x="42637" y="55768"/>
                  </a:cubicBezTo>
                  <a:cubicBezTo>
                    <a:pt x="44562" y="55768"/>
                    <a:pt x="45947" y="53653"/>
                    <a:pt x="44933" y="51805"/>
                  </a:cubicBezTo>
                  <a:cubicBezTo>
                    <a:pt x="36427" y="36360"/>
                    <a:pt x="17847" y="16112"/>
                    <a:pt x="163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617" name="Google Shape;2617;p13"/>
            <p:cNvGrpSpPr/>
            <p:nvPr/>
          </p:nvGrpSpPr>
          <p:grpSpPr>
            <a:xfrm>
              <a:off x="-939100" y="529913"/>
              <a:ext cx="3624275" cy="1836225"/>
              <a:chOff x="112275" y="2665738"/>
              <a:chExt cx="3624275" cy="1836225"/>
            </a:xfrm>
          </p:grpSpPr>
          <p:sp>
            <p:nvSpPr>
              <p:cNvPr id="2618" name="Google Shape;2618;p13"/>
              <p:cNvSpPr/>
              <p:nvPr/>
            </p:nvSpPr>
            <p:spPr>
              <a:xfrm>
                <a:off x="112275" y="2948438"/>
                <a:ext cx="1777125" cy="1163775"/>
              </a:xfrm>
              <a:custGeom>
                <a:avLst/>
                <a:gdLst/>
                <a:ahLst/>
                <a:cxnLst/>
                <a:rect l="l" t="t" r="r" b="b"/>
                <a:pathLst>
                  <a:path w="71085" h="46551" extrusionOk="0">
                    <a:moveTo>
                      <a:pt x="71051" y="1"/>
                    </a:moveTo>
                    <a:cubicBezTo>
                      <a:pt x="59209" y="601"/>
                      <a:pt x="18213" y="15879"/>
                      <a:pt x="1301" y="29722"/>
                    </a:cubicBezTo>
                    <a:cubicBezTo>
                      <a:pt x="100" y="30723"/>
                      <a:pt x="0" y="32524"/>
                      <a:pt x="1101" y="33625"/>
                    </a:cubicBezTo>
                    <a:cubicBezTo>
                      <a:pt x="3569" y="36060"/>
                      <a:pt x="5371" y="39762"/>
                      <a:pt x="5904" y="44166"/>
                    </a:cubicBezTo>
                    <a:cubicBezTo>
                      <a:pt x="6057" y="45630"/>
                      <a:pt x="7285" y="46551"/>
                      <a:pt x="8555" y="46551"/>
                    </a:cubicBezTo>
                    <a:cubicBezTo>
                      <a:pt x="9222" y="46551"/>
                      <a:pt x="9901" y="46296"/>
                      <a:pt x="10441" y="45733"/>
                    </a:cubicBezTo>
                    <a:cubicBezTo>
                      <a:pt x="24151" y="31390"/>
                      <a:pt x="50203" y="12610"/>
                      <a:pt x="71051" y="568"/>
                    </a:cubicBezTo>
                    <a:cubicBezTo>
                      <a:pt x="71051" y="401"/>
                      <a:pt x="71051" y="201"/>
                      <a:pt x="71084" y="1"/>
                    </a:cubicBezTo>
                    <a:close/>
                  </a:path>
                </a:pathLst>
              </a:custGeom>
              <a:solidFill>
                <a:srgbClr val="191919">
                  <a:alpha val="284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9" name="Google Shape;2619;p13"/>
              <p:cNvSpPr/>
              <p:nvPr/>
            </p:nvSpPr>
            <p:spPr>
              <a:xfrm>
                <a:off x="360775" y="2962613"/>
                <a:ext cx="1529450" cy="1427300"/>
              </a:xfrm>
              <a:custGeom>
                <a:avLst/>
                <a:gdLst/>
                <a:ahLst/>
                <a:cxnLst/>
                <a:rect l="l" t="t" r="r" b="b"/>
                <a:pathLst>
                  <a:path w="61178" h="57092" extrusionOk="0">
                    <a:moveTo>
                      <a:pt x="61111" y="1"/>
                    </a:moveTo>
                    <a:cubicBezTo>
                      <a:pt x="40830" y="11709"/>
                      <a:pt x="15678" y="29789"/>
                      <a:pt x="1668" y="43932"/>
                    </a:cubicBezTo>
                    <a:cubicBezTo>
                      <a:pt x="1" y="45633"/>
                      <a:pt x="1235" y="48435"/>
                      <a:pt x="3603" y="48435"/>
                    </a:cubicBezTo>
                    <a:cubicBezTo>
                      <a:pt x="10441" y="48469"/>
                      <a:pt x="18947" y="51604"/>
                      <a:pt x="23250" y="56208"/>
                    </a:cubicBezTo>
                    <a:cubicBezTo>
                      <a:pt x="23794" y="56806"/>
                      <a:pt x="24517" y="57091"/>
                      <a:pt x="25231" y="57091"/>
                    </a:cubicBezTo>
                    <a:cubicBezTo>
                      <a:pt x="26228" y="57091"/>
                      <a:pt x="27207" y="56537"/>
                      <a:pt x="27654" y="55507"/>
                    </a:cubicBezTo>
                    <a:cubicBezTo>
                      <a:pt x="34525" y="39529"/>
                      <a:pt x="48001" y="18180"/>
                      <a:pt x="61178" y="101"/>
                    </a:cubicBezTo>
                    <a:cubicBezTo>
                      <a:pt x="61144" y="34"/>
                      <a:pt x="61144" y="67"/>
                      <a:pt x="61111" y="1"/>
                    </a:cubicBezTo>
                    <a:close/>
                  </a:path>
                </a:pathLst>
              </a:custGeom>
              <a:solidFill>
                <a:srgbClr val="191919">
                  <a:alpha val="189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0" name="Google Shape;2620;p13"/>
              <p:cNvSpPr/>
              <p:nvPr/>
            </p:nvSpPr>
            <p:spPr>
              <a:xfrm>
                <a:off x="1047450" y="2968463"/>
                <a:ext cx="858600" cy="1520275"/>
              </a:xfrm>
              <a:custGeom>
                <a:avLst/>
                <a:gdLst/>
                <a:ahLst/>
                <a:cxnLst/>
                <a:rect l="l" t="t" r="r" b="b"/>
                <a:pathLst>
                  <a:path w="34344" h="60811" extrusionOk="0">
                    <a:moveTo>
                      <a:pt x="33610" y="0"/>
                    </a:moveTo>
                    <a:lnTo>
                      <a:pt x="33610" y="0"/>
                    </a:lnTo>
                    <a:cubicBezTo>
                      <a:pt x="20868" y="17479"/>
                      <a:pt x="7859" y="38027"/>
                      <a:pt x="820" y="53805"/>
                    </a:cubicBezTo>
                    <a:cubicBezTo>
                      <a:pt x="1" y="55627"/>
                      <a:pt x="1392" y="57532"/>
                      <a:pt x="3259" y="57532"/>
                    </a:cubicBezTo>
                    <a:cubicBezTo>
                      <a:pt x="3442" y="57532"/>
                      <a:pt x="3631" y="57514"/>
                      <a:pt x="3823" y="57475"/>
                    </a:cubicBezTo>
                    <a:cubicBezTo>
                      <a:pt x="5960" y="57013"/>
                      <a:pt x="8473" y="56796"/>
                      <a:pt x="11131" y="56796"/>
                    </a:cubicBezTo>
                    <a:cubicBezTo>
                      <a:pt x="17887" y="56796"/>
                      <a:pt x="25582" y="58197"/>
                      <a:pt x="30442" y="60543"/>
                    </a:cubicBezTo>
                    <a:cubicBezTo>
                      <a:pt x="30815" y="60727"/>
                      <a:pt x="31200" y="60811"/>
                      <a:pt x="31574" y="60811"/>
                    </a:cubicBezTo>
                    <a:cubicBezTo>
                      <a:pt x="33038" y="60811"/>
                      <a:pt x="34344" y="59529"/>
                      <a:pt x="34211" y="57908"/>
                    </a:cubicBezTo>
                    <a:cubicBezTo>
                      <a:pt x="32443" y="37794"/>
                      <a:pt x="32777" y="16745"/>
                      <a:pt x="33610" y="0"/>
                    </a:cubicBezTo>
                    <a:close/>
                  </a:path>
                </a:pathLst>
              </a:custGeom>
              <a:solidFill>
                <a:srgbClr val="191919">
                  <a:alpha val="150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1" name="Google Shape;2621;p13"/>
              <p:cNvSpPr/>
              <p:nvPr/>
            </p:nvSpPr>
            <p:spPr>
              <a:xfrm>
                <a:off x="1903550" y="2947613"/>
                <a:ext cx="1833000" cy="1095200"/>
              </a:xfrm>
              <a:custGeom>
                <a:avLst/>
                <a:gdLst/>
                <a:ahLst/>
                <a:cxnLst/>
                <a:rect l="l" t="t" r="r" b="b"/>
                <a:pathLst>
                  <a:path w="73320" h="43808" extrusionOk="0">
                    <a:moveTo>
                      <a:pt x="100" y="0"/>
                    </a:moveTo>
                    <a:lnTo>
                      <a:pt x="0" y="334"/>
                    </a:lnTo>
                    <a:cubicBezTo>
                      <a:pt x="23450" y="12276"/>
                      <a:pt x="51837" y="29588"/>
                      <a:pt x="67248" y="43131"/>
                    </a:cubicBezTo>
                    <a:cubicBezTo>
                      <a:pt x="67767" y="43597"/>
                      <a:pt x="68383" y="43807"/>
                      <a:pt x="68988" y="43807"/>
                    </a:cubicBezTo>
                    <a:cubicBezTo>
                      <a:pt x="70289" y="43807"/>
                      <a:pt x="71538" y="42833"/>
                      <a:pt x="71651" y="41330"/>
                    </a:cubicBezTo>
                    <a:cubicBezTo>
                      <a:pt x="71818" y="38961"/>
                      <a:pt x="72218" y="36326"/>
                      <a:pt x="72986" y="34125"/>
                    </a:cubicBezTo>
                    <a:cubicBezTo>
                      <a:pt x="73319" y="33091"/>
                      <a:pt x="73052" y="31956"/>
                      <a:pt x="72252" y="31256"/>
                    </a:cubicBezTo>
                    <a:cubicBezTo>
                      <a:pt x="56274" y="16712"/>
                      <a:pt x="11275" y="0"/>
                      <a:pt x="100" y="0"/>
                    </a:cubicBezTo>
                    <a:close/>
                  </a:path>
                </a:pathLst>
              </a:custGeom>
              <a:solidFill>
                <a:srgbClr val="191919">
                  <a:alpha val="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2" name="Google Shape;2622;p13"/>
              <p:cNvSpPr/>
              <p:nvPr/>
            </p:nvSpPr>
            <p:spPr>
              <a:xfrm>
                <a:off x="1899375" y="2954288"/>
                <a:ext cx="1687900" cy="1388950"/>
              </a:xfrm>
              <a:custGeom>
                <a:avLst/>
                <a:gdLst/>
                <a:ahLst/>
                <a:cxnLst/>
                <a:rect l="l" t="t" r="r" b="b"/>
                <a:pathLst>
                  <a:path w="67516" h="55558" extrusionOk="0">
                    <a:moveTo>
                      <a:pt x="67" y="0"/>
                    </a:moveTo>
                    <a:cubicBezTo>
                      <a:pt x="34" y="67"/>
                      <a:pt x="34" y="33"/>
                      <a:pt x="0" y="67"/>
                    </a:cubicBezTo>
                    <a:cubicBezTo>
                      <a:pt x="16979" y="16979"/>
                      <a:pt x="36593" y="38361"/>
                      <a:pt x="44466" y="54072"/>
                    </a:cubicBezTo>
                    <a:cubicBezTo>
                      <a:pt x="44945" y="55049"/>
                      <a:pt x="45883" y="55558"/>
                      <a:pt x="46835" y="55558"/>
                    </a:cubicBezTo>
                    <a:cubicBezTo>
                      <a:pt x="47605" y="55558"/>
                      <a:pt x="48384" y="55225"/>
                      <a:pt x="48935" y="54539"/>
                    </a:cubicBezTo>
                    <a:cubicBezTo>
                      <a:pt x="53238" y="49135"/>
                      <a:pt x="58676" y="46367"/>
                      <a:pt x="64080" y="46033"/>
                    </a:cubicBezTo>
                    <a:cubicBezTo>
                      <a:pt x="66481" y="45900"/>
                      <a:pt x="67515" y="42931"/>
                      <a:pt x="65681" y="41363"/>
                    </a:cubicBezTo>
                    <a:cubicBezTo>
                      <a:pt x="49936" y="28053"/>
                      <a:pt x="22650" y="11508"/>
                      <a:pt x="67" y="0"/>
                    </a:cubicBezTo>
                    <a:close/>
                  </a:path>
                </a:pathLst>
              </a:custGeom>
              <a:solidFill>
                <a:srgbClr val="191919">
                  <a:alpha val="61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3" name="Google Shape;2623;p13"/>
              <p:cNvSpPr/>
              <p:nvPr/>
            </p:nvSpPr>
            <p:spPr>
              <a:xfrm>
                <a:off x="1858500" y="2955938"/>
                <a:ext cx="1148675" cy="1546025"/>
              </a:xfrm>
              <a:custGeom>
                <a:avLst/>
                <a:gdLst/>
                <a:ahLst/>
                <a:cxnLst/>
                <a:rect l="l" t="t" r="r" b="b"/>
                <a:pathLst>
                  <a:path w="45947" h="61841" extrusionOk="0">
                    <a:moveTo>
                      <a:pt x="1635" y="1"/>
                    </a:moveTo>
                    <a:cubicBezTo>
                      <a:pt x="1602" y="34"/>
                      <a:pt x="1569" y="34"/>
                      <a:pt x="1502" y="34"/>
                    </a:cubicBezTo>
                    <a:cubicBezTo>
                      <a:pt x="1402" y="168"/>
                      <a:pt x="1302" y="334"/>
                      <a:pt x="1168" y="501"/>
                    </a:cubicBezTo>
                    <a:cubicBezTo>
                      <a:pt x="301" y="17547"/>
                      <a:pt x="1" y="38995"/>
                      <a:pt x="1869" y="59443"/>
                    </a:cubicBezTo>
                    <a:cubicBezTo>
                      <a:pt x="1989" y="60884"/>
                      <a:pt x="3215" y="61841"/>
                      <a:pt x="4515" y="61841"/>
                    </a:cubicBezTo>
                    <a:cubicBezTo>
                      <a:pt x="5021" y="61841"/>
                      <a:pt x="5538" y="61696"/>
                      <a:pt x="6005" y="61378"/>
                    </a:cubicBezTo>
                    <a:cubicBezTo>
                      <a:pt x="12280" y="57075"/>
                      <a:pt x="22400" y="54418"/>
                      <a:pt x="31722" y="54418"/>
                    </a:cubicBezTo>
                    <a:cubicBezTo>
                      <a:pt x="35335" y="54418"/>
                      <a:pt x="38828" y="54817"/>
                      <a:pt x="41931" y="55674"/>
                    </a:cubicBezTo>
                    <a:cubicBezTo>
                      <a:pt x="42172" y="55738"/>
                      <a:pt x="42409" y="55768"/>
                      <a:pt x="42637" y="55768"/>
                    </a:cubicBezTo>
                    <a:cubicBezTo>
                      <a:pt x="44562" y="55768"/>
                      <a:pt x="45947" y="53653"/>
                      <a:pt x="44933" y="51805"/>
                    </a:cubicBezTo>
                    <a:cubicBezTo>
                      <a:pt x="36427" y="36360"/>
                      <a:pt x="17847" y="16112"/>
                      <a:pt x="1635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4" name="Google Shape;2624;p13"/>
              <p:cNvSpPr/>
              <p:nvPr/>
            </p:nvSpPr>
            <p:spPr>
              <a:xfrm>
                <a:off x="112275" y="2948438"/>
                <a:ext cx="2249125" cy="1553525"/>
              </a:xfrm>
              <a:custGeom>
                <a:avLst/>
                <a:gdLst/>
                <a:ahLst/>
                <a:cxnLst/>
                <a:rect l="l" t="t" r="r" b="b"/>
                <a:pathLst>
                  <a:path w="89965" h="62141" extrusionOk="0">
                    <a:moveTo>
                      <a:pt x="71585" y="58242"/>
                    </a:moveTo>
                    <a:lnTo>
                      <a:pt x="71585" y="58242"/>
                    </a:lnTo>
                    <a:cubicBezTo>
                      <a:pt x="71590" y="58323"/>
                      <a:pt x="71595" y="58404"/>
                      <a:pt x="71601" y="58485"/>
                    </a:cubicBezTo>
                    <a:lnTo>
                      <a:pt x="71601" y="58485"/>
                    </a:lnTo>
                    <a:cubicBezTo>
                      <a:pt x="71593" y="58407"/>
                      <a:pt x="71585" y="58324"/>
                      <a:pt x="71585" y="58242"/>
                    </a:cubicBezTo>
                    <a:close/>
                    <a:moveTo>
                      <a:pt x="71017" y="1"/>
                    </a:moveTo>
                    <a:lnTo>
                      <a:pt x="71017" y="1"/>
                    </a:lnTo>
                    <a:cubicBezTo>
                      <a:pt x="59142" y="634"/>
                      <a:pt x="18180" y="15879"/>
                      <a:pt x="1301" y="29722"/>
                    </a:cubicBezTo>
                    <a:cubicBezTo>
                      <a:pt x="100" y="30723"/>
                      <a:pt x="0" y="32524"/>
                      <a:pt x="1101" y="33625"/>
                    </a:cubicBezTo>
                    <a:cubicBezTo>
                      <a:pt x="3569" y="36060"/>
                      <a:pt x="5371" y="39762"/>
                      <a:pt x="5871" y="44166"/>
                    </a:cubicBezTo>
                    <a:cubicBezTo>
                      <a:pt x="6046" y="45630"/>
                      <a:pt x="7281" y="46551"/>
                      <a:pt x="8544" y="46551"/>
                    </a:cubicBezTo>
                    <a:cubicBezTo>
                      <a:pt x="9208" y="46551"/>
                      <a:pt x="9879" y="46296"/>
                      <a:pt x="10408" y="45733"/>
                    </a:cubicBezTo>
                    <a:cubicBezTo>
                      <a:pt x="10808" y="45333"/>
                      <a:pt x="11208" y="44933"/>
                      <a:pt x="11608" y="44532"/>
                    </a:cubicBezTo>
                    <a:lnTo>
                      <a:pt x="11608" y="44532"/>
                    </a:lnTo>
                    <a:cubicBezTo>
                      <a:pt x="9974" y="46200"/>
                      <a:pt x="11175" y="49002"/>
                      <a:pt x="13543" y="49002"/>
                    </a:cubicBezTo>
                    <a:cubicBezTo>
                      <a:pt x="20381" y="49036"/>
                      <a:pt x="28887" y="52171"/>
                      <a:pt x="33190" y="56775"/>
                    </a:cubicBezTo>
                    <a:cubicBezTo>
                      <a:pt x="33734" y="57373"/>
                      <a:pt x="34457" y="57658"/>
                      <a:pt x="35171" y="57658"/>
                    </a:cubicBezTo>
                    <a:cubicBezTo>
                      <a:pt x="36168" y="57658"/>
                      <a:pt x="37147" y="57104"/>
                      <a:pt x="37594" y="56074"/>
                    </a:cubicBezTo>
                    <a:cubicBezTo>
                      <a:pt x="37794" y="55574"/>
                      <a:pt x="37994" y="55107"/>
                      <a:pt x="38227" y="54606"/>
                    </a:cubicBezTo>
                    <a:lnTo>
                      <a:pt x="38227" y="54606"/>
                    </a:lnTo>
                    <a:cubicBezTo>
                      <a:pt x="37408" y="56428"/>
                      <a:pt x="38799" y="58333"/>
                      <a:pt x="40666" y="58333"/>
                    </a:cubicBezTo>
                    <a:cubicBezTo>
                      <a:pt x="40849" y="58333"/>
                      <a:pt x="41038" y="58315"/>
                      <a:pt x="41230" y="58276"/>
                    </a:cubicBezTo>
                    <a:cubicBezTo>
                      <a:pt x="43367" y="57814"/>
                      <a:pt x="45880" y="57597"/>
                      <a:pt x="48538" y="57597"/>
                    </a:cubicBezTo>
                    <a:cubicBezTo>
                      <a:pt x="55294" y="57597"/>
                      <a:pt x="62989" y="58998"/>
                      <a:pt x="67849" y="61344"/>
                    </a:cubicBezTo>
                    <a:cubicBezTo>
                      <a:pt x="68217" y="61519"/>
                      <a:pt x="68597" y="61599"/>
                      <a:pt x="68967" y="61599"/>
                    </a:cubicBezTo>
                    <a:cubicBezTo>
                      <a:pt x="70405" y="61599"/>
                      <a:pt x="71694" y="60389"/>
                      <a:pt x="71625" y="58814"/>
                    </a:cubicBezTo>
                    <a:lnTo>
                      <a:pt x="71625" y="58814"/>
                    </a:lnTo>
                    <a:cubicBezTo>
                      <a:pt x="71648" y="59124"/>
                      <a:pt x="71677" y="59434"/>
                      <a:pt x="71718" y="59743"/>
                    </a:cubicBezTo>
                    <a:cubicBezTo>
                      <a:pt x="71838" y="61184"/>
                      <a:pt x="73064" y="62141"/>
                      <a:pt x="74364" y="62141"/>
                    </a:cubicBezTo>
                    <a:cubicBezTo>
                      <a:pt x="74870" y="62141"/>
                      <a:pt x="75387" y="61996"/>
                      <a:pt x="75854" y="61678"/>
                    </a:cubicBezTo>
                    <a:cubicBezTo>
                      <a:pt x="79557" y="59143"/>
                      <a:pt x="84560" y="57175"/>
                      <a:pt x="89964" y="56007"/>
                    </a:cubicBezTo>
                    <a:cubicBezTo>
                      <a:pt x="89764" y="55974"/>
                      <a:pt x="89531" y="55874"/>
                      <a:pt x="89331" y="55774"/>
                    </a:cubicBezTo>
                    <a:cubicBezTo>
                      <a:pt x="84466" y="53426"/>
                      <a:pt x="76762" y="52041"/>
                      <a:pt x="70001" y="52041"/>
                    </a:cubicBezTo>
                    <a:cubicBezTo>
                      <a:pt x="67350" y="52041"/>
                      <a:pt x="64844" y="52254"/>
                      <a:pt x="62712" y="52705"/>
                    </a:cubicBezTo>
                    <a:cubicBezTo>
                      <a:pt x="62205" y="52816"/>
                      <a:pt x="61561" y="52870"/>
                      <a:pt x="60853" y="52870"/>
                    </a:cubicBezTo>
                    <a:cubicBezTo>
                      <a:pt x="58578" y="52870"/>
                      <a:pt x="55657" y="52306"/>
                      <a:pt x="54639" y="51237"/>
                    </a:cubicBezTo>
                    <a:cubicBezTo>
                      <a:pt x="50369" y="46601"/>
                      <a:pt x="41830" y="43498"/>
                      <a:pt x="35025" y="43465"/>
                    </a:cubicBezTo>
                    <a:cubicBezTo>
                      <a:pt x="32657" y="43465"/>
                      <a:pt x="27620" y="40863"/>
                      <a:pt x="27353" y="38628"/>
                    </a:cubicBezTo>
                    <a:cubicBezTo>
                      <a:pt x="26853" y="34225"/>
                      <a:pt x="25051" y="30522"/>
                      <a:pt x="22550" y="28054"/>
                    </a:cubicBezTo>
                    <a:cubicBezTo>
                      <a:pt x="21449" y="26987"/>
                      <a:pt x="21582" y="25152"/>
                      <a:pt x="22783" y="24185"/>
                    </a:cubicBezTo>
                    <a:cubicBezTo>
                      <a:pt x="33624" y="15278"/>
                      <a:pt x="54406" y="5805"/>
                      <a:pt x="71017" y="1"/>
                    </a:cubicBezTo>
                    <a:close/>
                  </a:path>
                </a:pathLst>
              </a:custGeom>
              <a:solidFill>
                <a:srgbClr val="191919">
                  <a:alpha val="284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5" name="Google Shape;2625;p13"/>
              <p:cNvSpPr/>
              <p:nvPr/>
            </p:nvSpPr>
            <p:spPr>
              <a:xfrm>
                <a:off x="1820150" y="2665738"/>
                <a:ext cx="184325" cy="255200"/>
              </a:xfrm>
              <a:custGeom>
                <a:avLst/>
                <a:gdLst/>
                <a:ahLst/>
                <a:cxnLst/>
                <a:rect l="l" t="t" r="r" b="b"/>
                <a:pathLst>
                  <a:path w="7373" h="10208" extrusionOk="0">
                    <a:moveTo>
                      <a:pt x="3670" y="0"/>
                    </a:moveTo>
                    <a:cubicBezTo>
                      <a:pt x="1835" y="0"/>
                      <a:pt x="1" y="10208"/>
                      <a:pt x="1" y="10208"/>
                    </a:cubicBezTo>
                    <a:lnTo>
                      <a:pt x="7372" y="10208"/>
                    </a:lnTo>
                    <a:cubicBezTo>
                      <a:pt x="7372" y="10208"/>
                      <a:pt x="5538" y="0"/>
                      <a:pt x="36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6" name="Google Shape;2626;p13"/>
              <p:cNvSpPr/>
              <p:nvPr/>
            </p:nvSpPr>
            <p:spPr>
              <a:xfrm>
                <a:off x="1765100" y="2865038"/>
                <a:ext cx="293575" cy="111775"/>
              </a:xfrm>
              <a:custGeom>
                <a:avLst/>
                <a:gdLst/>
                <a:ahLst/>
                <a:cxnLst/>
                <a:rect l="l" t="t" r="r" b="b"/>
                <a:pathLst>
                  <a:path w="11743" h="4471" extrusionOk="0">
                    <a:moveTo>
                      <a:pt x="2002" y="1"/>
                    </a:moveTo>
                    <a:cubicBezTo>
                      <a:pt x="902" y="1"/>
                      <a:pt x="1" y="902"/>
                      <a:pt x="1" y="2002"/>
                    </a:cubicBezTo>
                    <a:lnTo>
                      <a:pt x="1" y="2469"/>
                    </a:lnTo>
                    <a:cubicBezTo>
                      <a:pt x="1" y="3570"/>
                      <a:pt x="902" y="4471"/>
                      <a:pt x="2002" y="4471"/>
                    </a:cubicBezTo>
                    <a:lnTo>
                      <a:pt x="9741" y="4471"/>
                    </a:lnTo>
                    <a:cubicBezTo>
                      <a:pt x="10875" y="4471"/>
                      <a:pt x="11743" y="3570"/>
                      <a:pt x="11743" y="2469"/>
                    </a:cubicBezTo>
                    <a:lnTo>
                      <a:pt x="11743" y="2002"/>
                    </a:lnTo>
                    <a:cubicBezTo>
                      <a:pt x="11743" y="902"/>
                      <a:pt x="10875" y="1"/>
                      <a:pt x="974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627" name="Google Shape;2627;p13"/>
          <p:cNvGrpSpPr/>
          <p:nvPr/>
        </p:nvGrpSpPr>
        <p:grpSpPr>
          <a:xfrm>
            <a:off x="6832683" y="4409614"/>
            <a:ext cx="3369488" cy="1707138"/>
            <a:chOff x="2087475" y="2783813"/>
            <a:chExt cx="3624275" cy="1836225"/>
          </a:xfrm>
        </p:grpSpPr>
        <p:sp>
          <p:nvSpPr>
            <p:cNvPr id="2628" name="Google Shape;2628;p13"/>
            <p:cNvSpPr/>
            <p:nvPr/>
          </p:nvSpPr>
          <p:spPr>
            <a:xfrm>
              <a:off x="2087475" y="3066513"/>
              <a:ext cx="1777125" cy="1163775"/>
            </a:xfrm>
            <a:custGeom>
              <a:avLst/>
              <a:gdLst/>
              <a:ahLst/>
              <a:cxnLst/>
              <a:rect l="l" t="t" r="r" b="b"/>
              <a:pathLst>
                <a:path w="71085" h="46551" extrusionOk="0">
                  <a:moveTo>
                    <a:pt x="71051" y="1"/>
                  </a:moveTo>
                  <a:cubicBezTo>
                    <a:pt x="59209" y="601"/>
                    <a:pt x="18213" y="15879"/>
                    <a:pt x="1301" y="29722"/>
                  </a:cubicBezTo>
                  <a:cubicBezTo>
                    <a:pt x="100" y="30723"/>
                    <a:pt x="0" y="32524"/>
                    <a:pt x="1101" y="33625"/>
                  </a:cubicBezTo>
                  <a:cubicBezTo>
                    <a:pt x="3569" y="36060"/>
                    <a:pt x="5371" y="39762"/>
                    <a:pt x="5904" y="44166"/>
                  </a:cubicBezTo>
                  <a:cubicBezTo>
                    <a:pt x="6057" y="45630"/>
                    <a:pt x="7285" y="46551"/>
                    <a:pt x="8555" y="46551"/>
                  </a:cubicBezTo>
                  <a:cubicBezTo>
                    <a:pt x="9222" y="46551"/>
                    <a:pt x="9901" y="46296"/>
                    <a:pt x="10441" y="45733"/>
                  </a:cubicBezTo>
                  <a:cubicBezTo>
                    <a:pt x="24151" y="31390"/>
                    <a:pt x="50203" y="12610"/>
                    <a:pt x="71051" y="568"/>
                  </a:cubicBezTo>
                  <a:cubicBezTo>
                    <a:pt x="71051" y="401"/>
                    <a:pt x="71051" y="201"/>
                    <a:pt x="7108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9" name="Google Shape;2629;p13"/>
            <p:cNvSpPr/>
            <p:nvPr/>
          </p:nvSpPr>
          <p:spPr>
            <a:xfrm>
              <a:off x="2335975" y="3080688"/>
              <a:ext cx="1529450" cy="1427300"/>
            </a:xfrm>
            <a:custGeom>
              <a:avLst/>
              <a:gdLst/>
              <a:ahLst/>
              <a:cxnLst/>
              <a:rect l="l" t="t" r="r" b="b"/>
              <a:pathLst>
                <a:path w="61178" h="57092" extrusionOk="0">
                  <a:moveTo>
                    <a:pt x="61111" y="1"/>
                  </a:moveTo>
                  <a:cubicBezTo>
                    <a:pt x="40830" y="11709"/>
                    <a:pt x="15678" y="29789"/>
                    <a:pt x="1668" y="43932"/>
                  </a:cubicBezTo>
                  <a:cubicBezTo>
                    <a:pt x="1" y="45633"/>
                    <a:pt x="1235" y="48435"/>
                    <a:pt x="3603" y="48435"/>
                  </a:cubicBezTo>
                  <a:cubicBezTo>
                    <a:pt x="10441" y="48469"/>
                    <a:pt x="18947" y="51604"/>
                    <a:pt x="23250" y="56208"/>
                  </a:cubicBezTo>
                  <a:cubicBezTo>
                    <a:pt x="23794" y="56806"/>
                    <a:pt x="24517" y="57091"/>
                    <a:pt x="25231" y="57091"/>
                  </a:cubicBezTo>
                  <a:cubicBezTo>
                    <a:pt x="26228" y="57091"/>
                    <a:pt x="27207" y="56537"/>
                    <a:pt x="27654" y="55507"/>
                  </a:cubicBezTo>
                  <a:cubicBezTo>
                    <a:pt x="34525" y="39529"/>
                    <a:pt x="48001" y="18180"/>
                    <a:pt x="61178" y="101"/>
                  </a:cubicBezTo>
                  <a:cubicBezTo>
                    <a:pt x="61144" y="34"/>
                    <a:pt x="61144" y="67"/>
                    <a:pt x="6111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0" name="Google Shape;2630;p13"/>
            <p:cNvSpPr/>
            <p:nvPr/>
          </p:nvSpPr>
          <p:spPr>
            <a:xfrm>
              <a:off x="3022650" y="3086538"/>
              <a:ext cx="858600" cy="1520275"/>
            </a:xfrm>
            <a:custGeom>
              <a:avLst/>
              <a:gdLst/>
              <a:ahLst/>
              <a:cxnLst/>
              <a:rect l="l" t="t" r="r" b="b"/>
              <a:pathLst>
                <a:path w="34344" h="60811" extrusionOk="0">
                  <a:moveTo>
                    <a:pt x="33610" y="0"/>
                  </a:moveTo>
                  <a:lnTo>
                    <a:pt x="33610" y="0"/>
                  </a:lnTo>
                  <a:cubicBezTo>
                    <a:pt x="20868" y="17479"/>
                    <a:pt x="7859" y="38027"/>
                    <a:pt x="820" y="53805"/>
                  </a:cubicBezTo>
                  <a:cubicBezTo>
                    <a:pt x="1" y="55627"/>
                    <a:pt x="1392" y="57532"/>
                    <a:pt x="3259" y="57532"/>
                  </a:cubicBezTo>
                  <a:cubicBezTo>
                    <a:pt x="3442" y="57532"/>
                    <a:pt x="3631" y="57514"/>
                    <a:pt x="3823" y="57475"/>
                  </a:cubicBezTo>
                  <a:cubicBezTo>
                    <a:pt x="5960" y="57013"/>
                    <a:pt x="8473" y="56796"/>
                    <a:pt x="11131" y="56796"/>
                  </a:cubicBezTo>
                  <a:cubicBezTo>
                    <a:pt x="17887" y="56796"/>
                    <a:pt x="25582" y="58197"/>
                    <a:pt x="30442" y="60543"/>
                  </a:cubicBezTo>
                  <a:cubicBezTo>
                    <a:pt x="30815" y="60727"/>
                    <a:pt x="31200" y="60811"/>
                    <a:pt x="31574" y="60811"/>
                  </a:cubicBezTo>
                  <a:cubicBezTo>
                    <a:pt x="33038" y="60811"/>
                    <a:pt x="34344" y="59529"/>
                    <a:pt x="34211" y="57908"/>
                  </a:cubicBezTo>
                  <a:cubicBezTo>
                    <a:pt x="32443" y="37794"/>
                    <a:pt x="32777" y="16745"/>
                    <a:pt x="3361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1" name="Google Shape;2631;p13"/>
            <p:cNvSpPr/>
            <p:nvPr/>
          </p:nvSpPr>
          <p:spPr>
            <a:xfrm>
              <a:off x="3878750" y="3065688"/>
              <a:ext cx="1833000" cy="1095200"/>
            </a:xfrm>
            <a:custGeom>
              <a:avLst/>
              <a:gdLst/>
              <a:ahLst/>
              <a:cxnLst/>
              <a:rect l="l" t="t" r="r" b="b"/>
              <a:pathLst>
                <a:path w="73320" h="43808" extrusionOk="0">
                  <a:moveTo>
                    <a:pt x="100" y="0"/>
                  </a:moveTo>
                  <a:lnTo>
                    <a:pt x="0" y="334"/>
                  </a:lnTo>
                  <a:cubicBezTo>
                    <a:pt x="23450" y="12276"/>
                    <a:pt x="51837" y="29588"/>
                    <a:pt x="67248" y="43131"/>
                  </a:cubicBezTo>
                  <a:cubicBezTo>
                    <a:pt x="67767" y="43597"/>
                    <a:pt x="68383" y="43807"/>
                    <a:pt x="68988" y="43807"/>
                  </a:cubicBezTo>
                  <a:cubicBezTo>
                    <a:pt x="70289" y="43807"/>
                    <a:pt x="71538" y="42833"/>
                    <a:pt x="71651" y="41330"/>
                  </a:cubicBezTo>
                  <a:cubicBezTo>
                    <a:pt x="71818" y="38961"/>
                    <a:pt x="72218" y="36326"/>
                    <a:pt x="72986" y="34125"/>
                  </a:cubicBezTo>
                  <a:cubicBezTo>
                    <a:pt x="73319" y="33091"/>
                    <a:pt x="73052" y="31956"/>
                    <a:pt x="72252" y="31256"/>
                  </a:cubicBezTo>
                  <a:cubicBezTo>
                    <a:pt x="56274" y="16712"/>
                    <a:pt x="11275" y="0"/>
                    <a:pt x="10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2" name="Google Shape;2632;p13"/>
            <p:cNvSpPr/>
            <p:nvPr/>
          </p:nvSpPr>
          <p:spPr>
            <a:xfrm>
              <a:off x="3874575" y="3072363"/>
              <a:ext cx="1687900" cy="1388950"/>
            </a:xfrm>
            <a:custGeom>
              <a:avLst/>
              <a:gdLst/>
              <a:ahLst/>
              <a:cxnLst/>
              <a:rect l="l" t="t" r="r" b="b"/>
              <a:pathLst>
                <a:path w="67516" h="55558" extrusionOk="0">
                  <a:moveTo>
                    <a:pt x="67" y="0"/>
                  </a:moveTo>
                  <a:cubicBezTo>
                    <a:pt x="34" y="67"/>
                    <a:pt x="34" y="33"/>
                    <a:pt x="0" y="67"/>
                  </a:cubicBezTo>
                  <a:cubicBezTo>
                    <a:pt x="16979" y="16979"/>
                    <a:pt x="36593" y="38361"/>
                    <a:pt x="44466" y="54072"/>
                  </a:cubicBezTo>
                  <a:cubicBezTo>
                    <a:pt x="44945" y="55049"/>
                    <a:pt x="45883" y="55558"/>
                    <a:pt x="46835" y="55558"/>
                  </a:cubicBezTo>
                  <a:cubicBezTo>
                    <a:pt x="47605" y="55558"/>
                    <a:pt x="48384" y="55225"/>
                    <a:pt x="48935" y="54539"/>
                  </a:cubicBezTo>
                  <a:cubicBezTo>
                    <a:pt x="53238" y="49135"/>
                    <a:pt x="58676" y="46367"/>
                    <a:pt x="64080" y="46033"/>
                  </a:cubicBezTo>
                  <a:cubicBezTo>
                    <a:pt x="66481" y="45900"/>
                    <a:pt x="67515" y="42931"/>
                    <a:pt x="65681" y="41363"/>
                  </a:cubicBezTo>
                  <a:cubicBezTo>
                    <a:pt x="49936" y="28053"/>
                    <a:pt x="22650" y="11508"/>
                    <a:pt x="6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3" name="Google Shape;2633;p13"/>
            <p:cNvSpPr/>
            <p:nvPr/>
          </p:nvSpPr>
          <p:spPr>
            <a:xfrm>
              <a:off x="3833700" y="3074013"/>
              <a:ext cx="1148675" cy="1546025"/>
            </a:xfrm>
            <a:custGeom>
              <a:avLst/>
              <a:gdLst/>
              <a:ahLst/>
              <a:cxnLst/>
              <a:rect l="l" t="t" r="r" b="b"/>
              <a:pathLst>
                <a:path w="45947" h="61841" extrusionOk="0">
                  <a:moveTo>
                    <a:pt x="1635" y="1"/>
                  </a:moveTo>
                  <a:cubicBezTo>
                    <a:pt x="1602" y="34"/>
                    <a:pt x="1569" y="34"/>
                    <a:pt x="1502" y="34"/>
                  </a:cubicBezTo>
                  <a:cubicBezTo>
                    <a:pt x="1402" y="168"/>
                    <a:pt x="1302" y="334"/>
                    <a:pt x="1168" y="501"/>
                  </a:cubicBezTo>
                  <a:cubicBezTo>
                    <a:pt x="301" y="17547"/>
                    <a:pt x="1" y="38995"/>
                    <a:pt x="1869" y="59443"/>
                  </a:cubicBezTo>
                  <a:cubicBezTo>
                    <a:pt x="1989" y="60884"/>
                    <a:pt x="3215" y="61841"/>
                    <a:pt x="4515" y="61841"/>
                  </a:cubicBezTo>
                  <a:cubicBezTo>
                    <a:pt x="5021" y="61841"/>
                    <a:pt x="5538" y="61696"/>
                    <a:pt x="6005" y="61378"/>
                  </a:cubicBezTo>
                  <a:cubicBezTo>
                    <a:pt x="12280" y="57075"/>
                    <a:pt x="22400" y="54418"/>
                    <a:pt x="31722" y="54418"/>
                  </a:cubicBezTo>
                  <a:cubicBezTo>
                    <a:pt x="35335" y="54418"/>
                    <a:pt x="38828" y="54817"/>
                    <a:pt x="41931" y="55674"/>
                  </a:cubicBezTo>
                  <a:cubicBezTo>
                    <a:pt x="42172" y="55738"/>
                    <a:pt x="42409" y="55768"/>
                    <a:pt x="42637" y="55768"/>
                  </a:cubicBezTo>
                  <a:cubicBezTo>
                    <a:pt x="44562" y="55768"/>
                    <a:pt x="45947" y="53653"/>
                    <a:pt x="44933" y="51805"/>
                  </a:cubicBezTo>
                  <a:cubicBezTo>
                    <a:pt x="36427" y="36360"/>
                    <a:pt x="17847" y="16112"/>
                    <a:pt x="163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634" name="Google Shape;2634;p13"/>
            <p:cNvGrpSpPr/>
            <p:nvPr/>
          </p:nvGrpSpPr>
          <p:grpSpPr>
            <a:xfrm>
              <a:off x="2087475" y="2783813"/>
              <a:ext cx="3624275" cy="1836225"/>
              <a:chOff x="112275" y="2665738"/>
              <a:chExt cx="3624275" cy="1836225"/>
            </a:xfrm>
          </p:grpSpPr>
          <p:sp>
            <p:nvSpPr>
              <p:cNvPr id="2635" name="Google Shape;2635;p13"/>
              <p:cNvSpPr/>
              <p:nvPr/>
            </p:nvSpPr>
            <p:spPr>
              <a:xfrm>
                <a:off x="112275" y="2948438"/>
                <a:ext cx="1777125" cy="1163775"/>
              </a:xfrm>
              <a:custGeom>
                <a:avLst/>
                <a:gdLst/>
                <a:ahLst/>
                <a:cxnLst/>
                <a:rect l="l" t="t" r="r" b="b"/>
                <a:pathLst>
                  <a:path w="71085" h="46551" extrusionOk="0">
                    <a:moveTo>
                      <a:pt x="71051" y="1"/>
                    </a:moveTo>
                    <a:cubicBezTo>
                      <a:pt x="59209" y="601"/>
                      <a:pt x="18213" y="15879"/>
                      <a:pt x="1301" y="29722"/>
                    </a:cubicBezTo>
                    <a:cubicBezTo>
                      <a:pt x="100" y="30723"/>
                      <a:pt x="0" y="32524"/>
                      <a:pt x="1101" y="33625"/>
                    </a:cubicBezTo>
                    <a:cubicBezTo>
                      <a:pt x="3569" y="36060"/>
                      <a:pt x="5371" y="39762"/>
                      <a:pt x="5904" y="44166"/>
                    </a:cubicBezTo>
                    <a:cubicBezTo>
                      <a:pt x="6057" y="45630"/>
                      <a:pt x="7285" y="46551"/>
                      <a:pt x="8555" y="46551"/>
                    </a:cubicBezTo>
                    <a:cubicBezTo>
                      <a:pt x="9222" y="46551"/>
                      <a:pt x="9901" y="46296"/>
                      <a:pt x="10441" y="45733"/>
                    </a:cubicBezTo>
                    <a:cubicBezTo>
                      <a:pt x="24151" y="31390"/>
                      <a:pt x="50203" y="12610"/>
                      <a:pt x="71051" y="568"/>
                    </a:cubicBezTo>
                    <a:cubicBezTo>
                      <a:pt x="71051" y="401"/>
                      <a:pt x="71051" y="201"/>
                      <a:pt x="71084" y="1"/>
                    </a:cubicBezTo>
                    <a:close/>
                  </a:path>
                </a:pathLst>
              </a:custGeom>
              <a:solidFill>
                <a:srgbClr val="191919">
                  <a:alpha val="284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6" name="Google Shape;2636;p13"/>
              <p:cNvSpPr/>
              <p:nvPr/>
            </p:nvSpPr>
            <p:spPr>
              <a:xfrm>
                <a:off x="360775" y="2962613"/>
                <a:ext cx="1529450" cy="1427300"/>
              </a:xfrm>
              <a:custGeom>
                <a:avLst/>
                <a:gdLst/>
                <a:ahLst/>
                <a:cxnLst/>
                <a:rect l="l" t="t" r="r" b="b"/>
                <a:pathLst>
                  <a:path w="61178" h="57092" extrusionOk="0">
                    <a:moveTo>
                      <a:pt x="61111" y="1"/>
                    </a:moveTo>
                    <a:cubicBezTo>
                      <a:pt x="40830" y="11709"/>
                      <a:pt x="15678" y="29789"/>
                      <a:pt x="1668" y="43932"/>
                    </a:cubicBezTo>
                    <a:cubicBezTo>
                      <a:pt x="1" y="45633"/>
                      <a:pt x="1235" y="48435"/>
                      <a:pt x="3603" y="48435"/>
                    </a:cubicBezTo>
                    <a:cubicBezTo>
                      <a:pt x="10441" y="48469"/>
                      <a:pt x="18947" y="51604"/>
                      <a:pt x="23250" y="56208"/>
                    </a:cubicBezTo>
                    <a:cubicBezTo>
                      <a:pt x="23794" y="56806"/>
                      <a:pt x="24517" y="57091"/>
                      <a:pt x="25231" y="57091"/>
                    </a:cubicBezTo>
                    <a:cubicBezTo>
                      <a:pt x="26228" y="57091"/>
                      <a:pt x="27207" y="56537"/>
                      <a:pt x="27654" y="55507"/>
                    </a:cubicBezTo>
                    <a:cubicBezTo>
                      <a:pt x="34525" y="39529"/>
                      <a:pt x="48001" y="18180"/>
                      <a:pt x="61178" y="101"/>
                    </a:cubicBezTo>
                    <a:cubicBezTo>
                      <a:pt x="61144" y="34"/>
                      <a:pt x="61144" y="67"/>
                      <a:pt x="61111" y="1"/>
                    </a:cubicBezTo>
                    <a:close/>
                  </a:path>
                </a:pathLst>
              </a:custGeom>
              <a:solidFill>
                <a:srgbClr val="191919">
                  <a:alpha val="189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7" name="Google Shape;2637;p13"/>
              <p:cNvSpPr/>
              <p:nvPr/>
            </p:nvSpPr>
            <p:spPr>
              <a:xfrm>
                <a:off x="1047450" y="2968463"/>
                <a:ext cx="858600" cy="1520275"/>
              </a:xfrm>
              <a:custGeom>
                <a:avLst/>
                <a:gdLst/>
                <a:ahLst/>
                <a:cxnLst/>
                <a:rect l="l" t="t" r="r" b="b"/>
                <a:pathLst>
                  <a:path w="34344" h="60811" extrusionOk="0">
                    <a:moveTo>
                      <a:pt x="33610" y="0"/>
                    </a:moveTo>
                    <a:lnTo>
                      <a:pt x="33610" y="0"/>
                    </a:lnTo>
                    <a:cubicBezTo>
                      <a:pt x="20868" y="17479"/>
                      <a:pt x="7859" y="38027"/>
                      <a:pt x="820" y="53805"/>
                    </a:cubicBezTo>
                    <a:cubicBezTo>
                      <a:pt x="1" y="55627"/>
                      <a:pt x="1392" y="57532"/>
                      <a:pt x="3259" y="57532"/>
                    </a:cubicBezTo>
                    <a:cubicBezTo>
                      <a:pt x="3442" y="57532"/>
                      <a:pt x="3631" y="57514"/>
                      <a:pt x="3823" y="57475"/>
                    </a:cubicBezTo>
                    <a:cubicBezTo>
                      <a:pt x="5960" y="57013"/>
                      <a:pt x="8473" y="56796"/>
                      <a:pt x="11131" y="56796"/>
                    </a:cubicBezTo>
                    <a:cubicBezTo>
                      <a:pt x="17887" y="56796"/>
                      <a:pt x="25582" y="58197"/>
                      <a:pt x="30442" y="60543"/>
                    </a:cubicBezTo>
                    <a:cubicBezTo>
                      <a:pt x="30815" y="60727"/>
                      <a:pt x="31200" y="60811"/>
                      <a:pt x="31574" y="60811"/>
                    </a:cubicBezTo>
                    <a:cubicBezTo>
                      <a:pt x="33038" y="60811"/>
                      <a:pt x="34344" y="59529"/>
                      <a:pt x="34211" y="57908"/>
                    </a:cubicBezTo>
                    <a:cubicBezTo>
                      <a:pt x="32443" y="37794"/>
                      <a:pt x="32777" y="16745"/>
                      <a:pt x="33610" y="0"/>
                    </a:cubicBezTo>
                    <a:close/>
                  </a:path>
                </a:pathLst>
              </a:custGeom>
              <a:solidFill>
                <a:srgbClr val="191919">
                  <a:alpha val="150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8" name="Google Shape;2638;p13"/>
              <p:cNvSpPr/>
              <p:nvPr/>
            </p:nvSpPr>
            <p:spPr>
              <a:xfrm>
                <a:off x="1903550" y="2947613"/>
                <a:ext cx="1833000" cy="1095200"/>
              </a:xfrm>
              <a:custGeom>
                <a:avLst/>
                <a:gdLst/>
                <a:ahLst/>
                <a:cxnLst/>
                <a:rect l="l" t="t" r="r" b="b"/>
                <a:pathLst>
                  <a:path w="73320" h="43808" extrusionOk="0">
                    <a:moveTo>
                      <a:pt x="100" y="0"/>
                    </a:moveTo>
                    <a:lnTo>
                      <a:pt x="0" y="334"/>
                    </a:lnTo>
                    <a:cubicBezTo>
                      <a:pt x="23450" y="12276"/>
                      <a:pt x="51837" y="29588"/>
                      <a:pt x="67248" y="43131"/>
                    </a:cubicBezTo>
                    <a:cubicBezTo>
                      <a:pt x="67767" y="43597"/>
                      <a:pt x="68383" y="43807"/>
                      <a:pt x="68988" y="43807"/>
                    </a:cubicBezTo>
                    <a:cubicBezTo>
                      <a:pt x="70289" y="43807"/>
                      <a:pt x="71538" y="42833"/>
                      <a:pt x="71651" y="41330"/>
                    </a:cubicBezTo>
                    <a:cubicBezTo>
                      <a:pt x="71818" y="38961"/>
                      <a:pt x="72218" y="36326"/>
                      <a:pt x="72986" y="34125"/>
                    </a:cubicBezTo>
                    <a:cubicBezTo>
                      <a:pt x="73319" y="33091"/>
                      <a:pt x="73052" y="31956"/>
                      <a:pt x="72252" y="31256"/>
                    </a:cubicBezTo>
                    <a:cubicBezTo>
                      <a:pt x="56274" y="16712"/>
                      <a:pt x="11275" y="0"/>
                      <a:pt x="100" y="0"/>
                    </a:cubicBezTo>
                    <a:close/>
                  </a:path>
                </a:pathLst>
              </a:custGeom>
              <a:solidFill>
                <a:srgbClr val="191919">
                  <a:alpha val="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9" name="Google Shape;2639;p13"/>
              <p:cNvSpPr/>
              <p:nvPr/>
            </p:nvSpPr>
            <p:spPr>
              <a:xfrm>
                <a:off x="1899375" y="2954288"/>
                <a:ext cx="1687900" cy="1388950"/>
              </a:xfrm>
              <a:custGeom>
                <a:avLst/>
                <a:gdLst/>
                <a:ahLst/>
                <a:cxnLst/>
                <a:rect l="l" t="t" r="r" b="b"/>
                <a:pathLst>
                  <a:path w="67516" h="55558" extrusionOk="0">
                    <a:moveTo>
                      <a:pt x="67" y="0"/>
                    </a:moveTo>
                    <a:cubicBezTo>
                      <a:pt x="34" y="67"/>
                      <a:pt x="34" y="33"/>
                      <a:pt x="0" y="67"/>
                    </a:cubicBezTo>
                    <a:cubicBezTo>
                      <a:pt x="16979" y="16979"/>
                      <a:pt x="36593" y="38361"/>
                      <a:pt x="44466" y="54072"/>
                    </a:cubicBezTo>
                    <a:cubicBezTo>
                      <a:pt x="44945" y="55049"/>
                      <a:pt x="45883" y="55558"/>
                      <a:pt x="46835" y="55558"/>
                    </a:cubicBezTo>
                    <a:cubicBezTo>
                      <a:pt x="47605" y="55558"/>
                      <a:pt x="48384" y="55225"/>
                      <a:pt x="48935" y="54539"/>
                    </a:cubicBezTo>
                    <a:cubicBezTo>
                      <a:pt x="53238" y="49135"/>
                      <a:pt x="58676" y="46367"/>
                      <a:pt x="64080" y="46033"/>
                    </a:cubicBezTo>
                    <a:cubicBezTo>
                      <a:pt x="66481" y="45900"/>
                      <a:pt x="67515" y="42931"/>
                      <a:pt x="65681" y="41363"/>
                    </a:cubicBezTo>
                    <a:cubicBezTo>
                      <a:pt x="49936" y="28053"/>
                      <a:pt x="22650" y="11508"/>
                      <a:pt x="67" y="0"/>
                    </a:cubicBezTo>
                    <a:close/>
                  </a:path>
                </a:pathLst>
              </a:custGeom>
              <a:solidFill>
                <a:srgbClr val="191919">
                  <a:alpha val="61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0" name="Google Shape;2640;p13"/>
              <p:cNvSpPr/>
              <p:nvPr/>
            </p:nvSpPr>
            <p:spPr>
              <a:xfrm>
                <a:off x="1858500" y="2955938"/>
                <a:ext cx="1148675" cy="1546025"/>
              </a:xfrm>
              <a:custGeom>
                <a:avLst/>
                <a:gdLst/>
                <a:ahLst/>
                <a:cxnLst/>
                <a:rect l="l" t="t" r="r" b="b"/>
                <a:pathLst>
                  <a:path w="45947" h="61841" extrusionOk="0">
                    <a:moveTo>
                      <a:pt x="1635" y="1"/>
                    </a:moveTo>
                    <a:cubicBezTo>
                      <a:pt x="1602" y="34"/>
                      <a:pt x="1569" y="34"/>
                      <a:pt x="1502" y="34"/>
                    </a:cubicBezTo>
                    <a:cubicBezTo>
                      <a:pt x="1402" y="168"/>
                      <a:pt x="1302" y="334"/>
                      <a:pt x="1168" y="501"/>
                    </a:cubicBezTo>
                    <a:cubicBezTo>
                      <a:pt x="301" y="17547"/>
                      <a:pt x="1" y="38995"/>
                      <a:pt x="1869" y="59443"/>
                    </a:cubicBezTo>
                    <a:cubicBezTo>
                      <a:pt x="1989" y="60884"/>
                      <a:pt x="3215" y="61841"/>
                      <a:pt x="4515" y="61841"/>
                    </a:cubicBezTo>
                    <a:cubicBezTo>
                      <a:pt x="5021" y="61841"/>
                      <a:pt x="5538" y="61696"/>
                      <a:pt x="6005" y="61378"/>
                    </a:cubicBezTo>
                    <a:cubicBezTo>
                      <a:pt x="12280" y="57075"/>
                      <a:pt x="22400" y="54418"/>
                      <a:pt x="31722" y="54418"/>
                    </a:cubicBezTo>
                    <a:cubicBezTo>
                      <a:pt x="35335" y="54418"/>
                      <a:pt x="38828" y="54817"/>
                      <a:pt x="41931" y="55674"/>
                    </a:cubicBezTo>
                    <a:cubicBezTo>
                      <a:pt x="42172" y="55738"/>
                      <a:pt x="42409" y="55768"/>
                      <a:pt x="42637" y="55768"/>
                    </a:cubicBezTo>
                    <a:cubicBezTo>
                      <a:pt x="44562" y="55768"/>
                      <a:pt x="45947" y="53653"/>
                      <a:pt x="44933" y="51805"/>
                    </a:cubicBezTo>
                    <a:cubicBezTo>
                      <a:pt x="36427" y="36360"/>
                      <a:pt x="17847" y="16112"/>
                      <a:pt x="1635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1" name="Google Shape;2641;p13"/>
              <p:cNvSpPr/>
              <p:nvPr/>
            </p:nvSpPr>
            <p:spPr>
              <a:xfrm>
                <a:off x="112275" y="2948438"/>
                <a:ext cx="2249125" cy="1553525"/>
              </a:xfrm>
              <a:custGeom>
                <a:avLst/>
                <a:gdLst/>
                <a:ahLst/>
                <a:cxnLst/>
                <a:rect l="l" t="t" r="r" b="b"/>
                <a:pathLst>
                  <a:path w="89965" h="62141" extrusionOk="0">
                    <a:moveTo>
                      <a:pt x="71585" y="58242"/>
                    </a:moveTo>
                    <a:lnTo>
                      <a:pt x="71585" y="58242"/>
                    </a:lnTo>
                    <a:cubicBezTo>
                      <a:pt x="71590" y="58323"/>
                      <a:pt x="71595" y="58404"/>
                      <a:pt x="71601" y="58485"/>
                    </a:cubicBezTo>
                    <a:lnTo>
                      <a:pt x="71601" y="58485"/>
                    </a:lnTo>
                    <a:cubicBezTo>
                      <a:pt x="71593" y="58407"/>
                      <a:pt x="71585" y="58324"/>
                      <a:pt x="71585" y="58242"/>
                    </a:cubicBezTo>
                    <a:close/>
                    <a:moveTo>
                      <a:pt x="71017" y="1"/>
                    </a:moveTo>
                    <a:lnTo>
                      <a:pt x="71017" y="1"/>
                    </a:lnTo>
                    <a:cubicBezTo>
                      <a:pt x="59142" y="634"/>
                      <a:pt x="18180" y="15879"/>
                      <a:pt x="1301" y="29722"/>
                    </a:cubicBezTo>
                    <a:cubicBezTo>
                      <a:pt x="100" y="30723"/>
                      <a:pt x="0" y="32524"/>
                      <a:pt x="1101" y="33625"/>
                    </a:cubicBezTo>
                    <a:cubicBezTo>
                      <a:pt x="3569" y="36060"/>
                      <a:pt x="5371" y="39762"/>
                      <a:pt x="5871" y="44166"/>
                    </a:cubicBezTo>
                    <a:cubicBezTo>
                      <a:pt x="6046" y="45630"/>
                      <a:pt x="7281" y="46551"/>
                      <a:pt x="8544" y="46551"/>
                    </a:cubicBezTo>
                    <a:cubicBezTo>
                      <a:pt x="9208" y="46551"/>
                      <a:pt x="9879" y="46296"/>
                      <a:pt x="10408" y="45733"/>
                    </a:cubicBezTo>
                    <a:cubicBezTo>
                      <a:pt x="10808" y="45333"/>
                      <a:pt x="11208" y="44933"/>
                      <a:pt x="11608" y="44532"/>
                    </a:cubicBezTo>
                    <a:lnTo>
                      <a:pt x="11608" y="44532"/>
                    </a:lnTo>
                    <a:cubicBezTo>
                      <a:pt x="9974" y="46200"/>
                      <a:pt x="11175" y="49002"/>
                      <a:pt x="13543" y="49002"/>
                    </a:cubicBezTo>
                    <a:cubicBezTo>
                      <a:pt x="20381" y="49036"/>
                      <a:pt x="28887" y="52171"/>
                      <a:pt x="33190" y="56775"/>
                    </a:cubicBezTo>
                    <a:cubicBezTo>
                      <a:pt x="33734" y="57373"/>
                      <a:pt x="34457" y="57658"/>
                      <a:pt x="35171" y="57658"/>
                    </a:cubicBezTo>
                    <a:cubicBezTo>
                      <a:pt x="36168" y="57658"/>
                      <a:pt x="37147" y="57104"/>
                      <a:pt x="37594" y="56074"/>
                    </a:cubicBezTo>
                    <a:cubicBezTo>
                      <a:pt x="37794" y="55574"/>
                      <a:pt x="37994" y="55107"/>
                      <a:pt x="38227" y="54606"/>
                    </a:cubicBezTo>
                    <a:lnTo>
                      <a:pt x="38227" y="54606"/>
                    </a:lnTo>
                    <a:cubicBezTo>
                      <a:pt x="37408" y="56428"/>
                      <a:pt x="38799" y="58333"/>
                      <a:pt x="40666" y="58333"/>
                    </a:cubicBezTo>
                    <a:cubicBezTo>
                      <a:pt x="40849" y="58333"/>
                      <a:pt x="41038" y="58315"/>
                      <a:pt x="41230" y="58276"/>
                    </a:cubicBezTo>
                    <a:cubicBezTo>
                      <a:pt x="43367" y="57814"/>
                      <a:pt x="45880" y="57597"/>
                      <a:pt x="48538" y="57597"/>
                    </a:cubicBezTo>
                    <a:cubicBezTo>
                      <a:pt x="55294" y="57597"/>
                      <a:pt x="62989" y="58998"/>
                      <a:pt x="67849" y="61344"/>
                    </a:cubicBezTo>
                    <a:cubicBezTo>
                      <a:pt x="68217" y="61519"/>
                      <a:pt x="68597" y="61599"/>
                      <a:pt x="68967" y="61599"/>
                    </a:cubicBezTo>
                    <a:cubicBezTo>
                      <a:pt x="70405" y="61599"/>
                      <a:pt x="71694" y="60389"/>
                      <a:pt x="71625" y="58814"/>
                    </a:cubicBezTo>
                    <a:lnTo>
                      <a:pt x="71625" y="58814"/>
                    </a:lnTo>
                    <a:cubicBezTo>
                      <a:pt x="71648" y="59124"/>
                      <a:pt x="71677" y="59434"/>
                      <a:pt x="71718" y="59743"/>
                    </a:cubicBezTo>
                    <a:cubicBezTo>
                      <a:pt x="71838" y="61184"/>
                      <a:pt x="73064" y="62141"/>
                      <a:pt x="74364" y="62141"/>
                    </a:cubicBezTo>
                    <a:cubicBezTo>
                      <a:pt x="74870" y="62141"/>
                      <a:pt x="75387" y="61996"/>
                      <a:pt x="75854" y="61678"/>
                    </a:cubicBezTo>
                    <a:cubicBezTo>
                      <a:pt x="79557" y="59143"/>
                      <a:pt x="84560" y="57175"/>
                      <a:pt x="89964" y="56007"/>
                    </a:cubicBezTo>
                    <a:cubicBezTo>
                      <a:pt x="89764" y="55974"/>
                      <a:pt x="89531" y="55874"/>
                      <a:pt x="89331" y="55774"/>
                    </a:cubicBezTo>
                    <a:cubicBezTo>
                      <a:pt x="84466" y="53426"/>
                      <a:pt x="76762" y="52041"/>
                      <a:pt x="70001" y="52041"/>
                    </a:cubicBezTo>
                    <a:cubicBezTo>
                      <a:pt x="67350" y="52041"/>
                      <a:pt x="64844" y="52254"/>
                      <a:pt x="62712" y="52705"/>
                    </a:cubicBezTo>
                    <a:cubicBezTo>
                      <a:pt x="62205" y="52816"/>
                      <a:pt x="61561" y="52870"/>
                      <a:pt x="60853" y="52870"/>
                    </a:cubicBezTo>
                    <a:cubicBezTo>
                      <a:pt x="58578" y="52870"/>
                      <a:pt x="55657" y="52306"/>
                      <a:pt x="54639" y="51237"/>
                    </a:cubicBezTo>
                    <a:cubicBezTo>
                      <a:pt x="50369" y="46601"/>
                      <a:pt x="41830" y="43498"/>
                      <a:pt x="35025" y="43465"/>
                    </a:cubicBezTo>
                    <a:cubicBezTo>
                      <a:pt x="32657" y="43465"/>
                      <a:pt x="27620" y="40863"/>
                      <a:pt x="27353" y="38628"/>
                    </a:cubicBezTo>
                    <a:cubicBezTo>
                      <a:pt x="26853" y="34225"/>
                      <a:pt x="25051" y="30522"/>
                      <a:pt x="22550" y="28054"/>
                    </a:cubicBezTo>
                    <a:cubicBezTo>
                      <a:pt x="21449" y="26987"/>
                      <a:pt x="21582" y="25152"/>
                      <a:pt x="22783" y="24185"/>
                    </a:cubicBezTo>
                    <a:cubicBezTo>
                      <a:pt x="33624" y="15278"/>
                      <a:pt x="54406" y="5805"/>
                      <a:pt x="71017" y="1"/>
                    </a:cubicBezTo>
                    <a:close/>
                  </a:path>
                </a:pathLst>
              </a:custGeom>
              <a:solidFill>
                <a:srgbClr val="191919">
                  <a:alpha val="284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2" name="Google Shape;2642;p13"/>
              <p:cNvSpPr/>
              <p:nvPr/>
            </p:nvSpPr>
            <p:spPr>
              <a:xfrm>
                <a:off x="1820150" y="2665738"/>
                <a:ext cx="184325" cy="255200"/>
              </a:xfrm>
              <a:custGeom>
                <a:avLst/>
                <a:gdLst/>
                <a:ahLst/>
                <a:cxnLst/>
                <a:rect l="l" t="t" r="r" b="b"/>
                <a:pathLst>
                  <a:path w="7373" h="10208" extrusionOk="0">
                    <a:moveTo>
                      <a:pt x="3670" y="0"/>
                    </a:moveTo>
                    <a:cubicBezTo>
                      <a:pt x="1835" y="0"/>
                      <a:pt x="1" y="10208"/>
                      <a:pt x="1" y="10208"/>
                    </a:cubicBezTo>
                    <a:lnTo>
                      <a:pt x="7372" y="10208"/>
                    </a:lnTo>
                    <a:cubicBezTo>
                      <a:pt x="7372" y="10208"/>
                      <a:pt x="5538" y="0"/>
                      <a:pt x="36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3" name="Google Shape;2643;p13"/>
              <p:cNvSpPr/>
              <p:nvPr/>
            </p:nvSpPr>
            <p:spPr>
              <a:xfrm>
                <a:off x="1765100" y="2865038"/>
                <a:ext cx="293575" cy="111775"/>
              </a:xfrm>
              <a:custGeom>
                <a:avLst/>
                <a:gdLst/>
                <a:ahLst/>
                <a:cxnLst/>
                <a:rect l="l" t="t" r="r" b="b"/>
                <a:pathLst>
                  <a:path w="11743" h="4471" extrusionOk="0">
                    <a:moveTo>
                      <a:pt x="2002" y="1"/>
                    </a:moveTo>
                    <a:cubicBezTo>
                      <a:pt x="902" y="1"/>
                      <a:pt x="1" y="902"/>
                      <a:pt x="1" y="2002"/>
                    </a:cubicBezTo>
                    <a:lnTo>
                      <a:pt x="1" y="2469"/>
                    </a:lnTo>
                    <a:cubicBezTo>
                      <a:pt x="1" y="3570"/>
                      <a:pt x="902" y="4471"/>
                      <a:pt x="2002" y="4471"/>
                    </a:cubicBezTo>
                    <a:lnTo>
                      <a:pt x="9741" y="4471"/>
                    </a:lnTo>
                    <a:cubicBezTo>
                      <a:pt x="10875" y="4471"/>
                      <a:pt x="11743" y="3570"/>
                      <a:pt x="11743" y="2469"/>
                    </a:cubicBezTo>
                    <a:lnTo>
                      <a:pt x="11743" y="2002"/>
                    </a:lnTo>
                    <a:cubicBezTo>
                      <a:pt x="11743" y="902"/>
                      <a:pt x="10875" y="1"/>
                      <a:pt x="974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644" name="Google Shape;2644;p13"/>
          <p:cNvGrpSpPr/>
          <p:nvPr/>
        </p:nvGrpSpPr>
        <p:grpSpPr>
          <a:xfrm>
            <a:off x="3732607" y="4658911"/>
            <a:ext cx="3369488" cy="1707138"/>
            <a:chOff x="7924800" y="529913"/>
            <a:chExt cx="3624275" cy="1836225"/>
          </a:xfrm>
        </p:grpSpPr>
        <p:sp>
          <p:nvSpPr>
            <p:cNvPr id="2645" name="Google Shape;2645;p13"/>
            <p:cNvSpPr/>
            <p:nvPr/>
          </p:nvSpPr>
          <p:spPr>
            <a:xfrm>
              <a:off x="7924800" y="812613"/>
              <a:ext cx="1777125" cy="1163775"/>
            </a:xfrm>
            <a:custGeom>
              <a:avLst/>
              <a:gdLst/>
              <a:ahLst/>
              <a:cxnLst/>
              <a:rect l="l" t="t" r="r" b="b"/>
              <a:pathLst>
                <a:path w="71085" h="46551" extrusionOk="0">
                  <a:moveTo>
                    <a:pt x="71051" y="1"/>
                  </a:moveTo>
                  <a:cubicBezTo>
                    <a:pt x="59209" y="601"/>
                    <a:pt x="18213" y="15879"/>
                    <a:pt x="1301" y="29722"/>
                  </a:cubicBezTo>
                  <a:cubicBezTo>
                    <a:pt x="100" y="30723"/>
                    <a:pt x="0" y="32524"/>
                    <a:pt x="1101" y="33625"/>
                  </a:cubicBezTo>
                  <a:cubicBezTo>
                    <a:pt x="3569" y="36060"/>
                    <a:pt x="5371" y="39762"/>
                    <a:pt x="5904" y="44166"/>
                  </a:cubicBezTo>
                  <a:cubicBezTo>
                    <a:pt x="6057" y="45630"/>
                    <a:pt x="7285" y="46551"/>
                    <a:pt x="8555" y="46551"/>
                  </a:cubicBezTo>
                  <a:cubicBezTo>
                    <a:pt x="9222" y="46551"/>
                    <a:pt x="9901" y="46296"/>
                    <a:pt x="10441" y="45733"/>
                  </a:cubicBezTo>
                  <a:cubicBezTo>
                    <a:pt x="24151" y="31390"/>
                    <a:pt x="50203" y="12610"/>
                    <a:pt x="71051" y="568"/>
                  </a:cubicBezTo>
                  <a:cubicBezTo>
                    <a:pt x="71051" y="401"/>
                    <a:pt x="71051" y="201"/>
                    <a:pt x="7108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6" name="Google Shape;2646;p13"/>
            <p:cNvSpPr/>
            <p:nvPr/>
          </p:nvSpPr>
          <p:spPr>
            <a:xfrm>
              <a:off x="8173300" y="826788"/>
              <a:ext cx="1529450" cy="1427300"/>
            </a:xfrm>
            <a:custGeom>
              <a:avLst/>
              <a:gdLst/>
              <a:ahLst/>
              <a:cxnLst/>
              <a:rect l="l" t="t" r="r" b="b"/>
              <a:pathLst>
                <a:path w="61178" h="57092" extrusionOk="0">
                  <a:moveTo>
                    <a:pt x="61111" y="1"/>
                  </a:moveTo>
                  <a:cubicBezTo>
                    <a:pt x="40830" y="11709"/>
                    <a:pt x="15678" y="29789"/>
                    <a:pt x="1668" y="43932"/>
                  </a:cubicBezTo>
                  <a:cubicBezTo>
                    <a:pt x="1" y="45633"/>
                    <a:pt x="1235" y="48435"/>
                    <a:pt x="3603" y="48435"/>
                  </a:cubicBezTo>
                  <a:cubicBezTo>
                    <a:pt x="10441" y="48469"/>
                    <a:pt x="18947" y="51604"/>
                    <a:pt x="23250" y="56208"/>
                  </a:cubicBezTo>
                  <a:cubicBezTo>
                    <a:pt x="23794" y="56806"/>
                    <a:pt x="24517" y="57091"/>
                    <a:pt x="25231" y="57091"/>
                  </a:cubicBezTo>
                  <a:cubicBezTo>
                    <a:pt x="26228" y="57091"/>
                    <a:pt x="27207" y="56537"/>
                    <a:pt x="27654" y="55507"/>
                  </a:cubicBezTo>
                  <a:cubicBezTo>
                    <a:pt x="34525" y="39529"/>
                    <a:pt x="48001" y="18180"/>
                    <a:pt x="61178" y="101"/>
                  </a:cubicBezTo>
                  <a:cubicBezTo>
                    <a:pt x="61144" y="34"/>
                    <a:pt x="61144" y="67"/>
                    <a:pt x="6111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7" name="Google Shape;2647;p13"/>
            <p:cNvSpPr/>
            <p:nvPr/>
          </p:nvSpPr>
          <p:spPr>
            <a:xfrm>
              <a:off x="8859975" y="832638"/>
              <a:ext cx="858600" cy="1520275"/>
            </a:xfrm>
            <a:custGeom>
              <a:avLst/>
              <a:gdLst/>
              <a:ahLst/>
              <a:cxnLst/>
              <a:rect l="l" t="t" r="r" b="b"/>
              <a:pathLst>
                <a:path w="34344" h="60811" extrusionOk="0">
                  <a:moveTo>
                    <a:pt x="33610" y="0"/>
                  </a:moveTo>
                  <a:lnTo>
                    <a:pt x="33610" y="0"/>
                  </a:lnTo>
                  <a:cubicBezTo>
                    <a:pt x="20868" y="17479"/>
                    <a:pt x="7859" y="38027"/>
                    <a:pt x="820" y="53805"/>
                  </a:cubicBezTo>
                  <a:cubicBezTo>
                    <a:pt x="1" y="55627"/>
                    <a:pt x="1392" y="57532"/>
                    <a:pt x="3259" y="57532"/>
                  </a:cubicBezTo>
                  <a:cubicBezTo>
                    <a:pt x="3442" y="57532"/>
                    <a:pt x="3631" y="57514"/>
                    <a:pt x="3823" y="57475"/>
                  </a:cubicBezTo>
                  <a:cubicBezTo>
                    <a:pt x="5960" y="57013"/>
                    <a:pt x="8473" y="56796"/>
                    <a:pt x="11131" y="56796"/>
                  </a:cubicBezTo>
                  <a:cubicBezTo>
                    <a:pt x="17887" y="56796"/>
                    <a:pt x="25582" y="58197"/>
                    <a:pt x="30442" y="60543"/>
                  </a:cubicBezTo>
                  <a:cubicBezTo>
                    <a:pt x="30815" y="60727"/>
                    <a:pt x="31200" y="60811"/>
                    <a:pt x="31574" y="60811"/>
                  </a:cubicBezTo>
                  <a:cubicBezTo>
                    <a:pt x="33038" y="60811"/>
                    <a:pt x="34344" y="59529"/>
                    <a:pt x="34211" y="57908"/>
                  </a:cubicBezTo>
                  <a:cubicBezTo>
                    <a:pt x="32443" y="37794"/>
                    <a:pt x="32777" y="16745"/>
                    <a:pt x="3361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8" name="Google Shape;2648;p13"/>
            <p:cNvSpPr/>
            <p:nvPr/>
          </p:nvSpPr>
          <p:spPr>
            <a:xfrm>
              <a:off x="9716075" y="811788"/>
              <a:ext cx="1833000" cy="1095200"/>
            </a:xfrm>
            <a:custGeom>
              <a:avLst/>
              <a:gdLst/>
              <a:ahLst/>
              <a:cxnLst/>
              <a:rect l="l" t="t" r="r" b="b"/>
              <a:pathLst>
                <a:path w="73320" h="43808" extrusionOk="0">
                  <a:moveTo>
                    <a:pt x="100" y="0"/>
                  </a:moveTo>
                  <a:lnTo>
                    <a:pt x="0" y="334"/>
                  </a:lnTo>
                  <a:cubicBezTo>
                    <a:pt x="23450" y="12276"/>
                    <a:pt x="51837" y="29588"/>
                    <a:pt x="67248" y="43131"/>
                  </a:cubicBezTo>
                  <a:cubicBezTo>
                    <a:pt x="67767" y="43597"/>
                    <a:pt x="68383" y="43807"/>
                    <a:pt x="68988" y="43807"/>
                  </a:cubicBezTo>
                  <a:cubicBezTo>
                    <a:pt x="70289" y="43807"/>
                    <a:pt x="71538" y="42833"/>
                    <a:pt x="71651" y="41330"/>
                  </a:cubicBezTo>
                  <a:cubicBezTo>
                    <a:pt x="71818" y="38961"/>
                    <a:pt x="72218" y="36326"/>
                    <a:pt x="72986" y="34125"/>
                  </a:cubicBezTo>
                  <a:cubicBezTo>
                    <a:pt x="73319" y="33091"/>
                    <a:pt x="73052" y="31956"/>
                    <a:pt x="72252" y="31256"/>
                  </a:cubicBezTo>
                  <a:cubicBezTo>
                    <a:pt x="56274" y="16712"/>
                    <a:pt x="11275" y="0"/>
                    <a:pt x="10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9" name="Google Shape;2649;p13"/>
            <p:cNvSpPr/>
            <p:nvPr/>
          </p:nvSpPr>
          <p:spPr>
            <a:xfrm>
              <a:off x="9711900" y="818463"/>
              <a:ext cx="1687900" cy="1388950"/>
            </a:xfrm>
            <a:custGeom>
              <a:avLst/>
              <a:gdLst/>
              <a:ahLst/>
              <a:cxnLst/>
              <a:rect l="l" t="t" r="r" b="b"/>
              <a:pathLst>
                <a:path w="67516" h="55558" extrusionOk="0">
                  <a:moveTo>
                    <a:pt x="67" y="0"/>
                  </a:moveTo>
                  <a:cubicBezTo>
                    <a:pt x="34" y="67"/>
                    <a:pt x="34" y="33"/>
                    <a:pt x="0" y="67"/>
                  </a:cubicBezTo>
                  <a:cubicBezTo>
                    <a:pt x="16979" y="16979"/>
                    <a:pt x="36593" y="38361"/>
                    <a:pt x="44466" y="54072"/>
                  </a:cubicBezTo>
                  <a:cubicBezTo>
                    <a:pt x="44945" y="55049"/>
                    <a:pt x="45883" y="55558"/>
                    <a:pt x="46835" y="55558"/>
                  </a:cubicBezTo>
                  <a:cubicBezTo>
                    <a:pt x="47605" y="55558"/>
                    <a:pt x="48384" y="55225"/>
                    <a:pt x="48935" y="54539"/>
                  </a:cubicBezTo>
                  <a:cubicBezTo>
                    <a:pt x="53238" y="49135"/>
                    <a:pt x="58676" y="46367"/>
                    <a:pt x="64080" y="46033"/>
                  </a:cubicBezTo>
                  <a:cubicBezTo>
                    <a:pt x="66481" y="45900"/>
                    <a:pt x="67515" y="42931"/>
                    <a:pt x="65681" y="41363"/>
                  </a:cubicBezTo>
                  <a:cubicBezTo>
                    <a:pt x="49936" y="28053"/>
                    <a:pt x="22650" y="11508"/>
                    <a:pt x="6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0" name="Google Shape;2650;p13"/>
            <p:cNvSpPr/>
            <p:nvPr/>
          </p:nvSpPr>
          <p:spPr>
            <a:xfrm>
              <a:off x="9671025" y="820113"/>
              <a:ext cx="1148675" cy="1546025"/>
            </a:xfrm>
            <a:custGeom>
              <a:avLst/>
              <a:gdLst/>
              <a:ahLst/>
              <a:cxnLst/>
              <a:rect l="l" t="t" r="r" b="b"/>
              <a:pathLst>
                <a:path w="45947" h="61841" extrusionOk="0">
                  <a:moveTo>
                    <a:pt x="1635" y="1"/>
                  </a:moveTo>
                  <a:cubicBezTo>
                    <a:pt x="1602" y="34"/>
                    <a:pt x="1569" y="34"/>
                    <a:pt x="1502" y="34"/>
                  </a:cubicBezTo>
                  <a:cubicBezTo>
                    <a:pt x="1402" y="168"/>
                    <a:pt x="1302" y="334"/>
                    <a:pt x="1168" y="501"/>
                  </a:cubicBezTo>
                  <a:cubicBezTo>
                    <a:pt x="301" y="17547"/>
                    <a:pt x="1" y="38995"/>
                    <a:pt x="1869" y="59443"/>
                  </a:cubicBezTo>
                  <a:cubicBezTo>
                    <a:pt x="1989" y="60884"/>
                    <a:pt x="3215" y="61841"/>
                    <a:pt x="4515" y="61841"/>
                  </a:cubicBezTo>
                  <a:cubicBezTo>
                    <a:pt x="5021" y="61841"/>
                    <a:pt x="5538" y="61696"/>
                    <a:pt x="6005" y="61378"/>
                  </a:cubicBezTo>
                  <a:cubicBezTo>
                    <a:pt x="12280" y="57075"/>
                    <a:pt x="22400" y="54418"/>
                    <a:pt x="31722" y="54418"/>
                  </a:cubicBezTo>
                  <a:cubicBezTo>
                    <a:pt x="35335" y="54418"/>
                    <a:pt x="38828" y="54817"/>
                    <a:pt x="41931" y="55674"/>
                  </a:cubicBezTo>
                  <a:cubicBezTo>
                    <a:pt x="42172" y="55738"/>
                    <a:pt x="42409" y="55768"/>
                    <a:pt x="42637" y="55768"/>
                  </a:cubicBezTo>
                  <a:cubicBezTo>
                    <a:pt x="44562" y="55768"/>
                    <a:pt x="45947" y="53653"/>
                    <a:pt x="44933" y="51805"/>
                  </a:cubicBezTo>
                  <a:cubicBezTo>
                    <a:pt x="36427" y="36360"/>
                    <a:pt x="17847" y="16112"/>
                    <a:pt x="163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651" name="Google Shape;2651;p13"/>
            <p:cNvGrpSpPr/>
            <p:nvPr/>
          </p:nvGrpSpPr>
          <p:grpSpPr>
            <a:xfrm>
              <a:off x="7924800" y="529913"/>
              <a:ext cx="3624275" cy="1836225"/>
              <a:chOff x="112275" y="2665738"/>
              <a:chExt cx="3624275" cy="1836225"/>
            </a:xfrm>
          </p:grpSpPr>
          <p:sp>
            <p:nvSpPr>
              <p:cNvPr id="2652" name="Google Shape;2652;p13"/>
              <p:cNvSpPr/>
              <p:nvPr/>
            </p:nvSpPr>
            <p:spPr>
              <a:xfrm>
                <a:off x="112275" y="2948438"/>
                <a:ext cx="1777125" cy="1163775"/>
              </a:xfrm>
              <a:custGeom>
                <a:avLst/>
                <a:gdLst/>
                <a:ahLst/>
                <a:cxnLst/>
                <a:rect l="l" t="t" r="r" b="b"/>
                <a:pathLst>
                  <a:path w="71085" h="46551" extrusionOk="0">
                    <a:moveTo>
                      <a:pt x="71051" y="1"/>
                    </a:moveTo>
                    <a:cubicBezTo>
                      <a:pt x="59209" y="601"/>
                      <a:pt x="18213" y="15879"/>
                      <a:pt x="1301" y="29722"/>
                    </a:cubicBezTo>
                    <a:cubicBezTo>
                      <a:pt x="100" y="30723"/>
                      <a:pt x="0" y="32524"/>
                      <a:pt x="1101" y="33625"/>
                    </a:cubicBezTo>
                    <a:cubicBezTo>
                      <a:pt x="3569" y="36060"/>
                      <a:pt x="5371" y="39762"/>
                      <a:pt x="5904" y="44166"/>
                    </a:cubicBezTo>
                    <a:cubicBezTo>
                      <a:pt x="6057" y="45630"/>
                      <a:pt x="7285" y="46551"/>
                      <a:pt x="8555" y="46551"/>
                    </a:cubicBezTo>
                    <a:cubicBezTo>
                      <a:pt x="9222" y="46551"/>
                      <a:pt x="9901" y="46296"/>
                      <a:pt x="10441" y="45733"/>
                    </a:cubicBezTo>
                    <a:cubicBezTo>
                      <a:pt x="24151" y="31390"/>
                      <a:pt x="50203" y="12610"/>
                      <a:pt x="71051" y="568"/>
                    </a:cubicBezTo>
                    <a:cubicBezTo>
                      <a:pt x="71051" y="401"/>
                      <a:pt x="71051" y="201"/>
                      <a:pt x="71084" y="1"/>
                    </a:cubicBezTo>
                    <a:close/>
                  </a:path>
                </a:pathLst>
              </a:custGeom>
              <a:solidFill>
                <a:srgbClr val="191919">
                  <a:alpha val="284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3" name="Google Shape;2653;p13"/>
              <p:cNvSpPr/>
              <p:nvPr/>
            </p:nvSpPr>
            <p:spPr>
              <a:xfrm>
                <a:off x="360775" y="2962613"/>
                <a:ext cx="1529450" cy="1427300"/>
              </a:xfrm>
              <a:custGeom>
                <a:avLst/>
                <a:gdLst/>
                <a:ahLst/>
                <a:cxnLst/>
                <a:rect l="l" t="t" r="r" b="b"/>
                <a:pathLst>
                  <a:path w="61178" h="57092" extrusionOk="0">
                    <a:moveTo>
                      <a:pt x="61111" y="1"/>
                    </a:moveTo>
                    <a:cubicBezTo>
                      <a:pt x="40830" y="11709"/>
                      <a:pt x="15678" y="29789"/>
                      <a:pt x="1668" y="43932"/>
                    </a:cubicBezTo>
                    <a:cubicBezTo>
                      <a:pt x="1" y="45633"/>
                      <a:pt x="1235" y="48435"/>
                      <a:pt x="3603" y="48435"/>
                    </a:cubicBezTo>
                    <a:cubicBezTo>
                      <a:pt x="10441" y="48469"/>
                      <a:pt x="18947" y="51604"/>
                      <a:pt x="23250" y="56208"/>
                    </a:cubicBezTo>
                    <a:cubicBezTo>
                      <a:pt x="23794" y="56806"/>
                      <a:pt x="24517" y="57091"/>
                      <a:pt x="25231" y="57091"/>
                    </a:cubicBezTo>
                    <a:cubicBezTo>
                      <a:pt x="26228" y="57091"/>
                      <a:pt x="27207" y="56537"/>
                      <a:pt x="27654" y="55507"/>
                    </a:cubicBezTo>
                    <a:cubicBezTo>
                      <a:pt x="34525" y="39529"/>
                      <a:pt x="48001" y="18180"/>
                      <a:pt x="61178" y="101"/>
                    </a:cubicBezTo>
                    <a:cubicBezTo>
                      <a:pt x="61144" y="34"/>
                      <a:pt x="61144" y="67"/>
                      <a:pt x="61111" y="1"/>
                    </a:cubicBezTo>
                    <a:close/>
                  </a:path>
                </a:pathLst>
              </a:custGeom>
              <a:solidFill>
                <a:srgbClr val="191919">
                  <a:alpha val="189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4" name="Google Shape;2654;p13"/>
              <p:cNvSpPr/>
              <p:nvPr/>
            </p:nvSpPr>
            <p:spPr>
              <a:xfrm>
                <a:off x="1047450" y="2968463"/>
                <a:ext cx="858600" cy="1520275"/>
              </a:xfrm>
              <a:custGeom>
                <a:avLst/>
                <a:gdLst/>
                <a:ahLst/>
                <a:cxnLst/>
                <a:rect l="l" t="t" r="r" b="b"/>
                <a:pathLst>
                  <a:path w="34344" h="60811" extrusionOk="0">
                    <a:moveTo>
                      <a:pt x="33610" y="0"/>
                    </a:moveTo>
                    <a:lnTo>
                      <a:pt x="33610" y="0"/>
                    </a:lnTo>
                    <a:cubicBezTo>
                      <a:pt x="20868" y="17479"/>
                      <a:pt x="7859" y="38027"/>
                      <a:pt x="820" y="53805"/>
                    </a:cubicBezTo>
                    <a:cubicBezTo>
                      <a:pt x="1" y="55627"/>
                      <a:pt x="1392" y="57532"/>
                      <a:pt x="3259" y="57532"/>
                    </a:cubicBezTo>
                    <a:cubicBezTo>
                      <a:pt x="3442" y="57532"/>
                      <a:pt x="3631" y="57514"/>
                      <a:pt x="3823" y="57475"/>
                    </a:cubicBezTo>
                    <a:cubicBezTo>
                      <a:pt x="5960" y="57013"/>
                      <a:pt x="8473" y="56796"/>
                      <a:pt x="11131" y="56796"/>
                    </a:cubicBezTo>
                    <a:cubicBezTo>
                      <a:pt x="17887" y="56796"/>
                      <a:pt x="25582" y="58197"/>
                      <a:pt x="30442" y="60543"/>
                    </a:cubicBezTo>
                    <a:cubicBezTo>
                      <a:pt x="30815" y="60727"/>
                      <a:pt x="31200" y="60811"/>
                      <a:pt x="31574" y="60811"/>
                    </a:cubicBezTo>
                    <a:cubicBezTo>
                      <a:pt x="33038" y="60811"/>
                      <a:pt x="34344" y="59529"/>
                      <a:pt x="34211" y="57908"/>
                    </a:cubicBezTo>
                    <a:cubicBezTo>
                      <a:pt x="32443" y="37794"/>
                      <a:pt x="32777" y="16745"/>
                      <a:pt x="33610" y="0"/>
                    </a:cubicBezTo>
                    <a:close/>
                  </a:path>
                </a:pathLst>
              </a:custGeom>
              <a:solidFill>
                <a:srgbClr val="191919">
                  <a:alpha val="150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5" name="Google Shape;2655;p13"/>
              <p:cNvSpPr/>
              <p:nvPr/>
            </p:nvSpPr>
            <p:spPr>
              <a:xfrm>
                <a:off x="1903550" y="2947613"/>
                <a:ext cx="1833000" cy="1095200"/>
              </a:xfrm>
              <a:custGeom>
                <a:avLst/>
                <a:gdLst/>
                <a:ahLst/>
                <a:cxnLst/>
                <a:rect l="l" t="t" r="r" b="b"/>
                <a:pathLst>
                  <a:path w="73320" h="43808" extrusionOk="0">
                    <a:moveTo>
                      <a:pt x="100" y="0"/>
                    </a:moveTo>
                    <a:lnTo>
                      <a:pt x="0" y="334"/>
                    </a:lnTo>
                    <a:cubicBezTo>
                      <a:pt x="23450" y="12276"/>
                      <a:pt x="51837" y="29588"/>
                      <a:pt x="67248" y="43131"/>
                    </a:cubicBezTo>
                    <a:cubicBezTo>
                      <a:pt x="67767" y="43597"/>
                      <a:pt x="68383" y="43807"/>
                      <a:pt x="68988" y="43807"/>
                    </a:cubicBezTo>
                    <a:cubicBezTo>
                      <a:pt x="70289" y="43807"/>
                      <a:pt x="71538" y="42833"/>
                      <a:pt x="71651" y="41330"/>
                    </a:cubicBezTo>
                    <a:cubicBezTo>
                      <a:pt x="71818" y="38961"/>
                      <a:pt x="72218" y="36326"/>
                      <a:pt x="72986" y="34125"/>
                    </a:cubicBezTo>
                    <a:cubicBezTo>
                      <a:pt x="73319" y="33091"/>
                      <a:pt x="73052" y="31956"/>
                      <a:pt x="72252" y="31256"/>
                    </a:cubicBezTo>
                    <a:cubicBezTo>
                      <a:pt x="56274" y="16712"/>
                      <a:pt x="11275" y="0"/>
                      <a:pt x="100" y="0"/>
                    </a:cubicBezTo>
                    <a:close/>
                  </a:path>
                </a:pathLst>
              </a:custGeom>
              <a:solidFill>
                <a:srgbClr val="191919">
                  <a:alpha val="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6" name="Google Shape;2656;p13"/>
              <p:cNvSpPr/>
              <p:nvPr/>
            </p:nvSpPr>
            <p:spPr>
              <a:xfrm>
                <a:off x="1899375" y="2954288"/>
                <a:ext cx="1687900" cy="1388950"/>
              </a:xfrm>
              <a:custGeom>
                <a:avLst/>
                <a:gdLst/>
                <a:ahLst/>
                <a:cxnLst/>
                <a:rect l="l" t="t" r="r" b="b"/>
                <a:pathLst>
                  <a:path w="67516" h="55558" extrusionOk="0">
                    <a:moveTo>
                      <a:pt x="67" y="0"/>
                    </a:moveTo>
                    <a:cubicBezTo>
                      <a:pt x="34" y="67"/>
                      <a:pt x="34" y="33"/>
                      <a:pt x="0" y="67"/>
                    </a:cubicBezTo>
                    <a:cubicBezTo>
                      <a:pt x="16979" y="16979"/>
                      <a:pt x="36593" y="38361"/>
                      <a:pt x="44466" y="54072"/>
                    </a:cubicBezTo>
                    <a:cubicBezTo>
                      <a:pt x="44945" y="55049"/>
                      <a:pt x="45883" y="55558"/>
                      <a:pt x="46835" y="55558"/>
                    </a:cubicBezTo>
                    <a:cubicBezTo>
                      <a:pt x="47605" y="55558"/>
                      <a:pt x="48384" y="55225"/>
                      <a:pt x="48935" y="54539"/>
                    </a:cubicBezTo>
                    <a:cubicBezTo>
                      <a:pt x="53238" y="49135"/>
                      <a:pt x="58676" y="46367"/>
                      <a:pt x="64080" y="46033"/>
                    </a:cubicBezTo>
                    <a:cubicBezTo>
                      <a:pt x="66481" y="45900"/>
                      <a:pt x="67515" y="42931"/>
                      <a:pt x="65681" y="41363"/>
                    </a:cubicBezTo>
                    <a:cubicBezTo>
                      <a:pt x="49936" y="28053"/>
                      <a:pt x="22650" y="11508"/>
                      <a:pt x="67" y="0"/>
                    </a:cubicBezTo>
                    <a:close/>
                  </a:path>
                </a:pathLst>
              </a:custGeom>
              <a:solidFill>
                <a:srgbClr val="191919">
                  <a:alpha val="61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7" name="Google Shape;2657;p13"/>
              <p:cNvSpPr/>
              <p:nvPr/>
            </p:nvSpPr>
            <p:spPr>
              <a:xfrm>
                <a:off x="1858500" y="2955938"/>
                <a:ext cx="1148675" cy="1546025"/>
              </a:xfrm>
              <a:custGeom>
                <a:avLst/>
                <a:gdLst/>
                <a:ahLst/>
                <a:cxnLst/>
                <a:rect l="l" t="t" r="r" b="b"/>
                <a:pathLst>
                  <a:path w="45947" h="61841" extrusionOk="0">
                    <a:moveTo>
                      <a:pt x="1635" y="1"/>
                    </a:moveTo>
                    <a:cubicBezTo>
                      <a:pt x="1602" y="34"/>
                      <a:pt x="1569" y="34"/>
                      <a:pt x="1502" y="34"/>
                    </a:cubicBezTo>
                    <a:cubicBezTo>
                      <a:pt x="1402" y="168"/>
                      <a:pt x="1302" y="334"/>
                      <a:pt x="1168" y="501"/>
                    </a:cubicBezTo>
                    <a:cubicBezTo>
                      <a:pt x="301" y="17547"/>
                      <a:pt x="1" y="38995"/>
                      <a:pt x="1869" y="59443"/>
                    </a:cubicBezTo>
                    <a:cubicBezTo>
                      <a:pt x="1989" y="60884"/>
                      <a:pt x="3215" y="61841"/>
                      <a:pt x="4515" y="61841"/>
                    </a:cubicBezTo>
                    <a:cubicBezTo>
                      <a:pt x="5021" y="61841"/>
                      <a:pt x="5538" y="61696"/>
                      <a:pt x="6005" y="61378"/>
                    </a:cubicBezTo>
                    <a:cubicBezTo>
                      <a:pt x="12280" y="57075"/>
                      <a:pt x="22400" y="54418"/>
                      <a:pt x="31722" y="54418"/>
                    </a:cubicBezTo>
                    <a:cubicBezTo>
                      <a:pt x="35335" y="54418"/>
                      <a:pt x="38828" y="54817"/>
                      <a:pt x="41931" y="55674"/>
                    </a:cubicBezTo>
                    <a:cubicBezTo>
                      <a:pt x="42172" y="55738"/>
                      <a:pt x="42409" y="55768"/>
                      <a:pt x="42637" y="55768"/>
                    </a:cubicBezTo>
                    <a:cubicBezTo>
                      <a:pt x="44562" y="55768"/>
                      <a:pt x="45947" y="53653"/>
                      <a:pt x="44933" y="51805"/>
                    </a:cubicBezTo>
                    <a:cubicBezTo>
                      <a:pt x="36427" y="36360"/>
                      <a:pt x="17847" y="16112"/>
                      <a:pt x="1635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8" name="Google Shape;2658;p13"/>
              <p:cNvSpPr/>
              <p:nvPr/>
            </p:nvSpPr>
            <p:spPr>
              <a:xfrm>
                <a:off x="112275" y="2948438"/>
                <a:ext cx="2249125" cy="1553525"/>
              </a:xfrm>
              <a:custGeom>
                <a:avLst/>
                <a:gdLst/>
                <a:ahLst/>
                <a:cxnLst/>
                <a:rect l="l" t="t" r="r" b="b"/>
                <a:pathLst>
                  <a:path w="89965" h="62141" extrusionOk="0">
                    <a:moveTo>
                      <a:pt x="71585" y="58242"/>
                    </a:moveTo>
                    <a:lnTo>
                      <a:pt x="71585" y="58242"/>
                    </a:lnTo>
                    <a:cubicBezTo>
                      <a:pt x="71590" y="58323"/>
                      <a:pt x="71595" y="58404"/>
                      <a:pt x="71601" y="58485"/>
                    </a:cubicBezTo>
                    <a:lnTo>
                      <a:pt x="71601" y="58485"/>
                    </a:lnTo>
                    <a:cubicBezTo>
                      <a:pt x="71593" y="58407"/>
                      <a:pt x="71585" y="58324"/>
                      <a:pt x="71585" y="58242"/>
                    </a:cubicBezTo>
                    <a:close/>
                    <a:moveTo>
                      <a:pt x="71017" y="1"/>
                    </a:moveTo>
                    <a:lnTo>
                      <a:pt x="71017" y="1"/>
                    </a:lnTo>
                    <a:cubicBezTo>
                      <a:pt x="59142" y="634"/>
                      <a:pt x="18180" y="15879"/>
                      <a:pt x="1301" y="29722"/>
                    </a:cubicBezTo>
                    <a:cubicBezTo>
                      <a:pt x="100" y="30723"/>
                      <a:pt x="0" y="32524"/>
                      <a:pt x="1101" y="33625"/>
                    </a:cubicBezTo>
                    <a:cubicBezTo>
                      <a:pt x="3569" y="36060"/>
                      <a:pt x="5371" y="39762"/>
                      <a:pt x="5871" y="44166"/>
                    </a:cubicBezTo>
                    <a:cubicBezTo>
                      <a:pt x="6046" y="45630"/>
                      <a:pt x="7281" y="46551"/>
                      <a:pt x="8544" y="46551"/>
                    </a:cubicBezTo>
                    <a:cubicBezTo>
                      <a:pt x="9208" y="46551"/>
                      <a:pt x="9879" y="46296"/>
                      <a:pt x="10408" y="45733"/>
                    </a:cubicBezTo>
                    <a:cubicBezTo>
                      <a:pt x="10808" y="45333"/>
                      <a:pt x="11208" y="44933"/>
                      <a:pt x="11608" y="44532"/>
                    </a:cubicBezTo>
                    <a:lnTo>
                      <a:pt x="11608" y="44532"/>
                    </a:lnTo>
                    <a:cubicBezTo>
                      <a:pt x="9974" y="46200"/>
                      <a:pt x="11175" y="49002"/>
                      <a:pt x="13543" y="49002"/>
                    </a:cubicBezTo>
                    <a:cubicBezTo>
                      <a:pt x="20381" y="49036"/>
                      <a:pt x="28887" y="52171"/>
                      <a:pt x="33190" y="56775"/>
                    </a:cubicBezTo>
                    <a:cubicBezTo>
                      <a:pt x="33734" y="57373"/>
                      <a:pt x="34457" y="57658"/>
                      <a:pt x="35171" y="57658"/>
                    </a:cubicBezTo>
                    <a:cubicBezTo>
                      <a:pt x="36168" y="57658"/>
                      <a:pt x="37147" y="57104"/>
                      <a:pt x="37594" y="56074"/>
                    </a:cubicBezTo>
                    <a:cubicBezTo>
                      <a:pt x="37794" y="55574"/>
                      <a:pt x="37994" y="55107"/>
                      <a:pt x="38227" y="54606"/>
                    </a:cubicBezTo>
                    <a:lnTo>
                      <a:pt x="38227" y="54606"/>
                    </a:lnTo>
                    <a:cubicBezTo>
                      <a:pt x="37408" y="56428"/>
                      <a:pt x="38799" y="58333"/>
                      <a:pt x="40666" y="58333"/>
                    </a:cubicBezTo>
                    <a:cubicBezTo>
                      <a:pt x="40849" y="58333"/>
                      <a:pt x="41038" y="58315"/>
                      <a:pt x="41230" y="58276"/>
                    </a:cubicBezTo>
                    <a:cubicBezTo>
                      <a:pt x="43367" y="57814"/>
                      <a:pt x="45880" y="57597"/>
                      <a:pt x="48538" y="57597"/>
                    </a:cubicBezTo>
                    <a:cubicBezTo>
                      <a:pt x="55294" y="57597"/>
                      <a:pt x="62989" y="58998"/>
                      <a:pt x="67849" y="61344"/>
                    </a:cubicBezTo>
                    <a:cubicBezTo>
                      <a:pt x="68217" y="61519"/>
                      <a:pt x="68597" y="61599"/>
                      <a:pt x="68967" y="61599"/>
                    </a:cubicBezTo>
                    <a:cubicBezTo>
                      <a:pt x="70405" y="61599"/>
                      <a:pt x="71694" y="60389"/>
                      <a:pt x="71625" y="58814"/>
                    </a:cubicBezTo>
                    <a:lnTo>
                      <a:pt x="71625" y="58814"/>
                    </a:lnTo>
                    <a:cubicBezTo>
                      <a:pt x="71648" y="59124"/>
                      <a:pt x="71677" y="59434"/>
                      <a:pt x="71718" y="59743"/>
                    </a:cubicBezTo>
                    <a:cubicBezTo>
                      <a:pt x="71838" y="61184"/>
                      <a:pt x="73064" y="62141"/>
                      <a:pt x="74364" y="62141"/>
                    </a:cubicBezTo>
                    <a:cubicBezTo>
                      <a:pt x="74870" y="62141"/>
                      <a:pt x="75387" y="61996"/>
                      <a:pt x="75854" y="61678"/>
                    </a:cubicBezTo>
                    <a:cubicBezTo>
                      <a:pt x="79557" y="59143"/>
                      <a:pt x="84560" y="57175"/>
                      <a:pt x="89964" y="56007"/>
                    </a:cubicBezTo>
                    <a:cubicBezTo>
                      <a:pt x="89764" y="55974"/>
                      <a:pt x="89531" y="55874"/>
                      <a:pt x="89331" y="55774"/>
                    </a:cubicBezTo>
                    <a:cubicBezTo>
                      <a:pt x="84466" y="53426"/>
                      <a:pt x="76762" y="52041"/>
                      <a:pt x="70001" y="52041"/>
                    </a:cubicBezTo>
                    <a:cubicBezTo>
                      <a:pt x="67350" y="52041"/>
                      <a:pt x="64844" y="52254"/>
                      <a:pt x="62712" y="52705"/>
                    </a:cubicBezTo>
                    <a:cubicBezTo>
                      <a:pt x="62205" y="52816"/>
                      <a:pt x="61561" y="52870"/>
                      <a:pt x="60853" y="52870"/>
                    </a:cubicBezTo>
                    <a:cubicBezTo>
                      <a:pt x="58578" y="52870"/>
                      <a:pt x="55657" y="52306"/>
                      <a:pt x="54639" y="51237"/>
                    </a:cubicBezTo>
                    <a:cubicBezTo>
                      <a:pt x="50369" y="46601"/>
                      <a:pt x="41830" y="43498"/>
                      <a:pt x="35025" y="43465"/>
                    </a:cubicBezTo>
                    <a:cubicBezTo>
                      <a:pt x="32657" y="43465"/>
                      <a:pt x="27620" y="40863"/>
                      <a:pt x="27353" y="38628"/>
                    </a:cubicBezTo>
                    <a:cubicBezTo>
                      <a:pt x="26853" y="34225"/>
                      <a:pt x="25051" y="30522"/>
                      <a:pt x="22550" y="28054"/>
                    </a:cubicBezTo>
                    <a:cubicBezTo>
                      <a:pt x="21449" y="26987"/>
                      <a:pt x="21582" y="25152"/>
                      <a:pt x="22783" y="24185"/>
                    </a:cubicBezTo>
                    <a:cubicBezTo>
                      <a:pt x="33624" y="15278"/>
                      <a:pt x="54406" y="5805"/>
                      <a:pt x="71017" y="1"/>
                    </a:cubicBezTo>
                    <a:close/>
                  </a:path>
                </a:pathLst>
              </a:custGeom>
              <a:solidFill>
                <a:srgbClr val="191919">
                  <a:alpha val="284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9" name="Google Shape;2659;p13"/>
              <p:cNvSpPr/>
              <p:nvPr/>
            </p:nvSpPr>
            <p:spPr>
              <a:xfrm>
                <a:off x="1820150" y="2665738"/>
                <a:ext cx="184325" cy="255200"/>
              </a:xfrm>
              <a:custGeom>
                <a:avLst/>
                <a:gdLst/>
                <a:ahLst/>
                <a:cxnLst/>
                <a:rect l="l" t="t" r="r" b="b"/>
                <a:pathLst>
                  <a:path w="7373" h="10208" extrusionOk="0">
                    <a:moveTo>
                      <a:pt x="3670" y="0"/>
                    </a:moveTo>
                    <a:cubicBezTo>
                      <a:pt x="1835" y="0"/>
                      <a:pt x="1" y="10208"/>
                      <a:pt x="1" y="10208"/>
                    </a:cubicBezTo>
                    <a:lnTo>
                      <a:pt x="7372" y="10208"/>
                    </a:lnTo>
                    <a:cubicBezTo>
                      <a:pt x="7372" y="10208"/>
                      <a:pt x="5538" y="0"/>
                      <a:pt x="36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0" name="Google Shape;2660;p13"/>
              <p:cNvSpPr/>
              <p:nvPr/>
            </p:nvSpPr>
            <p:spPr>
              <a:xfrm>
                <a:off x="1765100" y="2865038"/>
                <a:ext cx="293575" cy="111775"/>
              </a:xfrm>
              <a:custGeom>
                <a:avLst/>
                <a:gdLst/>
                <a:ahLst/>
                <a:cxnLst/>
                <a:rect l="l" t="t" r="r" b="b"/>
                <a:pathLst>
                  <a:path w="11743" h="4471" extrusionOk="0">
                    <a:moveTo>
                      <a:pt x="2002" y="1"/>
                    </a:moveTo>
                    <a:cubicBezTo>
                      <a:pt x="902" y="1"/>
                      <a:pt x="1" y="902"/>
                      <a:pt x="1" y="2002"/>
                    </a:cubicBezTo>
                    <a:lnTo>
                      <a:pt x="1" y="2469"/>
                    </a:lnTo>
                    <a:cubicBezTo>
                      <a:pt x="1" y="3570"/>
                      <a:pt x="902" y="4471"/>
                      <a:pt x="2002" y="4471"/>
                    </a:cubicBezTo>
                    <a:lnTo>
                      <a:pt x="9741" y="4471"/>
                    </a:lnTo>
                    <a:cubicBezTo>
                      <a:pt x="10875" y="4471"/>
                      <a:pt x="11743" y="3570"/>
                      <a:pt x="11743" y="2469"/>
                    </a:cubicBezTo>
                    <a:lnTo>
                      <a:pt x="11743" y="2002"/>
                    </a:lnTo>
                    <a:cubicBezTo>
                      <a:pt x="11743" y="902"/>
                      <a:pt x="10875" y="1"/>
                      <a:pt x="974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">
    <p:spTree>
      <p:nvGrpSpPr>
        <p:cNvPr id="1" name="Shape 2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71" name="Google Shape;2971;p15"/>
          <p:cNvGrpSpPr/>
          <p:nvPr/>
        </p:nvGrpSpPr>
        <p:grpSpPr>
          <a:xfrm>
            <a:off x="50125" y="0"/>
            <a:ext cx="8858300" cy="5317875"/>
            <a:chOff x="50125" y="0"/>
            <a:chExt cx="8858300" cy="5317875"/>
          </a:xfrm>
        </p:grpSpPr>
        <p:sp>
          <p:nvSpPr>
            <p:cNvPr id="2972" name="Google Shape;2972;p15"/>
            <p:cNvSpPr/>
            <p:nvPr/>
          </p:nvSpPr>
          <p:spPr>
            <a:xfrm>
              <a:off x="1626250" y="15512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0"/>
                  </a:moveTo>
                  <a:cubicBezTo>
                    <a:pt x="2001" y="1702"/>
                    <a:pt x="0" y="6505"/>
                    <a:pt x="2569" y="6505"/>
                  </a:cubicBezTo>
                  <a:cubicBezTo>
                    <a:pt x="5137" y="6505"/>
                    <a:pt x="3236" y="1802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3" name="Google Shape;2973;p15"/>
            <p:cNvSpPr/>
            <p:nvPr/>
          </p:nvSpPr>
          <p:spPr>
            <a:xfrm>
              <a:off x="3958725" y="519550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0"/>
                  </a:moveTo>
                  <a:cubicBezTo>
                    <a:pt x="1969" y="1668"/>
                    <a:pt x="1" y="6505"/>
                    <a:pt x="2569" y="6505"/>
                  </a:cubicBezTo>
                  <a:cubicBezTo>
                    <a:pt x="5138" y="6505"/>
                    <a:pt x="3237" y="1802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4" name="Google Shape;2974;p15"/>
            <p:cNvSpPr/>
            <p:nvPr/>
          </p:nvSpPr>
          <p:spPr>
            <a:xfrm>
              <a:off x="1291000" y="1710400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36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5" name="Google Shape;2975;p15"/>
            <p:cNvSpPr/>
            <p:nvPr/>
          </p:nvSpPr>
          <p:spPr>
            <a:xfrm>
              <a:off x="447900" y="0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6" name="Google Shape;2976;p15"/>
            <p:cNvSpPr/>
            <p:nvPr/>
          </p:nvSpPr>
          <p:spPr>
            <a:xfrm>
              <a:off x="50125" y="1522775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2001" y="1701"/>
                    <a:pt x="0" y="6505"/>
                    <a:pt x="2569" y="6505"/>
                  </a:cubicBezTo>
                  <a:cubicBezTo>
                    <a:pt x="5137" y="6505"/>
                    <a:pt x="3269" y="1801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7" name="Google Shape;2977;p15"/>
            <p:cNvSpPr/>
            <p:nvPr/>
          </p:nvSpPr>
          <p:spPr>
            <a:xfrm>
              <a:off x="2361775" y="311075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1968" y="1668"/>
                    <a:pt x="0" y="6505"/>
                    <a:pt x="2569" y="6505"/>
                  </a:cubicBezTo>
                  <a:cubicBezTo>
                    <a:pt x="5137" y="6505"/>
                    <a:pt x="3236" y="1801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8" name="Google Shape;2978;p15"/>
            <p:cNvSpPr/>
            <p:nvPr/>
          </p:nvSpPr>
          <p:spPr>
            <a:xfrm>
              <a:off x="1150075" y="229350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0"/>
                  </a:moveTo>
                  <a:cubicBezTo>
                    <a:pt x="2002" y="1701"/>
                    <a:pt x="0" y="6538"/>
                    <a:pt x="2569" y="6538"/>
                  </a:cubicBezTo>
                  <a:cubicBezTo>
                    <a:pt x="5137" y="6538"/>
                    <a:pt x="3269" y="1801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9" name="Google Shape;2979;p15"/>
            <p:cNvSpPr/>
            <p:nvPr/>
          </p:nvSpPr>
          <p:spPr>
            <a:xfrm>
              <a:off x="3177350" y="203500"/>
              <a:ext cx="131775" cy="167625"/>
            </a:xfrm>
            <a:custGeom>
              <a:avLst/>
              <a:gdLst/>
              <a:ahLst/>
              <a:cxnLst/>
              <a:rect l="l" t="t" r="r" b="b"/>
              <a:pathLst>
                <a:path w="5271" h="6705" extrusionOk="0">
                  <a:moveTo>
                    <a:pt x="2636" y="0"/>
                  </a:moveTo>
                  <a:cubicBezTo>
                    <a:pt x="2035" y="1735"/>
                    <a:pt x="0" y="6705"/>
                    <a:pt x="2636" y="6705"/>
                  </a:cubicBezTo>
                  <a:cubicBezTo>
                    <a:pt x="5271" y="6705"/>
                    <a:pt x="3336" y="1868"/>
                    <a:pt x="2636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0" name="Google Shape;2980;p15"/>
            <p:cNvSpPr/>
            <p:nvPr/>
          </p:nvSpPr>
          <p:spPr>
            <a:xfrm>
              <a:off x="4516625" y="287725"/>
              <a:ext cx="132625" cy="167625"/>
            </a:xfrm>
            <a:custGeom>
              <a:avLst/>
              <a:gdLst/>
              <a:ahLst/>
              <a:cxnLst/>
              <a:rect l="l" t="t" r="r" b="b"/>
              <a:pathLst>
                <a:path w="5305" h="6705" extrusionOk="0">
                  <a:moveTo>
                    <a:pt x="2670" y="0"/>
                  </a:moveTo>
                  <a:cubicBezTo>
                    <a:pt x="2069" y="1735"/>
                    <a:pt x="1" y="6705"/>
                    <a:pt x="2670" y="6705"/>
                  </a:cubicBezTo>
                  <a:cubicBezTo>
                    <a:pt x="5305" y="6705"/>
                    <a:pt x="3370" y="1835"/>
                    <a:pt x="2670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1" name="Google Shape;2981;p15"/>
            <p:cNvSpPr/>
            <p:nvPr/>
          </p:nvSpPr>
          <p:spPr>
            <a:xfrm>
              <a:off x="2141600" y="97487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702"/>
                    <a:pt x="1" y="6505"/>
                    <a:pt x="2569" y="6505"/>
                  </a:cubicBezTo>
                  <a:cubicBezTo>
                    <a:pt x="5138" y="6505"/>
                    <a:pt x="3270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2" name="Google Shape;2982;p15"/>
            <p:cNvSpPr/>
            <p:nvPr/>
          </p:nvSpPr>
          <p:spPr>
            <a:xfrm>
              <a:off x="1764675" y="1737100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2002" y="1668"/>
                    <a:pt x="0" y="6505"/>
                    <a:pt x="2569" y="6505"/>
                  </a:cubicBezTo>
                  <a:cubicBezTo>
                    <a:pt x="5137" y="6505"/>
                    <a:pt x="3269" y="1768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3" name="Google Shape;2983;p15"/>
            <p:cNvSpPr/>
            <p:nvPr/>
          </p:nvSpPr>
          <p:spPr>
            <a:xfrm>
              <a:off x="3074775" y="111997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702"/>
                    <a:pt x="0" y="6505"/>
                    <a:pt x="2569" y="6505"/>
                  </a:cubicBezTo>
                  <a:cubicBezTo>
                    <a:pt x="5137" y="6505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4" name="Google Shape;2984;p15"/>
            <p:cNvSpPr/>
            <p:nvPr/>
          </p:nvSpPr>
          <p:spPr>
            <a:xfrm>
              <a:off x="415375" y="124172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702"/>
                    <a:pt x="0" y="6505"/>
                    <a:pt x="2569" y="6505"/>
                  </a:cubicBezTo>
                  <a:cubicBezTo>
                    <a:pt x="5137" y="6505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5" name="Google Shape;2985;p15"/>
            <p:cNvSpPr/>
            <p:nvPr/>
          </p:nvSpPr>
          <p:spPr>
            <a:xfrm>
              <a:off x="380350" y="2140700"/>
              <a:ext cx="132625" cy="167650"/>
            </a:xfrm>
            <a:custGeom>
              <a:avLst/>
              <a:gdLst/>
              <a:ahLst/>
              <a:cxnLst/>
              <a:rect l="l" t="t" r="r" b="b"/>
              <a:pathLst>
                <a:path w="5305" h="6706" extrusionOk="0">
                  <a:moveTo>
                    <a:pt x="2636" y="1"/>
                  </a:moveTo>
                  <a:cubicBezTo>
                    <a:pt x="2069" y="1735"/>
                    <a:pt x="0" y="6706"/>
                    <a:pt x="2636" y="6706"/>
                  </a:cubicBezTo>
                  <a:cubicBezTo>
                    <a:pt x="5304" y="6706"/>
                    <a:pt x="3370" y="1836"/>
                    <a:pt x="2636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6" name="Google Shape;2986;p15"/>
            <p:cNvSpPr/>
            <p:nvPr/>
          </p:nvSpPr>
          <p:spPr>
            <a:xfrm>
              <a:off x="3653525" y="2276650"/>
              <a:ext cx="132625" cy="167625"/>
            </a:xfrm>
            <a:custGeom>
              <a:avLst/>
              <a:gdLst/>
              <a:ahLst/>
              <a:cxnLst/>
              <a:rect l="l" t="t" r="r" b="b"/>
              <a:pathLst>
                <a:path w="5305" h="6705" extrusionOk="0">
                  <a:moveTo>
                    <a:pt x="2669" y="0"/>
                  </a:moveTo>
                  <a:cubicBezTo>
                    <a:pt x="2068" y="1735"/>
                    <a:pt x="0" y="6705"/>
                    <a:pt x="2669" y="6705"/>
                  </a:cubicBezTo>
                  <a:cubicBezTo>
                    <a:pt x="5304" y="6705"/>
                    <a:pt x="3369" y="1868"/>
                    <a:pt x="26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7" name="Google Shape;2987;p15"/>
            <p:cNvSpPr/>
            <p:nvPr/>
          </p:nvSpPr>
          <p:spPr>
            <a:xfrm>
              <a:off x="2307550" y="155862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668"/>
                    <a:pt x="1" y="6505"/>
                    <a:pt x="2569" y="6505"/>
                  </a:cubicBezTo>
                  <a:cubicBezTo>
                    <a:pt x="5138" y="6505"/>
                    <a:pt x="3270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8" name="Google Shape;2988;p15"/>
            <p:cNvSpPr/>
            <p:nvPr/>
          </p:nvSpPr>
          <p:spPr>
            <a:xfrm>
              <a:off x="3263250" y="1710400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9" name="Google Shape;2989;p15"/>
            <p:cNvSpPr/>
            <p:nvPr/>
          </p:nvSpPr>
          <p:spPr>
            <a:xfrm>
              <a:off x="82625" y="503700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1" y="6539"/>
                    <a:pt x="2569" y="6539"/>
                  </a:cubicBezTo>
                  <a:cubicBezTo>
                    <a:pt x="5138" y="6539"/>
                    <a:pt x="3270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0" name="Google Shape;2990;p15"/>
            <p:cNvSpPr/>
            <p:nvPr/>
          </p:nvSpPr>
          <p:spPr>
            <a:xfrm>
              <a:off x="3912025" y="1474400"/>
              <a:ext cx="131800" cy="167650"/>
            </a:xfrm>
            <a:custGeom>
              <a:avLst/>
              <a:gdLst/>
              <a:ahLst/>
              <a:cxnLst/>
              <a:rect l="l" t="t" r="r" b="b"/>
              <a:pathLst>
                <a:path w="5272" h="6706" extrusionOk="0">
                  <a:moveTo>
                    <a:pt x="2636" y="0"/>
                  </a:moveTo>
                  <a:cubicBezTo>
                    <a:pt x="2036" y="1735"/>
                    <a:pt x="1" y="6705"/>
                    <a:pt x="2636" y="6705"/>
                  </a:cubicBezTo>
                  <a:cubicBezTo>
                    <a:pt x="5271" y="6705"/>
                    <a:pt x="3337" y="1868"/>
                    <a:pt x="2636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1" name="Google Shape;2991;p15"/>
            <p:cNvSpPr/>
            <p:nvPr/>
          </p:nvSpPr>
          <p:spPr>
            <a:xfrm>
              <a:off x="4092800" y="1049300"/>
              <a:ext cx="132600" cy="167650"/>
            </a:xfrm>
            <a:custGeom>
              <a:avLst/>
              <a:gdLst/>
              <a:ahLst/>
              <a:cxnLst/>
              <a:rect l="l" t="t" r="r" b="b"/>
              <a:pathLst>
                <a:path w="5304" h="6706" extrusionOk="0">
                  <a:moveTo>
                    <a:pt x="2669" y="1"/>
                  </a:moveTo>
                  <a:cubicBezTo>
                    <a:pt x="2068" y="1735"/>
                    <a:pt x="0" y="6705"/>
                    <a:pt x="2669" y="6705"/>
                  </a:cubicBezTo>
                  <a:cubicBezTo>
                    <a:pt x="5304" y="6705"/>
                    <a:pt x="3369" y="1835"/>
                    <a:pt x="26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2" name="Google Shape;2992;p15"/>
            <p:cNvSpPr/>
            <p:nvPr/>
          </p:nvSpPr>
          <p:spPr>
            <a:xfrm>
              <a:off x="2616950" y="174042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0"/>
                  </a:moveTo>
                  <a:cubicBezTo>
                    <a:pt x="2002" y="1702"/>
                    <a:pt x="0" y="6505"/>
                    <a:pt x="2569" y="6505"/>
                  </a:cubicBezTo>
                  <a:cubicBezTo>
                    <a:pt x="5137" y="6505"/>
                    <a:pt x="3269" y="1802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189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3" name="Google Shape;2993;p15"/>
            <p:cNvSpPr/>
            <p:nvPr/>
          </p:nvSpPr>
          <p:spPr>
            <a:xfrm>
              <a:off x="3572625" y="189302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669"/>
                    <a:pt x="1" y="6505"/>
                    <a:pt x="2569" y="6505"/>
                  </a:cubicBezTo>
                  <a:cubicBezTo>
                    <a:pt x="5138" y="6505"/>
                    <a:pt x="3270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189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4" name="Google Shape;2994;p15"/>
            <p:cNvSpPr/>
            <p:nvPr/>
          </p:nvSpPr>
          <p:spPr>
            <a:xfrm>
              <a:off x="392025" y="68632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669"/>
                    <a:pt x="0" y="6506"/>
                    <a:pt x="2569" y="6506"/>
                  </a:cubicBezTo>
                  <a:cubicBezTo>
                    <a:pt x="5137" y="6506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5" name="Google Shape;2995;p15"/>
            <p:cNvSpPr/>
            <p:nvPr/>
          </p:nvSpPr>
          <p:spPr>
            <a:xfrm>
              <a:off x="6047850" y="15512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0"/>
                  </a:moveTo>
                  <a:cubicBezTo>
                    <a:pt x="2001" y="1702"/>
                    <a:pt x="0" y="6505"/>
                    <a:pt x="2569" y="6505"/>
                  </a:cubicBezTo>
                  <a:cubicBezTo>
                    <a:pt x="5137" y="6505"/>
                    <a:pt x="3236" y="1802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6" name="Google Shape;2996;p15"/>
            <p:cNvSpPr/>
            <p:nvPr/>
          </p:nvSpPr>
          <p:spPr>
            <a:xfrm>
              <a:off x="8380325" y="519550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0"/>
                  </a:moveTo>
                  <a:cubicBezTo>
                    <a:pt x="1969" y="1668"/>
                    <a:pt x="1" y="6505"/>
                    <a:pt x="2569" y="6505"/>
                  </a:cubicBezTo>
                  <a:cubicBezTo>
                    <a:pt x="5138" y="6505"/>
                    <a:pt x="3237" y="1802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7" name="Google Shape;2997;p15"/>
            <p:cNvSpPr/>
            <p:nvPr/>
          </p:nvSpPr>
          <p:spPr>
            <a:xfrm>
              <a:off x="5712600" y="1710400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36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8" name="Google Shape;2998;p15"/>
            <p:cNvSpPr/>
            <p:nvPr/>
          </p:nvSpPr>
          <p:spPr>
            <a:xfrm>
              <a:off x="4869500" y="0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9" name="Google Shape;2999;p15"/>
            <p:cNvSpPr/>
            <p:nvPr/>
          </p:nvSpPr>
          <p:spPr>
            <a:xfrm>
              <a:off x="4471725" y="1522775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2001" y="1701"/>
                    <a:pt x="0" y="6505"/>
                    <a:pt x="2569" y="6505"/>
                  </a:cubicBezTo>
                  <a:cubicBezTo>
                    <a:pt x="5137" y="6505"/>
                    <a:pt x="3269" y="1801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0" name="Google Shape;3000;p15"/>
            <p:cNvSpPr/>
            <p:nvPr/>
          </p:nvSpPr>
          <p:spPr>
            <a:xfrm>
              <a:off x="6783375" y="311075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1968" y="1668"/>
                    <a:pt x="0" y="6505"/>
                    <a:pt x="2569" y="6505"/>
                  </a:cubicBezTo>
                  <a:cubicBezTo>
                    <a:pt x="5137" y="6505"/>
                    <a:pt x="3236" y="1801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1" name="Google Shape;3001;p15"/>
            <p:cNvSpPr/>
            <p:nvPr/>
          </p:nvSpPr>
          <p:spPr>
            <a:xfrm>
              <a:off x="5571675" y="229350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0"/>
                  </a:moveTo>
                  <a:cubicBezTo>
                    <a:pt x="2002" y="1701"/>
                    <a:pt x="0" y="6538"/>
                    <a:pt x="2569" y="6538"/>
                  </a:cubicBezTo>
                  <a:cubicBezTo>
                    <a:pt x="5137" y="6538"/>
                    <a:pt x="3269" y="1801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2" name="Google Shape;3002;p15"/>
            <p:cNvSpPr/>
            <p:nvPr/>
          </p:nvSpPr>
          <p:spPr>
            <a:xfrm>
              <a:off x="7598950" y="203500"/>
              <a:ext cx="131775" cy="167625"/>
            </a:xfrm>
            <a:custGeom>
              <a:avLst/>
              <a:gdLst/>
              <a:ahLst/>
              <a:cxnLst/>
              <a:rect l="l" t="t" r="r" b="b"/>
              <a:pathLst>
                <a:path w="5271" h="6705" extrusionOk="0">
                  <a:moveTo>
                    <a:pt x="2636" y="0"/>
                  </a:moveTo>
                  <a:cubicBezTo>
                    <a:pt x="2035" y="1735"/>
                    <a:pt x="0" y="6705"/>
                    <a:pt x="2636" y="6705"/>
                  </a:cubicBezTo>
                  <a:cubicBezTo>
                    <a:pt x="5271" y="6705"/>
                    <a:pt x="3336" y="1868"/>
                    <a:pt x="2636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3" name="Google Shape;3003;p15"/>
            <p:cNvSpPr/>
            <p:nvPr/>
          </p:nvSpPr>
          <p:spPr>
            <a:xfrm>
              <a:off x="6563200" y="97487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702"/>
                    <a:pt x="1" y="6505"/>
                    <a:pt x="2569" y="6505"/>
                  </a:cubicBezTo>
                  <a:cubicBezTo>
                    <a:pt x="5138" y="6505"/>
                    <a:pt x="3270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4" name="Google Shape;3004;p15"/>
            <p:cNvSpPr/>
            <p:nvPr/>
          </p:nvSpPr>
          <p:spPr>
            <a:xfrm>
              <a:off x="6186275" y="1737100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2002" y="1668"/>
                    <a:pt x="0" y="6505"/>
                    <a:pt x="2569" y="6505"/>
                  </a:cubicBezTo>
                  <a:cubicBezTo>
                    <a:pt x="5137" y="6505"/>
                    <a:pt x="3269" y="1768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5" name="Google Shape;3005;p15"/>
            <p:cNvSpPr/>
            <p:nvPr/>
          </p:nvSpPr>
          <p:spPr>
            <a:xfrm>
              <a:off x="7496375" y="111997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702"/>
                    <a:pt x="0" y="6505"/>
                    <a:pt x="2569" y="6505"/>
                  </a:cubicBezTo>
                  <a:cubicBezTo>
                    <a:pt x="5137" y="6505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6" name="Google Shape;3006;p15"/>
            <p:cNvSpPr/>
            <p:nvPr/>
          </p:nvSpPr>
          <p:spPr>
            <a:xfrm>
              <a:off x="4760775" y="108932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702"/>
                    <a:pt x="0" y="6505"/>
                    <a:pt x="2569" y="6505"/>
                  </a:cubicBezTo>
                  <a:cubicBezTo>
                    <a:pt x="5137" y="6505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7" name="Google Shape;3007;p15"/>
            <p:cNvSpPr/>
            <p:nvPr/>
          </p:nvSpPr>
          <p:spPr>
            <a:xfrm>
              <a:off x="4801950" y="2140700"/>
              <a:ext cx="132625" cy="167650"/>
            </a:xfrm>
            <a:custGeom>
              <a:avLst/>
              <a:gdLst/>
              <a:ahLst/>
              <a:cxnLst/>
              <a:rect l="l" t="t" r="r" b="b"/>
              <a:pathLst>
                <a:path w="5305" h="6706" extrusionOk="0">
                  <a:moveTo>
                    <a:pt x="2636" y="1"/>
                  </a:moveTo>
                  <a:cubicBezTo>
                    <a:pt x="2069" y="1735"/>
                    <a:pt x="0" y="6706"/>
                    <a:pt x="2636" y="6706"/>
                  </a:cubicBezTo>
                  <a:cubicBezTo>
                    <a:pt x="5304" y="6706"/>
                    <a:pt x="3370" y="1836"/>
                    <a:pt x="2636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8" name="Google Shape;3008;p15"/>
            <p:cNvSpPr/>
            <p:nvPr/>
          </p:nvSpPr>
          <p:spPr>
            <a:xfrm>
              <a:off x="8075125" y="2276650"/>
              <a:ext cx="132625" cy="167625"/>
            </a:xfrm>
            <a:custGeom>
              <a:avLst/>
              <a:gdLst/>
              <a:ahLst/>
              <a:cxnLst/>
              <a:rect l="l" t="t" r="r" b="b"/>
              <a:pathLst>
                <a:path w="5305" h="6705" extrusionOk="0">
                  <a:moveTo>
                    <a:pt x="2669" y="0"/>
                  </a:moveTo>
                  <a:cubicBezTo>
                    <a:pt x="2068" y="1735"/>
                    <a:pt x="0" y="6705"/>
                    <a:pt x="2669" y="6705"/>
                  </a:cubicBezTo>
                  <a:cubicBezTo>
                    <a:pt x="5304" y="6705"/>
                    <a:pt x="3369" y="1868"/>
                    <a:pt x="26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9" name="Google Shape;3009;p15"/>
            <p:cNvSpPr/>
            <p:nvPr/>
          </p:nvSpPr>
          <p:spPr>
            <a:xfrm>
              <a:off x="6729150" y="155862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668"/>
                    <a:pt x="1" y="6505"/>
                    <a:pt x="2569" y="6505"/>
                  </a:cubicBezTo>
                  <a:cubicBezTo>
                    <a:pt x="5138" y="6505"/>
                    <a:pt x="3270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0" name="Google Shape;3010;p15"/>
            <p:cNvSpPr/>
            <p:nvPr/>
          </p:nvSpPr>
          <p:spPr>
            <a:xfrm>
              <a:off x="7684850" y="1710400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1" name="Google Shape;3011;p15"/>
            <p:cNvSpPr/>
            <p:nvPr/>
          </p:nvSpPr>
          <p:spPr>
            <a:xfrm>
              <a:off x="4504225" y="503700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1" y="6539"/>
                    <a:pt x="2569" y="6539"/>
                  </a:cubicBezTo>
                  <a:cubicBezTo>
                    <a:pt x="5138" y="6539"/>
                    <a:pt x="3270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2" name="Google Shape;3012;p15"/>
            <p:cNvSpPr/>
            <p:nvPr/>
          </p:nvSpPr>
          <p:spPr>
            <a:xfrm>
              <a:off x="8333625" y="1474400"/>
              <a:ext cx="131800" cy="167650"/>
            </a:xfrm>
            <a:custGeom>
              <a:avLst/>
              <a:gdLst/>
              <a:ahLst/>
              <a:cxnLst/>
              <a:rect l="l" t="t" r="r" b="b"/>
              <a:pathLst>
                <a:path w="5272" h="6706" extrusionOk="0">
                  <a:moveTo>
                    <a:pt x="2636" y="0"/>
                  </a:moveTo>
                  <a:cubicBezTo>
                    <a:pt x="2036" y="1735"/>
                    <a:pt x="1" y="6705"/>
                    <a:pt x="2636" y="6705"/>
                  </a:cubicBezTo>
                  <a:cubicBezTo>
                    <a:pt x="5271" y="6705"/>
                    <a:pt x="3337" y="1868"/>
                    <a:pt x="2636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3" name="Google Shape;3013;p15"/>
            <p:cNvSpPr/>
            <p:nvPr/>
          </p:nvSpPr>
          <p:spPr>
            <a:xfrm>
              <a:off x="4813625" y="68632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669"/>
                    <a:pt x="0" y="6506"/>
                    <a:pt x="2569" y="6506"/>
                  </a:cubicBezTo>
                  <a:cubicBezTo>
                    <a:pt x="5137" y="6506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4" name="Google Shape;3014;p15"/>
            <p:cNvSpPr/>
            <p:nvPr/>
          </p:nvSpPr>
          <p:spPr>
            <a:xfrm>
              <a:off x="6169800" y="1177000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36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5" name="Google Shape;3015;p15"/>
            <p:cNvSpPr/>
            <p:nvPr/>
          </p:nvSpPr>
          <p:spPr>
            <a:xfrm flipH="1">
              <a:off x="1517850" y="765563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702"/>
                    <a:pt x="0" y="6505"/>
                    <a:pt x="2569" y="6505"/>
                  </a:cubicBezTo>
                  <a:cubicBezTo>
                    <a:pt x="5137" y="6505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6" name="Google Shape;3016;p15"/>
            <p:cNvSpPr/>
            <p:nvPr/>
          </p:nvSpPr>
          <p:spPr>
            <a:xfrm flipH="1">
              <a:off x="1329375" y="1355988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7" name="Google Shape;3017;p15"/>
            <p:cNvSpPr/>
            <p:nvPr/>
          </p:nvSpPr>
          <p:spPr>
            <a:xfrm>
              <a:off x="7751450" y="755550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36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8" name="Google Shape;3018;p15"/>
            <p:cNvSpPr/>
            <p:nvPr/>
          </p:nvSpPr>
          <p:spPr>
            <a:xfrm>
              <a:off x="8225125" y="782250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2002" y="1668"/>
                    <a:pt x="0" y="6505"/>
                    <a:pt x="2569" y="6505"/>
                  </a:cubicBezTo>
                  <a:cubicBezTo>
                    <a:pt x="5137" y="6505"/>
                    <a:pt x="3269" y="1768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9" name="Google Shape;3019;p15"/>
            <p:cNvSpPr/>
            <p:nvPr/>
          </p:nvSpPr>
          <p:spPr>
            <a:xfrm>
              <a:off x="3335788" y="712175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36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0" name="Google Shape;3020;p15"/>
            <p:cNvSpPr/>
            <p:nvPr/>
          </p:nvSpPr>
          <p:spPr>
            <a:xfrm>
              <a:off x="3809463" y="738875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2002" y="1668"/>
                    <a:pt x="0" y="6505"/>
                    <a:pt x="2569" y="6505"/>
                  </a:cubicBezTo>
                  <a:cubicBezTo>
                    <a:pt x="5137" y="6505"/>
                    <a:pt x="3269" y="1768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1" name="Google Shape;3021;p15"/>
            <p:cNvSpPr/>
            <p:nvPr/>
          </p:nvSpPr>
          <p:spPr>
            <a:xfrm>
              <a:off x="1716500" y="2260650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0"/>
                  </a:moveTo>
                  <a:cubicBezTo>
                    <a:pt x="2001" y="1702"/>
                    <a:pt x="0" y="6505"/>
                    <a:pt x="2569" y="6505"/>
                  </a:cubicBezTo>
                  <a:cubicBezTo>
                    <a:pt x="5137" y="6505"/>
                    <a:pt x="3236" y="1802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2" name="Google Shape;3022;p15"/>
            <p:cNvSpPr/>
            <p:nvPr/>
          </p:nvSpPr>
          <p:spPr>
            <a:xfrm>
              <a:off x="4048975" y="262507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0"/>
                  </a:moveTo>
                  <a:cubicBezTo>
                    <a:pt x="1969" y="1668"/>
                    <a:pt x="1" y="6505"/>
                    <a:pt x="2569" y="6505"/>
                  </a:cubicBezTo>
                  <a:cubicBezTo>
                    <a:pt x="5138" y="6505"/>
                    <a:pt x="3237" y="1802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3" name="Google Shape;3023;p15"/>
            <p:cNvSpPr/>
            <p:nvPr/>
          </p:nvSpPr>
          <p:spPr>
            <a:xfrm>
              <a:off x="1381250" y="3815925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36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4" name="Google Shape;3024;p15"/>
            <p:cNvSpPr/>
            <p:nvPr/>
          </p:nvSpPr>
          <p:spPr>
            <a:xfrm>
              <a:off x="538150" y="2105525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5" name="Google Shape;3025;p15"/>
            <p:cNvSpPr/>
            <p:nvPr/>
          </p:nvSpPr>
          <p:spPr>
            <a:xfrm>
              <a:off x="140375" y="3628300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2001" y="1701"/>
                    <a:pt x="0" y="6505"/>
                    <a:pt x="2569" y="6505"/>
                  </a:cubicBezTo>
                  <a:cubicBezTo>
                    <a:pt x="5137" y="6505"/>
                    <a:pt x="3269" y="1801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6" name="Google Shape;3026;p15"/>
            <p:cNvSpPr/>
            <p:nvPr/>
          </p:nvSpPr>
          <p:spPr>
            <a:xfrm>
              <a:off x="2452025" y="2416600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1968" y="1668"/>
                    <a:pt x="0" y="6505"/>
                    <a:pt x="2569" y="6505"/>
                  </a:cubicBezTo>
                  <a:cubicBezTo>
                    <a:pt x="5137" y="6505"/>
                    <a:pt x="3236" y="1801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7" name="Google Shape;3027;p15"/>
            <p:cNvSpPr/>
            <p:nvPr/>
          </p:nvSpPr>
          <p:spPr>
            <a:xfrm>
              <a:off x="1240325" y="2334875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0"/>
                  </a:moveTo>
                  <a:cubicBezTo>
                    <a:pt x="2002" y="1701"/>
                    <a:pt x="0" y="6538"/>
                    <a:pt x="2569" y="6538"/>
                  </a:cubicBezTo>
                  <a:cubicBezTo>
                    <a:pt x="5137" y="6538"/>
                    <a:pt x="3269" y="1801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8" name="Google Shape;3028;p15"/>
            <p:cNvSpPr/>
            <p:nvPr/>
          </p:nvSpPr>
          <p:spPr>
            <a:xfrm>
              <a:off x="3267600" y="2309025"/>
              <a:ext cx="131775" cy="167625"/>
            </a:xfrm>
            <a:custGeom>
              <a:avLst/>
              <a:gdLst/>
              <a:ahLst/>
              <a:cxnLst/>
              <a:rect l="l" t="t" r="r" b="b"/>
              <a:pathLst>
                <a:path w="5271" h="6705" extrusionOk="0">
                  <a:moveTo>
                    <a:pt x="2636" y="0"/>
                  </a:moveTo>
                  <a:cubicBezTo>
                    <a:pt x="2035" y="1735"/>
                    <a:pt x="0" y="6705"/>
                    <a:pt x="2636" y="6705"/>
                  </a:cubicBezTo>
                  <a:cubicBezTo>
                    <a:pt x="5271" y="6705"/>
                    <a:pt x="3336" y="1868"/>
                    <a:pt x="2636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9" name="Google Shape;3029;p15"/>
            <p:cNvSpPr/>
            <p:nvPr/>
          </p:nvSpPr>
          <p:spPr>
            <a:xfrm>
              <a:off x="4606875" y="2393250"/>
              <a:ext cx="132625" cy="167625"/>
            </a:xfrm>
            <a:custGeom>
              <a:avLst/>
              <a:gdLst/>
              <a:ahLst/>
              <a:cxnLst/>
              <a:rect l="l" t="t" r="r" b="b"/>
              <a:pathLst>
                <a:path w="5305" h="6705" extrusionOk="0">
                  <a:moveTo>
                    <a:pt x="2670" y="0"/>
                  </a:moveTo>
                  <a:cubicBezTo>
                    <a:pt x="2069" y="1735"/>
                    <a:pt x="1" y="6705"/>
                    <a:pt x="2670" y="6705"/>
                  </a:cubicBezTo>
                  <a:cubicBezTo>
                    <a:pt x="5305" y="6705"/>
                    <a:pt x="3370" y="1835"/>
                    <a:pt x="2670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0" name="Google Shape;3030;p15"/>
            <p:cNvSpPr/>
            <p:nvPr/>
          </p:nvSpPr>
          <p:spPr>
            <a:xfrm>
              <a:off x="2231850" y="3080400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702"/>
                    <a:pt x="1" y="6505"/>
                    <a:pt x="2569" y="6505"/>
                  </a:cubicBezTo>
                  <a:cubicBezTo>
                    <a:pt x="5138" y="6505"/>
                    <a:pt x="3270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1" name="Google Shape;3031;p15"/>
            <p:cNvSpPr/>
            <p:nvPr/>
          </p:nvSpPr>
          <p:spPr>
            <a:xfrm>
              <a:off x="1854925" y="3842625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2002" y="1668"/>
                    <a:pt x="0" y="6505"/>
                    <a:pt x="2569" y="6505"/>
                  </a:cubicBezTo>
                  <a:cubicBezTo>
                    <a:pt x="5137" y="6505"/>
                    <a:pt x="3269" y="1768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2" name="Google Shape;3032;p15"/>
            <p:cNvSpPr/>
            <p:nvPr/>
          </p:nvSpPr>
          <p:spPr>
            <a:xfrm>
              <a:off x="3165025" y="3225500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702"/>
                    <a:pt x="0" y="6505"/>
                    <a:pt x="2569" y="6505"/>
                  </a:cubicBezTo>
                  <a:cubicBezTo>
                    <a:pt x="5137" y="6505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3" name="Google Shape;3033;p15"/>
            <p:cNvSpPr/>
            <p:nvPr/>
          </p:nvSpPr>
          <p:spPr>
            <a:xfrm>
              <a:off x="505625" y="3347250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702"/>
                    <a:pt x="0" y="6505"/>
                    <a:pt x="2569" y="6505"/>
                  </a:cubicBezTo>
                  <a:cubicBezTo>
                    <a:pt x="5137" y="6505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4" name="Google Shape;3034;p15"/>
            <p:cNvSpPr/>
            <p:nvPr/>
          </p:nvSpPr>
          <p:spPr>
            <a:xfrm>
              <a:off x="470600" y="4246225"/>
              <a:ext cx="132625" cy="167650"/>
            </a:xfrm>
            <a:custGeom>
              <a:avLst/>
              <a:gdLst/>
              <a:ahLst/>
              <a:cxnLst/>
              <a:rect l="l" t="t" r="r" b="b"/>
              <a:pathLst>
                <a:path w="5305" h="6706" extrusionOk="0">
                  <a:moveTo>
                    <a:pt x="2636" y="1"/>
                  </a:moveTo>
                  <a:cubicBezTo>
                    <a:pt x="2069" y="1735"/>
                    <a:pt x="0" y="6706"/>
                    <a:pt x="2636" y="6706"/>
                  </a:cubicBezTo>
                  <a:cubicBezTo>
                    <a:pt x="5304" y="6706"/>
                    <a:pt x="3370" y="1836"/>
                    <a:pt x="2636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5" name="Google Shape;3035;p15"/>
            <p:cNvSpPr/>
            <p:nvPr/>
          </p:nvSpPr>
          <p:spPr>
            <a:xfrm>
              <a:off x="3743775" y="4382175"/>
              <a:ext cx="132625" cy="167625"/>
            </a:xfrm>
            <a:custGeom>
              <a:avLst/>
              <a:gdLst/>
              <a:ahLst/>
              <a:cxnLst/>
              <a:rect l="l" t="t" r="r" b="b"/>
              <a:pathLst>
                <a:path w="5305" h="6705" extrusionOk="0">
                  <a:moveTo>
                    <a:pt x="2669" y="0"/>
                  </a:moveTo>
                  <a:cubicBezTo>
                    <a:pt x="2068" y="1735"/>
                    <a:pt x="0" y="6705"/>
                    <a:pt x="2669" y="6705"/>
                  </a:cubicBezTo>
                  <a:cubicBezTo>
                    <a:pt x="5304" y="6705"/>
                    <a:pt x="3369" y="1868"/>
                    <a:pt x="26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6" name="Google Shape;3036;p15"/>
            <p:cNvSpPr/>
            <p:nvPr/>
          </p:nvSpPr>
          <p:spPr>
            <a:xfrm>
              <a:off x="2397800" y="3664150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668"/>
                    <a:pt x="1" y="6505"/>
                    <a:pt x="2569" y="6505"/>
                  </a:cubicBezTo>
                  <a:cubicBezTo>
                    <a:pt x="5138" y="6505"/>
                    <a:pt x="3270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7" name="Google Shape;3037;p15"/>
            <p:cNvSpPr/>
            <p:nvPr/>
          </p:nvSpPr>
          <p:spPr>
            <a:xfrm>
              <a:off x="3353500" y="3815925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8" name="Google Shape;3038;p15"/>
            <p:cNvSpPr/>
            <p:nvPr/>
          </p:nvSpPr>
          <p:spPr>
            <a:xfrm>
              <a:off x="172875" y="2609225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1" y="6539"/>
                    <a:pt x="2569" y="6539"/>
                  </a:cubicBezTo>
                  <a:cubicBezTo>
                    <a:pt x="5138" y="6539"/>
                    <a:pt x="3270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9" name="Google Shape;3039;p15"/>
            <p:cNvSpPr/>
            <p:nvPr/>
          </p:nvSpPr>
          <p:spPr>
            <a:xfrm>
              <a:off x="4002275" y="3579925"/>
              <a:ext cx="131800" cy="167650"/>
            </a:xfrm>
            <a:custGeom>
              <a:avLst/>
              <a:gdLst/>
              <a:ahLst/>
              <a:cxnLst/>
              <a:rect l="l" t="t" r="r" b="b"/>
              <a:pathLst>
                <a:path w="5272" h="6706" extrusionOk="0">
                  <a:moveTo>
                    <a:pt x="2636" y="0"/>
                  </a:moveTo>
                  <a:cubicBezTo>
                    <a:pt x="2036" y="1735"/>
                    <a:pt x="1" y="6705"/>
                    <a:pt x="2636" y="6705"/>
                  </a:cubicBezTo>
                  <a:cubicBezTo>
                    <a:pt x="5271" y="6705"/>
                    <a:pt x="3337" y="1868"/>
                    <a:pt x="2636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0" name="Google Shape;3040;p15"/>
            <p:cNvSpPr/>
            <p:nvPr/>
          </p:nvSpPr>
          <p:spPr>
            <a:xfrm>
              <a:off x="4183050" y="3154825"/>
              <a:ext cx="132600" cy="167650"/>
            </a:xfrm>
            <a:custGeom>
              <a:avLst/>
              <a:gdLst/>
              <a:ahLst/>
              <a:cxnLst/>
              <a:rect l="l" t="t" r="r" b="b"/>
              <a:pathLst>
                <a:path w="5304" h="6706" extrusionOk="0">
                  <a:moveTo>
                    <a:pt x="2669" y="1"/>
                  </a:moveTo>
                  <a:cubicBezTo>
                    <a:pt x="2068" y="1735"/>
                    <a:pt x="0" y="6705"/>
                    <a:pt x="2669" y="6705"/>
                  </a:cubicBezTo>
                  <a:cubicBezTo>
                    <a:pt x="5304" y="6705"/>
                    <a:pt x="3369" y="1835"/>
                    <a:pt x="26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1" name="Google Shape;3041;p15"/>
            <p:cNvSpPr/>
            <p:nvPr/>
          </p:nvSpPr>
          <p:spPr>
            <a:xfrm>
              <a:off x="2025875" y="244327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1969" y="1668"/>
                    <a:pt x="1" y="6505"/>
                    <a:pt x="2569" y="6505"/>
                  </a:cubicBezTo>
                  <a:cubicBezTo>
                    <a:pt x="5138" y="6505"/>
                    <a:pt x="3236" y="1769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189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2" name="Google Shape;3042;p15"/>
            <p:cNvSpPr/>
            <p:nvPr/>
          </p:nvSpPr>
          <p:spPr>
            <a:xfrm>
              <a:off x="3576975" y="2491650"/>
              <a:ext cx="131800" cy="167650"/>
            </a:xfrm>
            <a:custGeom>
              <a:avLst/>
              <a:gdLst/>
              <a:ahLst/>
              <a:cxnLst/>
              <a:rect l="l" t="t" r="r" b="b"/>
              <a:pathLst>
                <a:path w="5272" h="6706" extrusionOk="0">
                  <a:moveTo>
                    <a:pt x="2636" y="0"/>
                  </a:moveTo>
                  <a:cubicBezTo>
                    <a:pt x="2036" y="1735"/>
                    <a:pt x="1" y="6705"/>
                    <a:pt x="2636" y="6705"/>
                  </a:cubicBezTo>
                  <a:cubicBezTo>
                    <a:pt x="5271" y="6705"/>
                    <a:pt x="3337" y="1835"/>
                    <a:pt x="2636" y="0"/>
                  </a:cubicBezTo>
                  <a:close/>
                </a:path>
              </a:pathLst>
            </a:custGeom>
            <a:solidFill>
              <a:srgbClr val="191919">
                <a:alpha val="189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3" name="Google Shape;3043;p15"/>
            <p:cNvSpPr/>
            <p:nvPr/>
          </p:nvSpPr>
          <p:spPr>
            <a:xfrm>
              <a:off x="2707200" y="3845950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0"/>
                  </a:moveTo>
                  <a:cubicBezTo>
                    <a:pt x="2002" y="1702"/>
                    <a:pt x="0" y="6505"/>
                    <a:pt x="2569" y="6505"/>
                  </a:cubicBezTo>
                  <a:cubicBezTo>
                    <a:pt x="5137" y="6505"/>
                    <a:pt x="3269" y="1802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189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4" name="Google Shape;3044;p15"/>
            <p:cNvSpPr/>
            <p:nvPr/>
          </p:nvSpPr>
          <p:spPr>
            <a:xfrm>
              <a:off x="482275" y="2791850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669"/>
                    <a:pt x="0" y="6506"/>
                    <a:pt x="2569" y="6506"/>
                  </a:cubicBezTo>
                  <a:cubicBezTo>
                    <a:pt x="5137" y="6506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5" name="Google Shape;3045;p15"/>
            <p:cNvSpPr/>
            <p:nvPr/>
          </p:nvSpPr>
          <p:spPr>
            <a:xfrm>
              <a:off x="6138100" y="2260650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0"/>
                  </a:moveTo>
                  <a:cubicBezTo>
                    <a:pt x="2001" y="1702"/>
                    <a:pt x="0" y="6505"/>
                    <a:pt x="2569" y="6505"/>
                  </a:cubicBezTo>
                  <a:cubicBezTo>
                    <a:pt x="5137" y="6505"/>
                    <a:pt x="3236" y="1802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6" name="Google Shape;3046;p15"/>
            <p:cNvSpPr/>
            <p:nvPr/>
          </p:nvSpPr>
          <p:spPr>
            <a:xfrm>
              <a:off x="8470575" y="262507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0"/>
                  </a:moveTo>
                  <a:cubicBezTo>
                    <a:pt x="1969" y="1668"/>
                    <a:pt x="1" y="6505"/>
                    <a:pt x="2569" y="6505"/>
                  </a:cubicBezTo>
                  <a:cubicBezTo>
                    <a:pt x="5138" y="6505"/>
                    <a:pt x="3237" y="1802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7" name="Google Shape;3047;p15"/>
            <p:cNvSpPr/>
            <p:nvPr/>
          </p:nvSpPr>
          <p:spPr>
            <a:xfrm>
              <a:off x="5802850" y="3815925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36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8" name="Google Shape;3048;p15"/>
            <p:cNvSpPr/>
            <p:nvPr/>
          </p:nvSpPr>
          <p:spPr>
            <a:xfrm>
              <a:off x="4959750" y="2105525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9" name="Google Shape;3049;p15"/>
            <p:cNvSpPr/>
            <p:nvPr/>
          </p:nvSpPr>
          <p:spPr>
            <a:xfrm>
              <a:off x="4561975" y="3628300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2001" y="1701"/>
                    <a:pt x="0" y="6505"/>
                    <a:pt x="2569" y="6505"/>
                  </a:cubicBezTo>
                  <a:cubicBezTo>
                    <a:pt x="5137" y="6505"/>
                    <a:pt x="3269" y="1801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0" name="Google Shape;3050;p15"/>
            <p:cNvSpPr/>
            <p:nvPr/>
          </p:nvSpPr>
          <p:spPr>
            <a:xfrm>
              <a:off x="6873625" y="2416600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1968" y="1668"/>
                    <a:pt x="0" y="6505"/>
                    <a:pt x="2569" y="6505"/>
                  </a:cubicBezTo>
                  <a:cubicBezTo>
                    <a:pt x="5137" y="6505"/>
                    <a:pt x="3236" y="1801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1" name="Google Shape;3051;p15"/>
            <p:cNvSpPr/>
            <p:nvPr/>
          </p:nvSpPr>
          <p:spPr>
            <a:xfrm>
              <a:off x="5661925" y="2334875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0"/>
                  </a:moveTo>
                  <a:cubicBezTo>
                    <a:pt x="2002" y="1701"/>
                    <a:pt x="0" y="6538"/>
                    <a:pt x="2569" y="6538"/>
                  </a:cubicBezTo>
                  <a:cubicBezTo>
                    <a:pt x="5137" y="6538"/>
                    <a:pt x="3269" y="1801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2" name="Google Shape;3052;p15"/>
            <p:cNvSpPr/>
            <p:nvPr/>
          </p:nvSpPr>
          <p:spPr>
            <a:xfrm>
              <a:off x="7689200" y="2309025"/>
              <a:ext cx="131775" cy="167625"/>
            </a:xfrm>
            <a:custGeom>
              <a:avLst/>
              <a:gdLst/>
              <a:ahLst/>
              <a:cxnLst/>
              <a:rect l="l" t="t" r="r" b="b"/>
              <a:pathLst>
                <a:path w="5271" h="6705" extrusionOk="0">
                  <a:moveTo>
                    <a:pt x="2636" y="0"/>
                  </a:moveTo>
                  <a:cubicBezTo>
                    <a:pt x="2035" y="1735"/>
                    <a:pt x="0" y="6705"/>
                    <a:pt x="2636" y="6705"/>
                  </a:cubicBezTo>
                  <a:cubicBezTo>
                    <a:pt x="5271" y="6705"/>
                    <a:pt x="3336" y="1868"/>
                    <a:pt x="2636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3" name="Google Shape;3053;p15"/>
            <p:cNvSpPr/>
            <p:nvPr/>
          </p:nvSpPr>
          <p:spPr>
            <a:xfrm>
              <a:off x="6653450" y="3080400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702"/>
                    <a:pt x="1" y="6505"/>
                    <a:pt x="2569" y="6505"/>
                  </a:cubicBezTo>
                  <a:cubicBezTo>
                    <a:pt x="5138" y="6505"/>
                    <a:pt x="3270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4" name="Google Shape;3054;p15"/>
            <p:cNvSpPr/>
            <p:nvPr/>
          </p:nvSpPr>
          <p:spPr>
            <a:xfrm>
              <a:off x="6276525" y="3842625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2002" y="1668"/>
                    <a:pt x="0" y="6505"/>
                    <a:pt x="2569" y="6505"/>
                  </a:cubicBezTo>
                  <a:cubicBezTo>
                    <a:pt x="5137" y="6505"/>
                    <a:pt x="3269" y="1768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5" name="Google Shape;3055;p15"/>
            <p:cNvSpPr/>
            <p:nvPr/>
          </p:nvSpPr>
          <p:spPr>
            <a:xfrm>
              <a:off x="7586625" y="3225500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702"/>
                    <a:pt x="0" y="6505"/>
                    <a:pt x="2569" y="6505"/>
                  </a:cubicBezTo>
                  <a:cubicBezTo>
                    <a:pt x="5137" y="6505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6" name="Google Shape;3056;p15"/>
            <p:cNvSpPr/>
            <p:nvPr/>
          </p:nvSpPr>
          <p:spPr>
            <a:xfrm>
              <a:off x="4851025" y="3194850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702"/>
                    <a:pt x="0" y="6505"/>
                    <a:pt x="2569" y="6505"/>
                  </a:cubicBezTo>
                  <a:cubicBezTo>
                    <a:pt x="5137" y="6505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7" name="Google Shape;3057;p15"/>
            <p:cNvSpPr/>
            <p:nvPr/>
          </p:nvSpPr>
          <p:spPr>
            <a:xfrm>
              <a:off x="4892200" y="4246225"/>
              <a:ext cx="132625" cy="167650"/>
            </a:xfrm>
            <a:custGeom>
              <a:avLst/>
              <a:gdLst/>
              <a:ahLst/>
              <a:cxnLst/>
              <a:rect l="l" t="t" r="r" b="b"/>
              <a:pathLst>
                <a:path w="5305" h="6706" extrusionOk="0">
                  <a:moveTo>
                    <a:pt x="2636" y="1"/>
                  </a:moveTo>
                  <a:cubicBezTo>
                    <a:pt x="2069" y="1735"/>
                    <a:pt x="0" y="6706"/>
                    <a:pt x="2636" y="6706"/>
                  </a:cubicBezTo>
                  <a:cubicBezTo>
                    <a:pt x="5304" y="6706"/>
                    <a:pt x="3370" y="1836"/>
                    <a:pt x="2636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8" name="Google Shape;3058;p15"/>
            <p:cNvSpPr/>
            <p:nvPr/>
          </p:nvSpPr>
          <p:spPr>
            <a:xfrm>
              <a:off x="8165375" y="4382175"/>
              <a:ext cx="132625" cy="167625"/>
            </a:xfrm>
            <a:custGeom>
              <a:avLst/>
              <a:gdLst/>
              <a:ahLst/>
              <a:cxnLst/>
              <a:rect l="l" t="t" r="r" b="b"/>
              <a:pathLst>
                <a:path w="5305" h="6705" extrusionOk="0">
                  <a:moveTo>
                    <a:pt x="2669" y="0"/>
                  </a:moveTo>
                  <a:cubicBezTo>
                    <a:pt x="2068" y="1735"/>
                    <a:pt x="0" y="6705"/>
                    <a:pt x="2669" y="6705"/>
                  </a:cubicBezTo>
                  <a:cubicBezTo>
                    <a:pt x="5304" y="6705"/>
                    <a:pt x="3369" y="1868"/>
                    <a:pt x="26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9" name="Google Shape;3059;p15"/>
            <p:cNvSpPr/>
            <p:nvPr/>
          </p:nvSpPr>
          <p:spPr>
            <a:xfrm>
              <a:off x="6819400" y="3664150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668"/>
                    <a:pt x="1" y="6505"/>
                    <a:pt x="2569" y="6505"/>
                  </a:cubicBezTo>
                  <a:cubicBezTo>
                    <a:pt x="5138" y="6505"/>
                    <a:pt x="3270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0" name="Google Shape;3060;p15"/>
            <p:cNvSpPr/>
            <p:nvPr/>
          </p:nvSpPr>
          <p:spPr>
            <a:xfrm>
              <a:off x="7775100" y="3815925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1" name="Google Shape;3061;p15"/>
            <p:cNvSpPr/>
            <p:nvPr/>
          </p:nvSpPr>
          <p:spPr>
            <a:xfrm>
              <a:off x="4594475" y="2609225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1" y="6539"/>
                    <a:pt x="2569" y="6539"/>
                  </a:cubicBezTo>
                  <a:cubicBezTo>
                    <a:pt x="5138" y="6539"/>
                    <a:pt x="3270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2" name="Google Shape;3062;p15"/>
            <p:cNvSpPr/>
            <p:nvPr/>
          </p:nvSpPr>
          <p:spPr>
            <a:xfrm>
              <a:off x="8423875" y="3579925"/>
              <a:ext cx="131800" cy="167650"/>
            </a:xfrm>
            <a:custGeom>
              <a:avLst/>
              <a:gdLst/>
              <a:ahLst/>
              <a:cxnLst/>
              <a:rect l="l" t="t" r="r" b="b"/>
              <a:pathLst>
                <a:path w="5272" h="6706" extrusionOk="0">
                  <a:moveTo>
                    <a:pt x="2636" y="0"/>
                  </a:moveTo>
                  <a:cubicBezTo>
                    <a:pt x="2036" y="1735"/>
                    <a:pt x="1" y="6705"/>
                    <a:pt x="2636" y="6705"/>
                  </a:cubicBezTo>
                  <a:cubicBezTo>
                    <a:pt x="5271" y="6705"/>
                    <a:pt x="3337" y="1868"/>
                    <a:pt x="2636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3" name="Google Shape;3063;p15"/>
            <p:cNvSpPr/>
            <p:nvPr/>
          </p:nvSpPr>
          <p:spPr>
            <a:xfrm>
              <a:off x="4903875" y="2791850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669"/>
                    <a:pt x="0" y="6506"/>
                    <a:pt x="2569" y="6506"/>
                  </a:cubicBezTo>
                  <a:cubicBezTo>
                    <a:pt x="5137" y="6506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4" name="Google Shape;3064;p15"/>
            <p:cNvSpPr/>
            <p:nvPr/>
          </p:nvSpPr>
          <p:spPr>
            <a:xfrm>
              <a:off x="6260050" y="3282525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36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5" name="Google Shape;3065;p15"/>
            <p:cNvSpPr/>
            <p:nvPr/>
          </p:nvSpPr>
          <p:spPr>
            <a:xfrm flipH="1">
              <a:off x="1608100" y="2871088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702"/>
                    <a:pt x="0" y="6505"/>
                    <a:pt x="2569" y="6505"/>
                  </a:cubicBezTo>
                  <a:cubicBezTo>
                    <a:pt x="5137" y="6505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6" name="Google Shape;3066;p15"/>
            <p:cNvSpPr/>
            <p:nvPr/>
          </p:nvSpPr>
          <p:spPr>
            <a:xfrm flipH="1">
              <a:off x="1419625" y="3461513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7" name="Google Shape;3067;p15"/>
            <p:cNvSpPr/>
            <p:nvPr/>
          </p:nvSpPr>
          <p:spPr>
            <a:xfrm>
              <a:off x="7841700" y="2861075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36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8" name="Google Shape;3068;p15"/>
            <p:cNvSpPr/>
            <p:nvPr/>
          </p:nvSpPr>
          <p:spPr>
            <a:xfrm>
              <a:off x="8315375" y="2887775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2002" y="1668"/>
                    <a:pt x="0" y="6505"/>
                    <a:pt x="2569" y="6505"/>
                  </a:cubicBezTo>
                  <a:cubicBezTo>
                    <a:pt x="5137" y="6505"/>
                    <a:pt x="3269" y="1768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9" name="Google Shape;3069;p15"/>
            <p:cNvSpPr/>
            <p:nvPr/>
          </p:nvSpPr>
          <p:spPr>
            <a:xfrm>
              <a:off x="3426038" y="2817700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36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0" name="Google Shape;3070;p15"/>
            <p:cNvSpPr/>
            <p:nvPr/>
          </p:nvSpPr>
          <p:spPr>
            <a:xfrm>
              <a:off x="3899713" y="2844400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2002" y="1668"/>
                    <a:pt x="0" y="6505"/>
                    <a:pt x="2569" y="6505"/>
                  </a:cubicBezTo>
                  <a:cubicBezTo>
                    <a:pt x="5137" y="6505"/>
                    <a:pt x="3269" y="1768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071" name="Google Shape;3071;p15"/>
            <p:cNvGrpSpPr/>
            <p:nvPr/>
          </p:nvGrpSpPr>
          <p:grpSpPr>
            <a:xfrm>
              <a:off x="359500" y="182650"/>
              <a:ext cx="8548925" cy="3978550"/>
              <a:chOff x="359500" y="182650"/>
              <a:chExt cx="8548925" cy="3978550"/>
            </a:xfrm>
          </p:grpSpPr>
          <p:sp>
            <p:nvSpPr>
              <p:cNvPr id="3072" name="Google Shape;3072;p15"/>
              <p:cNvSpPr/>
              <p:nvPr/>
            </p:nvSpPr>
            <p:spPr>
              <a:xfrm>
                <a:off x="1935625" y="337750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1969" y="1668"/>
                      <a:pt x="1" y="6505"/>
                      <a:pt x="2569" y="6505"/>
                    </a:cubicBezTo>
                    <a:cubicBezTo>
                      <a:pt x="5138" y="6505"/>
                      <a:pt x="3236" y="1769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3" name="Google Shape;3073;p15"/>
              <p:cNvSpPr/>
              <p:nvPr/>
            </p:nvSpPr>
            <p:spPr>
              <a:xfrm>
                <a:off x="4268125" y="701350"/>
                <a:ext cx="128450" cy="16262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5" extrusionOk="0">
                    <a:moveTo>
                      <a:pt x="2569" y="0"/>
                    </a:moveTo>
                    <a:cubicBezTo>
                      <a:pt x="1969" y="1702"/>
                      <a:pt x="0" y="6505"/>
                      <a:pt x="2569" y="6505"/>
                    </a:cubicBezTo>
                    <a:cubicBezTo>
                      <a:pt x="5137" y="6505"/>
                      <a:pt x="3236" y="1802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4" name="Google Shape;3074;p15"/>
              <p:cNvSpPr/>
              <p:nvPr/>
            </p:nvSpPr>
            <p:spPr>
              <a:xfrm>
                <a:off x="1600375" y="1893025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1969" y="1669"/>
                      <a:pt x="1" y="6505"/>
                      <a:pt x="2569" y="6505"/>
                    </a:cubicBezTo>
                    <a:cubicBezTo>
                      <a:pt x="5138" y="6505"/>
                      <a:pt x="3237" y="1802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5" name="Google Shape;3075;p15"/>
              <p:cNvSpPr/>
              <p:nvPr/>
            </p:nvSpPr>
            <p:spPr>
              <a:xfrm>
                <a:off x="757275" y="182650"/>
                <a:ext cx="128450" cy="16262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5" extrusionOk="0">
                    <a:moveTo>
                      <a:pt x="2569" y="0"/>
                    </a:moveTo>
                    <a:cubicBezTo>
                      <a:pt x="2002" y="1668"/>
                      <a:pt x="1" y="6505"/>
                      <a:pt x="2569" y="6505"/>
                    </a:cubicBezTo>
                    <a:cubicBezTo>
                      <a:pt x="5138" y="6505"/>
                      <a:pt x="3270" y="1801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6" name="Google Shape;3076;p15"/>
              <p:cNvSpPr/>
              <p:nvPr/>
            </p:nvSpPr>
            <p:spPr>
              <a:xfrm>
                <a:off x="359500" y="1704575"/>
                <a:ext cx="128450" cy="16347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39" extrusionOk="0">
                    <a:moveTo>
                      <a:pt x="2569" y="0"/>
                    </a:moveTo>
                    <a:cubicBezTo>
                      <a:pt x="2002" y="1701"/>
                      <a:pt x="1" y="6538"/>
                      <a:pt x="2569" y="6538"/>
                    </a:cubicBezTo>
                    <a:cubicBezTo>
                      <a:pt x="5138" y="6538"/>
                      <a:pt x="3270" y="1801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7" name="Google Shape;3077;p15"/>
              <p:cNvSpPr/>
              <p:nvPr/>
            </p:nvSpPr>
            <p:spPr>
              <a:xfrm>
                <a:off x="2670325" y="492875"/>
                <a:ext cx="128450" cy="16262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5" extrusionOk="0">
                    <a:moveTo>
                      <a:pt x="2569" y="0"/>
                    </a:moveTo>
                    <a:cubicBezTo>
                      <a:pt x="2002" y="1701"/>
                      <a:pt x="0" y="6505"/>
                      <a:pt x="2569" y="6505"/>
                    </a:cubicBezTo>
                    <a:cubicBezTo>
                      <a:pt x="5137" y="6505"/>
                      <a:pt x="3269" y="1801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8" name="Google Shape;3078;p15"/>
              <p:cNvSpPr/>
              <p:nvPr/>
            </p:nvSpPr>
            <p:spPr>
              <a:xfrm>
                <a:off x="1459450" y="411975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0"/>
                    </a:moveTo>
                    <a:cubicBezTo>
                      <a:pt x="2002" y="1668"/>
                      <a:pt x="1" y="6505"/>
                      <a:pt x="2569" y="6505"/>
                    </a:cubicBezTo>
                    <a:cubicBezTo>
                      <a:pt x="5138" y="6505"/>
                      <a:pt x="3270" y="1802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9" name="Google Shape;3079;p15"/>
              <p:cNvSpPr/>
              <p:nvPr/>
            </p:nvSpPr>
            <p:spPr>
              <a:xfrm>
                <a:off x="3486725" y="386125"/>
                <a:ext cx="131800" cy="167650"/>
              </a:xfrm>
              <a:custGeom>
                <a:avLst/>
                <a:gdLst/>
                <a:ahLst/>
                <a:cxnLst/>
                <a:rect l="l" t="t" r="r" b="b"/>
                <a:pathLst>
                  <a:path w="5272" h="6706" extrusionOk="0">
                    <a:moveTo>
                      <a:pt x="2636" y="0"/>
                    </a:moveTo>
                    <a:cubicBezTo>
                      <a:pt x="2036" y="1735"/>
                      <a:pt x="1" y="6705"/>
                      <a:pt x="2636" y="6705"/>
                    </a:cubicBezTo>
                    <a:cubicBezTo>
                      <a:pt x="5271" y="6705"/>
                      <a:pt x="3337" y="1835"/>
                      <a:pt x="2636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0" name="Google Shape;3080;p15"/>
              <p:cNvSpPr/>
              <p:nvPr/>
            </p:nvSpPr>
            <p:spPr>
              <a:xfrm>
                <a:off x="4826025" y="469525"/>
                <a:ext cx="132625" cy="167625"/>
              </a:xfrm>
              <a:custGeom>
                <a:avLst/>
                <a:gdLst/>
                <a:ahLst/>
                <a:cxnLst/>
                <a:rect l="l" t="t" r="r" b="b"/>
                <a:pathLst>
                  <a:path w="5305" h="6705" extrusionOk="0">
                    <a:moveTo>
                      <a:pt x="2669" y="0"/>
                    </a:moveTo>
                    <a:cubicBezTo>
                      <a:pt x="2069" y="1735"/>
                      <a:pt x="0" y="6705"/>
                      <a:pt x="2669" y="6705"/>
                    </a:cubicBezTo>
                    <a:cubicBezTo>
                      <a:pt x="5304" y="6705"/>
                      <a:pt x="3370" y="1868"/>
                      <a:pt x="26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1" name="Google Shape;3081;p15"/>
              <p:cNvSpPr/>
              <p:nvPr/>
            </p:nvSpPr>
            <p:spPr>
              <a:xfrm>
                <a:off x="2451000" y="1156675"/>
                <a:ext cx="128450" cy="16347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39" extrusionOk="0">
                    <a:moveTo>
                      <a:pt x="2569" y="0"/>
                    </a:moveTo>
                    <a:cubicBezTo>
                      <a:pt x="2002" y="1702"/>
                      <a:pt x="0" y="6538"/>
                      <a:pt x="2569" y="6538"/>
                    </a:cubicBezTo>
                    <a:cubicBezTo>
                      <a:pt x="5137" y="6538"/>
                      <a:pt x="3269" y="1802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2" name="Google Shape;3082;p15"/>
              <p:cNvSpPr/>
              <p:nvPr/>
            </p:nvSpPr>
            <p:spPr>
              <a:xfrm>
                <a:off x="3384150" y="1302600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2002" y="1669"/>
                      <a:pt x="1" y="6506"/>
                      <a:pt x="2569" y="6506"/>
                    </a:cubicBezTo>
                    <a:cubicBezTo>
                      <a:pt x="5138" y="6506"/>
                      <a:pt x="3270" y="1769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3" name="Google Shape;3083;p15"/>
              <p:cNvSpPr/>
              <p:nvPr/>
            </p:nvSpPr>
            <p:spPr>
              <a:xfrm>
                <a:off x="724750" y="1423525"/>
                <a:ext cx="128450" cy="16347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39" extrusionOk="0">
                    <a:moveTo>
                      <a:pt x="2569" y="1"/>
                    </a:moveTo>
                    <a:cubicBezTo>
                      <a:pt x="2002" y="1702"/>
                      <a:pt x="1" y="6539"/>
                      <a:pt x="2569" y="6539"/>
                    </a:cubicBezTo>
                    <a:cubicBezTo>
                      <a:pt x="5138" y="6539"/>
                      <a:pt x="3270" y="1802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4" name="Google Shape;3084;p15"/>
              <p:cNvSpPr/>
              <p:nvPr/>
            </p:nvSpPr>
            <p:spPr>
              <a:xfrm>
                <a:off x="4220600" y="1657025"/>
                <a:ext cx="132600" cy="167650"/>
              </a:xfrm>
              <a:custGeom>
                <a:avLst/>
                <a:gdLst/>
                <a:ahLst/>
                <a:cxnLst/>
                <a:rect l="l" t="t" r="r" b="b"/>
                <a:pathLst>
                  <a:path w="5304" h="6706" extrusionOk="0">
                    <a:moveTo>
                      <a:pt x="2669" y="1"/>
                    </a:moveTo>
                    <a:cubicBezTo>
                      <a:pt x="2068" y="1735"/>
                      <a:pt x="0" y="6706"/>
                      <a:pt x="2669" y="6706"/>
                    </a:cubicBezTo>
                    <a:cubicBezTo>
                      <a:pt x="5304" y="6706"/>
                      <a:pt x="3369" y="1835"/>
                      <a:pt x="26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5" name="Google Shape;3085;p15"/>
              <p:cNvSpPr/>
              <p:nvPr/>
            </p:nvSpPr>
            <p:spPr>
              <a:xfrm>
                <a:off x="4859375" y="1383500"/>
                <a:ext cx="132625" cy="167650"/>
              </a:xfrm>
              <a:custGeom>
                <a:avLst/>
                <a:gdLst/>
                <a:ahLst/>
                <a:cxnLst/>
                <a:rect l="l" t="t" r="r" b="b"/>
                <a:pathLst>
                  <a:path w="5305" h="6706" extrusionOk="0">
                    <a:moveTo>
                      <a:pt x="2669" y="1"/>
                    </a:moveTo>
                    <a:cubicBezTo>
                      <a:pt x="2069" y="1735"/>
                      <a:pt x="1" y="6705"/>
                      <a:pt x="2669" y="6705"/>
                    </a:cubicBezTo>
                    <a:cubicBezTo>
                      <a:pt x="5305" y="6705"/>
                      <a:pt x="3370" y="1869"/>
                      <a:pt x="26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6" name="Google Shape;3086;p15"/>
              <p:cNvSpPr/>
              <p:nvPr/>
            </p:nvSpPr>
            <p:spPr>
              <a:xfrm>
                <a:off x="6357225" y="337750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1969" y="1668"/>
                      <a:pt x="1" y="6505"/>
                      <a:pt x="2569" y="6505"/>
                    </a:cubicBezTo>
                    <a:cubicBezTo>
                      <a:pt x="5138" y="6505"/>
                      <a:pt x="3236" y="1769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7" name="Google Shape;3087;p15"/>
              <p:cNvSpPr/>
              <p:nvPr/>
            </p:nvSpPr>
            <p:spPr>
              <a:xfrm>
                <a:off x="8689725" y="701350"/>
                <a:ext cx="128450" cy="16262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5" extrusionOk="0">
                    <a:moveTo>
                      <a:pt x="2569" y="0"/>
                    </a:moveTo>
                    <a:cubicBezTo>
                      <a:pt x="1969" y="1702"/>
                      <a:pt x="0" y="6505"/>
                      <a:pt x="2569" y="6505"/>
                    </a:cubicBezTo>
                    <a:cubicBezTo>
                      <a:pt x="5137" y="6505"/>
                      <a:pt x="3236" y="1802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8" name="Google Shape;3088;p15"/>
              <p:cNvSpPr/>
              <p:nvPr/>
            </p:nvSpPr>
            <p:spPr>
              <a:xfrm>
                <a:off x="6021975" y="1893025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1969" y="1669"/>
                      <a:pt x="1" y="6505"/>
                      <a:pt x="2569" y="6505"/>
                    </a:cubicBezTo>
                    <a:cubicBezTo>
                      <a:pt x="5138" y="6505"/>
                      <a:pt x="3237" y="1802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9" name="Google Shape;3089;p15"/>
              <p:cNvSpPr/>
              <p:nvPr/>
            </p:nvSpPr>
            <p:spPr>
              <a:xfrm>
                <a:off x="5178875" y="182650"/>
                <a:ext cx="128450" cy="16262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5" extrusionOk="0">
                    <a:moveTo>
                      <a:pt x="2569" y="0"/>
                    </a:moveTo>
                    <a:cubicBezTo>
                      <a:pt x="2002" y="1668"/>
                      <a:pt x="1" y="6505"/>
                      <a:pt x="2569" y="6505"/>
                    </a:cubicBezTo>
                    <a:cubicBezTo>
                      <a:pt x="5138" y="6505"/>
                      <a:pt x="3270" y="1801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0" name="Google Shape;3090;p15"/>
              <p:cNvSpPr/>
              <p:nvPr/>
            </p:nvSpPr>
            <p:spPr>
              <a:xfrm>
                <a:off x="4781100" y="1704575"/>
                <a:ext cx="128450" cy="16347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39" extrusionOk="0">
                    <a:moveTo>
                      <a:pt x="2569" y="0"/>
                    </a:moveTo>
                    <a:cubicBezTo>
                      <a:pt x="2002" y="1701"/>
                      <a:pt x="1" y="6538"/>
                      <a:pt x="2569" y="6538"/>
                    </a:cubicBezTo>
                    <a:cubicBezTo>
                      <a:pt x="5138" y="6538"/>
                      <a:pt x="3270" y="1801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1" name="Google Shape;3091;p15"/>
              <p:cNvSpPr/>
              <p:nvPr/>
            </p:nvSpPr>
            <p:spPr>
              <a:xfrm>
                <a:off x="7091925" y="492875"/>
                <a:ext cx="128450" cy="16262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5" extrusionOk="0">
                    <a:moveTo>
                      <a:pt x="2569" y="0"/>
                    </a:moveTo>
                    <a:cubicBezTo>
                      <a:pt x="2002" y="1701"/>
                      <a:pt x="0" y="6505"/>
                      <a:pt x="2569" y="6505"/>
                    </a:cubicBezTo>
                    <a:cubicBezTo>
                      <a:pt x="5137" y="6505"/>
                      <a:pt x="3269" y="1801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2" name="Google Shape;3092;p15"/>
              <p:cNvSpPr/>
              <p:nvPr/>
            </p:nvSpPr>
            <p:spPr>
              <a:xfrm>
                <a:off x="5881050" y="411975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0"/>
                    </a:moveTo>
                    <a:cubicBezTo>
                      <a:pt x="2002" y="1668"/>
                      <a:pt x="1" y="6505"/>
                      <a:pt x="2569" y="6505"/>
                    </a:cubicBezTo>
                    <a:cubicBezTo>
                      <a:pt x="5138" y="6505"/>
                      <a:pt x="3270" y="1802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3" name="Google Shape;3093;p15"/>
              <p:cNvSpPr/>
              <p:nvPr/>
            </p:nvSpPr>
            <p:spPr>
              <a:xfrm>
                <a:off x="7908325" y="386125"/>
                <a:ext cx="131800" cy="167650"/>
              </a:xfrm>
              <a:custGeom>
                <a:avLst/>
                <a:gdLst/>
                <a:ahLst/>
                <a:cxnLst/>
                <a:rect l="l" t="t" r="r" b="b"/>
                <a:pathLst>
                  <a:path w="5272" h="6706" extrusionOk="0">
                    <a:moveTo>
                      <a:pt x="2636" y="0"/>
                    </a:moveTo>
                    <a:cubicBezTo>
                      <a:pt x="2036" y="1735"/>
                      <a:pt x="1" y="6705"/>
                      <a:pt x="2636" y="6705"/>
                    </a:cubicBezTo>
                    <a:cubicBezTo>
                      <a:pt x="5271" y="6705"/>
                      <a:pt x="3337" y="1835"/>
                      <a:pt x="2636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4" name="Google Shape;3094;p15"/>
              <p:cNvSpPr/>
              <p:nvPr/>
            </p:nvSpPr>
            <p:spPr>
              <a:xfrm>
                <a:off x="6872600" y="1156675"/>
                <a:ext cx="128450" cy="16347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39" extrusionOk="0">
                    <a:moveTo>
                      <a:pt x="2569" y="0"/>
                    </a:moveTo>
                    <a:cubicBezTo>
                      <a:pt x="2002" y="1702"/>
                      <a:pt x="0" y="6538"/>
                      <a:pt x="2569" y="6538"/>
                    </a:cubicBezTo>
                    <a:cubicBezTo>
                      <a:pt x="5137" y="6538"/>
                      <a:pt x="3269" y="1802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5" name="Google Shape;3095;p15"/>
              <p:cNvSpPr/>
              <p:nvPr/>
            </p:nvSpPr>
            <p:spPr>
              <a:xfrm>
                <a:off x="7805750" y="1302600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2002" y="1669"/>
                      <a:pt x="1" y="6506"/>
                      <a:pt x="2569" y="6506"/>
                    </a:cubicBezTo>
                    <a:cubicBezTo>
                      <a:pt x="5138" y="6506"/>
                      <a:pt x="3270" y="1769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6" name="Google Shape;3096;p15"/>
              <p:cNvSpPr/>
              <p:nvPr/>
            </p:nvSpPr>
            <p:spPr>
              <a:xfrm>
                <a:off x="5146350" y="1423525"/>
                <a:ext cx="128450" cy="16347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39" extrusionOk="0">
                    <a:moveTo>
                      <a:pt x="2569" y="1"/>
                    </a:moveTo>
                    <a:cubicBezTo>
                      <a:pt x="2002" y="1702"/>
                      <a:pt x="1" y="6539"/>
                      <a:pt x="2569" y="6539"/>
                    </a:cubicBezTo>
                    <a:cubicBezTo>
                      <a:pt x="5138" y="6539"/>
                      <a:pt x="3270" y="1802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7" name="Google Shape;3097;p15"/>
              <p:cNvSpPr/>
              <p:nvPr/>
            </p:nvSpPr>
            <p:spPr>
              <a:xfrm>
                <a:off x="7038550" y="1740425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0"/>
                    </a:moveTo>
                    <a:cubicBezTo>
                      <a:pt x="2002" y="1702"/>
                      <a:pt x="0" y="6505"/>
                      <a:pt x="2569" y="6505"/>
                    </a:cubicBezTo>
                    <a:cubicBezTo>
                      <a:pt x="5137" y="6505"/>
                      <a:pt x="3269" y="1802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8" name="Google Shape;3098;p15"/>
              <p:cNvSpPr/>
              <p:nvPr/>
            </p:nvSpPr>
            <p:spPr>
              <a:xfrm>
                <a:off x="7994225" y="1893025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2002" y="1669"/>
                      <a:pt x="1" y="6505"/>
                      <a:pt x="2569" y="6505"/>
                    </a:cubicBezTo>
                    <a:cubicBezTo>
                      <a:pt x="5138" y="6505"/>
                      <a:pt x="3270" y="1802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9" name="Google Shape;3099;p15"/>
              <p:cNvSpPr/>
              <p:nvPr/>
            </p:nvSpPr>
            <p:spPr>
              <a:xfrm>
                <a:off x="8642200" y="1657025"/>
                <a:ext cx="132600" cy="167650"/>
              </a:xfrm>
              <a:custGeom>
                <a:avLst/>
                <a:gdLst/>
                <a:ahLst/>
                <a:cxnLst/>
                <a:rect l="l" t="t" r="r" b="b"/>
                <a:pathLst>
                  <a:path w="5304" h="6706" extrusionOk="0">
                    <a:moveTo>
                      <a:pt x="2669" y="1"/>
                    </a:moveTo>
                    <a:cubicBezTo>
                      <a:pt x="2068" y="1735"/>
                      <a:pt x="0" y="6706"/>
                      <a:pt x="2669" y="6706"/>
                    </a:cubicBezTo>
                    <a:cubicBezTo>
                      <a:pt x="5304" y="6706"/>
                      <a:pt x="3369" y="1835"/>
                      <a:pt x="26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0" name="Google Shape;3100;p15"/>
              <p:cNvSpPr/>
              <p:nvPr/>
            </p:nvSpPr>
            <p:spPr>
              <a:xfrm>
                <a:off x="5374950" y="966325"/>
                <a:ext cx="128450" cy="16347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39" extrusionOk="0">
                    <a:moveTo>
                      <a:pt x="2569" y="1"/>
                    </a:moveTo>
                    <a:cubicBezTo>
                      <a:pt x="2002" y="1702"/>
                      <a:pt x="1" y="6539"/>
                      <a:pt x="2569" y="6539"/>
                    </a:cubicBezTo>
                    <a:cubicBezTo>
                      <a:pt x="5138" y="6539"/>
                      <a:pt x="3270" y="1802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1" name="Google Shape;3101;p15"/>
              <p:cNvSpPr/>
              <p:nvPr/>
            </p:nvSpPr>
            <p:spPr>
              <a:xfrm>
                <a:off x="5679750" y="1271125"/>
                <a:ext cx="128450" cy="16347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39" extrusionOk="0">
                    <a:moveTo>
                      <a:pt x="2569" y="1"/>
                    </a:moveTo>
                    <a:cubicBezTo>
                      <a:pt x="2002" y="1702"/>
                      <a:pt x="1" y="6539"/>
                      <a:pt x="2569" y="6539"/>
                    </a:cubicBezTo>
                    <a:cubicBezTo>
                      <a:pt x="5138" y="6539"/>
                      <a:pt x="3270" y="1802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2" name="Google Shape;3102;p15"/>
              <p:cNvSpPr/>
              <p:nvPr/>
            </p:nvSpPr>
            <p:spPr>
              <a:xfrm flipH="1">
                <a:off x="1208475" y="948188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2002" y="1669"/>
                      <a:pt x="1" y="6506"/>
                      <a:pt x="2569" y="6506"/>
                    </a:cubicBezTo>
                    <a:cubicBezTo>
                      <a:pt x="5138" y="6506"/>
                      <a:pt x="3270" y="1769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3" name="Google Shape;3103;p15"/>
              <p:cNvSpPr/>
              <p:nvPr/>
            </p:nvSpPr>
            <p:spPr>
              <a:xfrm>
                <a:off x="8060825" y="938175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1969" y="1669"/>
                      <a:pt x="1" y="6505"/>
                      <a:pt x="2569" y="6505"/>
                    </a:cubicBezTo>
                    <a:cubicBezTo>
                      <a:pt x="5138" y="6505"/>
                      <a:pt x="3237" y="1802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4" name="Google Shape;3104;p15"/>
              <p:cNvSpPr/>
              <p:nvPr/>
            </p:nvSpPr>
            <p:spPr>
              <a:xfrm>
                <a:off x="3645163" y="894800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1969" y="1669"/>
                      <a:pt x="1" y="6505"/>
                      <a:pt x="2569" y="6505"/>
                    </a:cubicBezTo>
                    <a:cubicBezTo>
                      <a:pt x="5138" y="6505"/>
                      <a:pt x="3237" y="1802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5" name="Google Shape;3105;p15"/>
              <p:cNvSpPr/>
              <p:nvPr/>
            </p:nvSpPr>
            <p:spPr>
              <a:xfrm>
                <a:off x="4358375" y="2806875"/>
                <a:ext cx="128450" cy="16262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5" extrusionOk="0">
                    <a:moveTo>
                      <a:pt x="2569" y="0"/>
                    </a:moveTo>
                    <a:cubicBezTo>
                      <a:pt x="1969" y="1702"/>
                      <a:pt x="0" y="6505"/>
                      <a:pt x="2569" y="6505"/>
                    </a:cubicBezTo>
                    <a:cubicBezTo>
                      <a:pt x="5137" y="6505"/>
                      <a:pt x="3236" y="1802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6" name="Google Shape;3106;p15"/>
              <p:cNvSpPr/>
              <p:nvPr/>
            </p:nvSpPr>
            <p:spPr>
              <a:xfrm>
                <a:off x="1690625" y="3998550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1969" y="1669"/>
                      <a:pt x="1" y="6505"/>
                      <a:pt x="2569" y="6505"/>
                    </a:cubicBezTo>
                    <a:cubicBezTo>
                      <a:pt x="5138" y="6505"/>
                      <a:pt x="3237" y="1802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7" name="Google Shape;3107;p15"/>
              <p:cNvSpPr/>
              <p:nvPr/>
            </p:nvSpPr>
            <p:spPr>
              <a:xfrm>
                <a:off x="847525" y="2288175"/>
                <a:ext cx="128450" cy="16262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5" extrusionOk="0">
                    <a:moveTo>
                      <a:pt x="2569" y="0"/>
                    </a:moveTo>
                    <a:cubicBezTo>
                      <a:pt x="2002" y="1668"/>
                      <a:pt x="1" y="6505"/>
                      <a:pt x="2569" y="6505"/>
                    </a:cubicBezTo>
                    <a:cubicBezTo>
                      <a:pt x="5138" y="6505"/>
                      <a:pt x="3270" y="1801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8" name="Google Shape;3108;p15"/>
              <p:cNvSpPr/>
              <p:nvPr/>
            </p:nvSpPr>
            <p:spPr>
              <a:xfrm>
                <a:off x="449750" y="3810100"/>
                <a:ext cx="128450" cy="16347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39" extrusionOk="0">
                    <a:moveTo>
                      <a:pt x="2569" y="0"/>
                    </a:moveTo>
                    <a:cubicBezTo>
                      <a:pt x="2002" y="1701"/>
                      <a:pt x="1" y="6538"/>
                      <a:pt x="2569" y="6538"/>
                    </a:cubicBezTo>
                    <a:cubicBezTo>
                      <a:pt x="5138" y="6538"/>
                      <a:pt x="3270" y="1801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9" name="Google Shape;3109;p15"/>
              <p:cNvSpPr/>
              <p:nvPr/>
            </p:nvSpPr>
            <p:spPr>
              <a:xfrm>
                <a:off x="2760575" y="2598400"/>
                <a:ext cx="128450" cy="16262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5" extrusionOk="0">
                    <a:moveTo>
                      <a:pt x="2569" y="0"/>
                    </a:moveTo>
                    <a:cubicBezTo>
                      <a:pt x="2002" y="1701"/>
                      <a:pt x="0" y="6505"/>
                      <a:pt x="2569" y="6505"/>
                    </a:cubicBezTo>
                    <a:cubicBezTo>
                      <a:pt x="5137" y="6505"/>
                      <a:pt x="3269" y="1801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0" name="Google Shape;3110;p15"/>
              <p:cNvSpPr/>
              <p:nvPr/>
            </p:nvSpPr>
            <p:spPr>
              <a:xfrm>
                <a:off x="1549700" y="2517500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0"/>
                    </a:moveTo>
                    <a:cubicBezTo>
                      <a:pt x="2002" y="1668"/>
                      <a:pt x="1" y="6505"/>
                      <a:pt x="2569" y="6505"/>
                    </a:cubicBezTo>
                    <a:cubicBezTo>
                      <a:pt x="5138" y="6505"/>
                      <a:pt x="3270" y="1802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1" name="Google Shape;3111;p15"/>
              <p:cNvSpPr/>
              <p:nvPr/>
            </p:nvSpPr>
            <p:spPr>
              <a:xfrm>
                <a:off x="4916275" y="2575050"/>
                <a:ext cx="132625" cy="167625"/>
              </a:xfrm>
              <a:custGeom>
                <a:avLst/>
                <a:gdLst/>
                <a:ahLst/>
                <a:cxnLst/>
                <a:rect l="l" t="t" r="r" b="b"/>
                <a:pathLst>
                  <a:path w="5305" h="6705" extrusionOk="0">
                    <a:moveTo>
                      <a:pt x="2669" y="0"/>
                    </a:moveTo>
                    <a:cubicBezTo>
                      <a:pt x="2069" y="1735"/>
                      <a:pt x="0" y="6705"/>
                      <a:pt x="2669" y="6705"/>
                    </a:cubicBezTo>
                    <a:cubicBezTo>
                      <a:pt x="5304" y="6705"/>
                      <a:pt x="3370" y="1868"/>
                      <a:pt x="26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2" name="Google Shape;3112;p15"/>
              <p:cNvSpPr/>
              <p:nvPr/>
            </p:nvSpPr>
            <p:spPr>
              <a:xfrm>
                <a:off x="2541250" y="3262200"/>
                <a:ext cx="128450" cy="16347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39" extrusionOk="0">
                    <a:moveTo>
                      <a:pt x="2569" y="0"/>
                    </a:moveTo>
                    <a:cubicBezTo>
                      <a:pt x="2002" y="1702"/>
                      <a:pt x="0" y="6538"/>
                      <a:pt x="2569" y="6538"/>
                    </a:cubicBezTo>
                    <a:cubicBezTo>
                      <a:pt x="5137" y="6538"/>
                      <a:pt x="3269" y="1802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3" name="Google Shape;3113;p15"/>
              <p:cNvSpPr/>
              <p:nvPr/>
            </p:nvSpPr>
            <p:spPr>
              <a:xfrm>
                <a:off x="3474400" y="3408125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2002" y="1669"/>
                      <a:pt x="1" y="6506"/>
                      <a:pt x="2569" y="6506"/>
                    </a:cubicBezTo>
                    <a:cubicBezTo>
                      <a:pt x="5138" y="6506"/>
                      <a:pt x="3270" y="1769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4" name="Google Shape;3114;p15"/>
              <p:cNvSpPr/>
              <p:nvPr/>
            </p:nvSpPr>
            <p:spPr>
              <a:xfrm>
                <a:off x="815000" y="3529050"/>
                <a:ext cx="128450" cy="16347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39" extrusionOk="0">
                    <a:moveTo>
                      <a:pt x="2569" y="1"/>
                    </a:moveTo>
                    <a:cubicBezTo>
                      <a:pt x="2002" y="1702"/>
                      <a:pt x="1" y="6539"/>
                      <a:pt x="2569" y="6539"/>
                    </a:cubicBezTo>
                    <a:cubicBezTo>
                      <a:pt x="5138" y="6539"/>
                      <a:pt x="3270" y="1802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5" name="Google Shape;3115;p15"/>
              <p:cNvSpPr/>
              <p:nvPr/>
            </p:nvSpPr>
            <p:spPr>
              <a:xfrm>
                <a:off x="3662875" y="3998550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2002" y="1669"/>
                      <a:pt x="1" y="6505"/>
                      <a:pt x="2569" y="6505"/>
                    </a:cubicBezTo>
                    <a:cubicBezTo>
                      <a:pt x="5138" y="6505"/>
                      <a:pt x="3270" y="1802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6" name="Google Shape;3116;p15"/>
              <p:cNvSpPr/>
              <p:nvPr/>
            </p:nvSpPr>
            <p:spPr>
              <a:xfrm>
                <a:off x="4310850" y="3762550"/>
                <a:ext cx="132600" cy="167650"/>
              </a:xfrm>
              <a:custGeom>
                <a:avLst/>
                <a:gdLst/>
                <a:ahLst/>
                <a:cxnLst/>
                <a:rect l="l" t="t" r="r" b="b"/>
                <a:pathLst>
                  <a:path w="5304" h="6706" extrusionOk="0">
                    <a:moveTo>
                      <a:pt x="2669" y="1"/>
                    </a:moveTo>
                    <a:cubicBezTo>
                      <a:pt x="2068" y="1735"/>
                      <a:pt x="0" y="6706"/>
                      <a:pt x="2669" y="6706"/>
                    </a:cubicBezTo>
                    <a:cubicBezTo>
                      <a:pt x="5304" y="6706"/>
                      <a:pt x="3369" y="1835"/>
                      <a:pt x="26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7" name="Google Shape;3117;p15"/>
              <p:cNvSpPr/>
              <p:nvPr/>
            </p:nvSpPr>
            <p:spPr>
              <a:xfrm>
                <a:off x="4949625" y="3489025"/>
                <a:ext cx="132625" cy="167650"/>
              </a:xfrm>
              <a:custGeom>
                <a:avLst/>
                <a:gdLst/>
                <a:ahLst/>
                <a:cxnLst/>
                <a:rect l="l" t="t" r="r" b="b"/>
                <a:pathLst>
                  <a:path w="5305" h="6706" extrusionOk="0">
                    <a:moveTo>
                      <a:pt x="2669" y="1"/>
                    </a:moveTo>
                    <a:cubicBezTo>
                      <a:pt x="2069" y="1735"/>
                      <a:pt x="1" y="6705"/>
                      <a:pt x="2669" y="6705"/>
                    </a:cubicBezTo>
                    <a:cubicBezTo>
                      <a:pt x="5305" y="6705"/>
                      <a:pt x="3370" y="1869"/>
                      <a:pt x="26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8" name="Google Shape;3118;p15"/>
              <p:cNvSpPr/>
              <p:nvPr/>
            </p:nvSpPr>
            <p:spPr>
              <a:xfrm>
                <a:off x="6447475" y="2443275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1969" y="1668"/>
                      <a:pt x="1" y="6505"/>
                      <a:pt x="2569" y="6505"/>
                    </a:cubicBezTo>
                    <a:cubicBezTo>
                      <a:pt x="5138" y="6505"/>
                      <a:pt x="3236" y="1769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9" name="Google Shape;3119;p15"/>
              <p:cNvSpPr/>
              <p:nvPr/>
            </p:nvSpPr>
            <p:spPr>
              <a:xfrm>
                <a:off x="8779975" y="2806875"/>
                <a:ext cx="128450" cy="16262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5" extrusionOk="0">
                    <a:moveTo>
                      <a:pt x="2569" y="0"/>
                    </a:moveTo>
                    <a:cubicBezTo>
                      <a:pt x="1969" y="1702"/>
                      <a:pt x="0" y="6505"/>
                      <a:pt x="2569" y="6505"/>
                    </a:cubicBezTo>
                    <a:cubicBezTo>
                      <a:pt x="5137" y="6505"/>
                      <a:pt x="3236" y="1802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0" name="Google Shape;3120;p15"/>
              <p:cNvSpPr/>
              <p:nvPr/>
            </p:nvSpPr>
            <p:spPr>
              <a:xfrm>
                <a:off x="6112225" y="3998550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1969" y="1669"/>
                      <a:pt x="1" y="6505"/>
                      <a:pt x="2569" y="6505"/>
                    </a:cubicBezTo>
                    <a:cubicBezTo>
                      <a:pt x="5138" y="6505"/>
                      <a:pt x="3237" y="1802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1" name="Google Shape;3121;p15"/>
              <p:cNvSpPr/>
              <p:nvPr/>
            </p:nvSpPr>
            <p:spPr>
              <a:xfrm>
                <a:off x="5269125" y="2288175"/>
                <a:ext cx="128450" cy="16262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5" extrusionOk="0">
                    <a:moveTo>
                      <a:pt x="2569" y="0"/>
                    </a:moveTo>
                    <a:cubicBezTo>
                      <a:pt x="2002" y="1668"/>
                      <a:pt x="1" y="6505"/>
                      <a:pt x="2569" y="6505"/>
                    </a:cubicBezTo>
                    <a:cubicBezTo>
                      <a:pt x="5138" y="6505"/>
                      <a:pt x="3270" y="1801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2" name="Google Shape;3122;p15"/>
              <p:cNvSpPr/>
              <p:nvPr/>
            </p:nvSpPr>
            <p:spPr>
              <a:xfrm>
                <a:off x="4871350" y="3810100"/>
                <a:ext cx="128450" cy="16347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39" extrusionOk="0">
                    <a:moveTo>
                      <a:pt x="2569" y="0"/>
                    </a:moveTo>
                    <a:cubicBezTo>
                      <a:pt x="2002" y="1701"/>
                      <a:pt x="1" y="6538"/>
                      <a:pt x="2569" y="6538"/>
                    </a:cubicBezTo>
                    <a:cubicBezTo>
                      <a:pt x="5138" y="6538"/>
                      <a:pt x="3270" y="1801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3" name="Google Shape;3123;p15"/>
              <p:cNvSpPr/>
              <p:nvPr/>
            </p:nvSpPr>
            <p:spPr>
              <a:xfrm>
                <a:off x="7182175" y="2598400"/>
                <a:ext cx="128450" cy="16262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5" extrusionOk="0">
                    <a:moveTo>
                      <a:pt x="2569" y="0"/>
                    </a:moveTo>
                    <a:cubicBezTo>
                      <a:pt x="2002" y="1701"/>
                      <a:pt x="0" y="6505"/>
                      <a:pt x="2569" y="6505"/>
                    </a:cubicBezTo>
                    <a:cubicBezTo>
                      <a:pt x="5137" y="6505"/>
                      <a:pt x="3269" y="1801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4" name="Google Shape;3124;p15"/>
              <p:cNvSpPr/>
              <p:nvPr/>
            </p:nvSpPr>
            <p:spPr>
              <a:xfrm>
                <a:off x="5971300" y="2517500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0"/>
                    </a:moveTo>
                    <a:cubicBezTo>
                      <a:pt x="2002" y="1668"/>
                      <a:pt x="1" y="6505"/>
                      <a:pt x="2569" y="6505"/>
                    </a:cubicBezTo>
                    <a:cubicBezTo>
                      <a:pt x="5138" y="6505"/>
                      <a:pt x="3270" y="1802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5" name="Google Shape;3125;p15"/>
              <p:cNvSpPr/>
              <p:nvPr/>
            </p:nvSpPr>
            <p:spPr>
              <a:xfrm>
                <a:off x="7998575" y="2491650"/>
                <a:ext cx="131800" cy="167650"/>
              </a:xfrm>
              <a:custGeom>
                <a:avLst/>
                <a:gdLst/>
                <a:ahLst/>
                <a:cxnLst/>
                <a:rect l="l" t="t" r="r" b="b"/>
                <a:pathLst>
                  <a:path w="5272" h="6706" extrusionOk="0">
                    <a:moveTo>
                      <a:pt x="2636" y="0"/>
                    </a:moveTo>
                    <a:cubicBezTo>
                      <a:pt x="2036" y="1735"/>
                      <a:pt x="1" y="6705"/>
                      <a:pt x="2636" y="6705"/>
                    </a:cubicBezTo>
                    <a:cubicBezTo>
                      <a:pt x="5271" y="6705"/>
                      <a:pt x="3337" y="1835"/>
                      <a:pt x="2636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6" name="Google Shape;3126;p15"/>
              <p:cNvSpPr/>
              <p:nvPr/>
            </p:nvSpPr>
            <p:spPr>
              <a:xfrm>
                <a:off x="6962850" y="3262200"/>
                <a:ext cx="128450" cy="16347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39" extrusionOk="0">
                    <a:moveTo>
                      <a:pt x="2569" y="0"/>
                    </a:moveTo>
                    <a:cubicBezTo>
                      <a:pt x="2002" y="1702"/>
                      <a:pt x="0" y="6538"/>
                      <a:pt x="2569" y="6538"/>
                    </a:cubicBezTo>
                    <a:cubicBezTo>
                      <a:pt x="5137" y="6538"/>
                      <a:pt x="3269" y="1802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7" name="Google Shape;3127;p15"/>
              <p:cNvSpPr/>
              <p:nvPr/>
            </p:nvSpPr>
            <p:spPr>
              <a:xfrm>
                <a:off x="7896000" y="3408125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2002" y="1669"/>
                      <a:pt x="1" y="6506"/>
                      <a:pt x="2569" y="6506"/>
                    </a:cubicBezTo>
                    <a:cubicBezTo>
                      <a:pt x="5138" y="6506"/>
                      <a:pt x="3270" y="1769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8" name="Google Shape;3128;p15"/>
              <p:cNvSpPr/>
              <p:nvPr/>
            </p:nvSpPr>
            <p:spPr>
              <a:xfrm>
                <a:off x="5236600" y="3529050"/>
                <a:ext cx="128450" cy="16347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39" extrusionOk="0">
                    <a:moveTo>
                      <a:pt x="2569" y="1"/>
                    </a:moveTo>
                    <a:cubicBezTo>
                      <a:pt x="2002" y="1702"/>
                      <a:pt x="1" y="6539"/>
                      <a:pt x="2569" y="6539"/>
                    </a:cubicBezTo>
                    <a:cubicBezTo>
                      <a:pt x="5138" y="6539"/>
                      <a:pt x="3270" y="1802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9" name="Google Shape;3129;p15"/>
              <p:cNvSpPr/>
              <p:nvPr/>
            </p:nvSpPr>
            <p:spPr>
              <a:xfrm>
                <a:off x="7128800" y="3845950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0"/>
                    </a:moveTo>
                    <a:cubicBezTo>
                      <a:pt x="2002" y="1702"/>
                      <a:pt x="0" y="6505"/>
                      <a:pt x="2569" y="6505"/>
                    </a:cubicBezTo>
                    <a:cubicBezTo>
                      <a:pt x="5137" y="6505"/>
                      <a:pt x="3269" y="1802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0" name="Google Shape;3130;p15"/>
              <p:cNvSpPr/>
              <p:nvPr/>
            </p:nvSpPr>
            <p:spPr>
              <a:xfrm>
                <a:off x="8084475" y="3998550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2002" y="1669"/>
                      <a:pt x="1" y="6505"/>
                      <a:pt x="2569" y="6505"/>
                    </a:cubicBezTo>
                    <a:cubicBezTo>
                      <a:pt x="5138" y="6505"/>
                      <a:pt x="3270" y="1802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1" name="Google Shape;3131;p15"/>
              <p:cNvSpPr/>
              <p:nvPr/>
            </p:nvSpPr>
            <p:spPr>
              <a:xfrm>
                <a:off x="8732450" y="3762550"/>
                <a:ext cx="132600" cy="167650"/>
              </a:xfrm>
              <a:custGeom>
                <a:avLst/>
                <a:gdLst/>
                <a:ahLst/>
                <a:cxnLst/>
                <a:rect l="l" t="t" r="r" b="b"/>
                <a:pathLst>
                  <a:path w="5304" h="6706" extrusionOk="0">
                    <a:moveTo>
                      <a:pt x="2669" y="1"/>
                    </a:moveTo>
                    <a:cubicBezTo>
                      <a:pt x="2068" y="1735"/>
                      <a:pt x="0" y="6706"/>
                      <a:pt x="2669" y="6706"/>
                    </a:cubicBezTo>
                    <a:cubicBezTo>
                      <a:pt x="5304" y="6706"/>
                      <a:pt x="3369" y="1835"/>
                      <a:pt x="26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2" name="Google Shape;3132;p15"/>
              <p:cNvSpPr/>
              <p:nvPr/>
            </p:nvSpPr>
            <p:spPr>
              <a:xfrm>
                <a:off x="5465200" y="3071850"/>
                <a:ext cx="128450" cy="16347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39" extrusionOk="0">
                    <a:moveTo>
                      <a:pt x="2569" y="1"/>
                    </a:moveTo>
                    <a:cubicBezTo>
                      <a:pt x="2002" y="1702"/>
                      <a:pt x="1" y="6539"/>
                      <a:pt x="2569" y="6539"/>
                    </a:cubicBezTo>
                    <a:cubicBezTo>
                      <a:pt x="5138" y="6539"/>
                      <a:pt x="3270" y="1802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3" name="Google Shape;3133;p15"/>
              <p:cNvSpPr/>
              <p:nvPr/>
            </p:nvSpPr>
            <p:spPr>
              <a:xfrm>
                <a:off x="5770000" y="3376650"/>
                <a:ext cx="128450" cy="16347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39" extrusionOk="0">
                    <a:moveTo>
                      <a:pt x="2569" y="1"/>
                    </a:moveTo>
                    <a:cubicBezTo>
                      <a:pt x="2002" y="1702"/>
                      <a:pt x="1" y="6539"/>
                      <a:pt x="2569" y="6539"/>
                    </a:cubicBezTo>
                    <a:cubicBezTo>
                      <a:pt x="5138" y="6539"/>
                      <a:pt x="3270" y="1802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4" name="Google Shape;3134;p15"/>
              <p:cNvSpPr/>
              <p:nvPr/>
            </p:nvSpPr>
            <p:spPr>
              <a:xfrm flipH="1">
                <a:off x="1298725" y="3053713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2002" y="1669"/>
                      <a:pt x="1" y="6506"/>
                      <a:pt x="2569" y="6506"/>
                    </a:cubicBezTo>
                    <a:cubicBezTo>
                      <a:pt x="5138" y="6506"/>
                      <a:pt x="3270" y="1769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5" name="Google Shape;3135;p15"/>
              <p:cNvSpPr/>
              <p:nvPr/>
            </p:nvSpPr>
            <p:spPr>
              <a:xfrm>
                <a:off x="8151075" y="3043700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1969" y="1669"/>
                      <a:pt x="1" y="6505"/>
                      <a:pt x="2569" y="6505"/>
                    </a:cubicBezTo>
                    <a:cubicBezTo>
                      <a:pt x="5138" y="6505"/>
                      <a:pt x="3237" y="1802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6" name="Google Shape;3136;p15"/>
              <p:cNvSpPr/>
              <p:nvPr/>
            </p:nvSpPr>
            <p:spPr>
              <a:xfrm>
                <a:off x="3735413" y="3000325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1969" y="1669"/>
                      <a:pt x="1" y="6505"/>
                      <a:pt x="2569" y="6505"/>
                    </a:cubicBezTo>
                    <a:cubicBezTo>
                      <a:pt x="5138" y="6505"/>
                      <a:pt x="3237" y="1802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137" name="Google Shape;3137;p15"/>
            <p:cNvSpPr/>
            <p:nvPr/>
          </p:nvSpPr>
          <p:spPr>
            <a:xfrm>
              <a:off x="2011825" y="433547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1969" y="1668"/>
                    <a:pt x="1" y="6505"/>
                    <a:pt x="2569" y="6505"/>
                  </a:cubicBezTo>
                  <a:cubicBezTo>
                    <a:pt x="5138" y="6505"/>
                    <a:pt x="3236" y="1769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8" name="Google Shape;3138;p15"/>
            <p:cNvSpPr/>
            <p:nvPr/>
          </p:nvSpPr>
          <p:spPr>
            <a:xfrm>
              <a:off x="4344325" y="4699075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1969" y="1702"/>
                    <a:pt x="0" y="6505"/>
                    <a:pt x="2569" y="6505"/>
                  </a:cubicBezTo>
                  <a:cubicBezTo>
                    <a:pt x="5137" y="6505"/>
                    <a:pt x="3236" y="1802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9" name="Google Shape;3139;p15"/>
            <p:cNvSpPr/>
            <p:nvPr/>
          </p:nvSpPr>
          <p:spPr>
            <a:xfrm>
              <a:off x="833475" y="4180375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2002" y="1668"/>
                    <a:pt x="1" y="6505"/>
                    <a:pt x="2569" y="6505"/>
                  </a:cubicBezTo>
                  <a:cubicBezTo>
                    <a:pt x="5138" y="6505"/>
                    <a:pt x="3270" y="1801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0" name="Google Shape;3140;p15"/>
            <p:cNvSpPr/>
            <p:nvPr/>
          </p:nvSpPr>
          <p:spPr>
            <a:xfrm>
              <a:off x="2746525" y="4490600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2002" y="1701"/>
                    <a:pt x="0" y="6505"/>
                    <a:pt x="2569" y="6505"/>
                  </a:cubicBezTo>
                  <a:cubicBezTo>
                    <a:pt x="5137" y="6505"/>
                    <a:pt x="3269" y="1801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1" name="Google Shape;3141;p15"/>
            <p:cNvSpPr/>
            <p:nvPr/>
          </p:nvSpPr>
          <p:spPr>
            <a:xfrm>
              <a:off x="1535650" y="4409700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0"/>
                  </a:moveTo>
                  <a:cubicBezTo>
                    <a:pt x="2002" y="1668"/>
                    <a:pt x="1" y="6505"/>
                    <a:pt x="2569" y="6505"/>
                  </a:cubicBezTo>
                  <a:cubicBezTo>
                    <a:pt x="5138" y="6505"/>
                    <a:pt x="3270" y="1802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2" name="Google Shape;3142;p15"/>
            <p:cNvSpPr/>
            <p:nvPr/>
          </p:nvSpPr>
          <p:spPr>
            <a:xfrm>
              <a:off x="3562925" y="4383850"/>
              <a:ext cx="131800" cy="167650"/>
            </a:xfrm>
            <a:custGeom>
              <a:avLst/>
              <a:gdLst/>
              <a:ahLst/>
              <a:cxnLst/>
              <a:rect l="l" t="t" r="r" b="b"/>
              <a:pathLst>
                <a:path w="5272" h="6706" extrusionOk="0">
                  <a:moveTo>
                    <a:pt x="2636" y="0"/>
                  </a:moveTo>
                  <a:cubicBezTo>
                    <a:pt x="2036" y="1735"/>
                    <a:pt x="1" y="6705"/>
                    <a:pt x="2636" y="6705"/>
                  </a:cubicBezTo>
                  <a:cubicBezTo>
                    <a:pt x="5271" y="6705"/>
                    <a:pt x="3337" y="1835"/>
                    <a:pt x="2636" y="0"/>
                  </a:cubicBezTo>
                  <a:close/>
                </a:path>
              </a:pathLst>
            </a:custGeom>
            <a:solidFill>
              <a:srgbClr val="191919">
                <a:alpha val="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3" name="Google Shape;3143;p15"/>
            <p:cNvSpPr/>
            <p:nvPr/>
          </p:nvSpPr>
          <p:spPr>
            <a:xfrm>
              <a:off x="4902225" y="4467250"/>
              <a:ext cx="132625" cy="167625"/>
            </a:xfrm>
            <a:custGeom>
              <a:avLst/>
              <a:gdLst/>
              <a:ahLst/>
              <a:cxnLst/>
              <a:rect l="l" t="t" r="r" b="b"/>
              <a:pathLst>
                <a:path w="5305" h="6705" extrusionOk="0">
                  <a:moveTo>
                    <a:pt x="2669" y="0"/>
                  </a:moveTo>
                  <a:cubicBezTo>
                    <a:pt x="2069" y="1735"/>
                    <a:pt x="0" y="6705"/>
                    <a:pt x="2669" y="6705"/>
                  </a:cubicBezTo>
                  <a:cubicBezTo>
                    <a:pt x="5304" y="6705"/>
                    <a:pt x="3370" y="1868"/>
                    <a:pt x="2669" y="0"/>
                  </a:cubicBezTo>
                  <a:close/>
                </a:path>
              </a:pathLst>
            </a:custGeom>
            <a:solidFill>
              <a:srgbClr val="191919">
                <a:alpha val="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4" name="Google Shape;3144;p15"/>
            <p:cNvSpPr/>
            <p:nvPr/>
          </p:nvSpPr>
          <p:spPr>
            <a:xfrm>
              <a:off x="2527200" y="5154400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0"/>
                  </a:moveTo>
                  <a:cubicBezTo>
                    <a:pt x="2002" y="1702"/>
                    <a:pt x="0" y="6538"/>
                    <a:pt x="2569" y="6538"/>
                  </a:cubicBezTo>
                  <a:cubicBezTo>
                    <a:pt x="5137" y="6538"/>
                    <a:pt x="3269" y="1802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5" name="Google Shape;3145;p15"/>
            <p:cNvSpPr/>
            <p:nvPr/>
          </p:nvSpPr>
          <p:spPr>
            <a:xfrm>
              <a:off x="6433425" y="433547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1969" y="1668"/>
                    <a:pt x="1" y="6505"/>
                    <a:pt x="2569" y="6505"/>
                  </a:cubicBezTo>
                  <a:cubicBezTo>
                    <a:pt x="5138" y="6505"/>
                    <a:pt x="3236" y="1769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6" name="Google Shape;3146;p15"/>
            <p:cNvSpPr/>
            <p:nvPr/>
          </p:nvSpPr>
          <p:spPr>
            <a:xfrm>
              <a:off x="8765925" y="4699075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1969" y="1702"/>
                    <a:pt x="0" y="6505"/>
                    <a:pt x="2569" y="6505"/>
                  </a:cubicBezTo>
                  <a:cubicBezTo>
                    <a:pt x="5137" y="6505"/>
                    <a:pt x="3236" y="1802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7" name="Google Shape;3147;p15"/>
            <p:cNvSpPr/>
            <p:nvPr/>
          </p:nvSpPr>
          <p:spPr>
            <a:xfrm>
              <a:off x="5255075" y="4180375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2002" y="1668"/>
                    <a:pt x="1" y="6505"/>
                    <a:pt x="2569" y="6505"/>
                  </a:cubicBezTo>
                  <a:cubicBezTo>
                    <a:pt x="5138" y="6505"/>
                    <a:pt x="3270" y="1801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8" name="Google Shape;3148;p15"/>
            <p:cNvSpPr/>
            <p:nvPr/>
          </p:nvSpPr>
          <p:spPr>
            <a:xfrm>
              <a:off x="7168125" y="4490600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2002" y="1701"/>
                    <a:pt x="0" y="6505"/>
                    <a:pt x="2569" y="6505"/>
                  </a:cubicBezTo>
                  <a:cubicBezTo>
                    <a:pt x="5137" y="6505"/>
                    <a:pt x="3269" y="1801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9" name="Google Shape;3149;p15"/>
            <p:cNvSpPr/>
            <p:nvPr/>
          </p:nvSpPr>
          <p:spPr>
            <a:xfrm>
              <a:off x="5957250" y="4409700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0"/>
                  </a:moveTo>
                  <a:cubicBezTo>
                    <a:pt x="2002" y="1668"/>
                    <a:pt x="1" y="6505"/>
                    <a:pt x="2569" y="6505"/>
                  </a:cubicBezTo>
                  <a:cubicBezTo>
                    <a:pt x="5138" y="6505"/>
                    <a:pt x="3270" y="1802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0" name="Google Shape;3150;p15"/>
            <p:cNvSpPr/>
            <p:nvPr/>
          </p:nvSpPr>
          <p:spPr>
            <a:xfrm>
              <a:off x="7984525" y="4383850"/>
              <a:ext cx="131800" cy="167650"/>
            </a:xfrm>
            <a:custGeom>
              <a:avLst/>
              <a:gdLst/>
              <a:ahLst/>
              <a:cxnLst/>
              <a:rect l="l" t="t" r="r" b="b"/>
              <a:pathLst>
                <a:path w="5272" h="6706" extrusionOk="0">
                  <a:moveTo>
                    <a:pt x="2636" y="0"/>
                  </a:moveTo>
                  <a:cubicBezTo>
                    <a:pt x="2036" y="1735"/>
                    <a:pt x="1" y="6705"/>
                    <a:pt x="2636" y="6705"/>
                  </a:cubicBezTo>
                  <a:cubicBezTo>
                    <a:pt x="5271" y="6705"/>
                    <a:pt x="3337" y="1835"/>
                    <a:pt x="2636" y="0"/>
                  </a:cubicBezTo>
                  <a:close/>
                </a:path>
              </a:pathLst>
            </a:custGeom>
            <a:solidFill>
              <a:srgbClr val="191919">
                <a:alpha val="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1" name="Google Shape;3151;p15"/>
            <p:cNvSpPr/>
            <p:nvPr/>
          </p:nvSpPr>
          <p:spPr>
            <a:xfrm>
              <a:off x="6948800" y="5154400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0"/>
                  </a:moveTo>
                  <a:cubicBezTo>
                    <a:pt x="2002" y="1702"/>
                    <a:pt x="0" y="6538"/>
                    <a:pt x="2569" y="6538"/>
                  </a:cubicBezTo>
                  <a:cubicBezTo>
                    <a:pt x="5137" y="6538"/>
                    <a:pt x="3269" y="1802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2" name="Google Shape;3152;p15"/>
            <p:cNvSpPr/>
            <p:nvPr/>
          </p:nvSpPr>
          <p:spPr>
            <a:xfrm>
              <a:off x="5451150" y="4964050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1" y="6539"/>
                    <a:pt x="2569" y="6539"/>
                  </a:cubicBezTo>
                  <a:cubicBezTo>
                    <a:pt x="5138" y="6539"/>
                    <a:pt x="3270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3" name="Google Shape;3153;p15"/>
            <p:cNvSpPr/>
            <p:nvPr/>
          </p:nvSpPr>
          <p:spPr>
            <a:xfrm flipH="1">
              <a:off x="1284675" y="4945913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669"/>
                    <a:pt x="1" y="6506"/>
                    <a:pt x="2569" y="6506"/>
                  </a:cubicBezTo>
                  <a:cubicBezTo>
                    <a:pt x="5138" y="6506"/>
                    <a:pt x="3270" y="1769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4" name="Google Shape;3154;p15"/>
            <p:cNvSpPr/>
            <p:nvPr/>
          </p:nvSpPr>
          <p:spPr>
            <a:xfrm>
              <a:off x="8137025" y="4935900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1969" y="1669"/>
                    <a:pt x="1" y="6505"/>
                    <a:pt x="2569" y="6505"/>
                  </a:cubicBezTo>
                  <a:cubicBezTo>
                    <a:pt x="5138" y="6505"/>
                    <a:pt x="3237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5" name="Google Shape;3155;p15"/>
            <p:cNvSpPr/>
            <p:nvPr/>
          </p:nvSpPr>
          <p:spPr>
            <a:xfrm>
              <a:off x="3721363" y="489252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1969" y="1669"/>
                    <a:pt x="1" y="6505"/>
                    <a:pt x="2569" y="6505"/>
                  </a:cubicBezTo>
                  <a:cubicBezTo>
                    <a:pt x="5138" y="6505"/>
                    <a:pt x="3237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156" name="Google Shape;3156;p15"/>
          <p:cNvSpPr txBox="1">
            <a:spLocks noGrp="1"/>
          </p:cNvSpPr>
          <p:nvPr>
            <p:ph type="title"/>
          </p:nvPr>
        </p:nvSpPr>
        <p:spPr>
          <a:xfrm>
            <a:off x="720000" y="922475"/>
            <a:ext cx="3360600" cy="2041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157" name="Google Shape;3157;p15"/>
          <p:cNvSpPr txBox="1">
            <a:spLocks noGrp="1"/>
          </p:cNvSpPr>
          <p:nvPr>
            <p:ph type="subTitle" idx="1"/>
          </p:nvPr>
        </p:nvSpPr>
        <p:spPr>
          <a:xfrm>
            <a:off x="720000" y="3217850"/>
            <a:ext cx="3852000" cy="1004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3158" name="Google Shape;3158;p15"/>
          <p:cNvGrpSpPr/>
          <p:nvPr/>
        </p:nvGrpSpPr>
        <p:grpSpPr>
          <a:xfrm>
            <a:off x="5064546" y="4152368"/>
            <a:ext cx="3369488" cy="1707138"/>
            <a:chOff x="4915213" y="3574313"/>
            <a:chExt cx="3624275" cy="1836225"/>
          </a:xfrm>
        </p:grpSpPr>
        <p:grpSp>
          <p:nvGrpSpPr>
            <p:cNvPr id="3159" name="Google Shape;3159;p15"/>
            <p:cNvGrpSpPr/>
            <p:nvPr/>
          </p:nvGrpSpPr>
          <p:grpSpPr>
            <a:xfrm>
              <a:off x="4915213" y="3574313"/>
              <a:ext cx="3624275" cy="1836225"/>
              <a:chOff x="6533200" y="2928913"/>
              <a:chExt cx="3624275" cy="1836225"/>
            </a:xfrm>
          </p:grpSpPr>
          <p:sp>
            <p:nvSpPr>
              <p:cNvPr id="3160" name="Google Shape;3160;p15"/>
              <p:cNvSpPr/>
              <p:nvPr/>
            </p:nvSpPr>
            <p:spPr>
              <a:xfrm>
                <a:off x="6533200" y="3211613"/>
                <a:ext cx="1777125" cy="1163775"/>
              </a:xfrm>
              <a:custGeom>
                <a:avLst/>
                <a:gdLst/>
                <a:ahLst/>
                <a:cxnLst/>
                <a:rect l="l" t="t" r="r" b="b"/>
                <a:pathLst>
                  <a:path w="71085" h="46551" extrusionOk="0">
                    <a:moveTo>
                      <a:pt x="71051" y="1"/>
                    </a:moveTo>
                    <a:cubicBezTo>
                      <a:pt x="59209" y="601"/>
                      <a:pt x="18213" y="15879"/>
                      <a:pt x="1301" y="29722"/>
                    </a:cubicBezTo>
                    <a:cubicBezTo>
                      <a:pt x="100" y="30723"/>
                      <a:pt x="0" y="32524"/>
                      <a:pt x="1101" y="33625"/>
                    </a:cubicBezTo>
                    <a:cubicBezTo>
                      <a:pt x="3569" y="36060"/>
                      <a:pt x="5371" y="39762"/>
                      <a:pt x="5904" y="44166"/>
                    </a:cubicBezTo>
                    <a:cubicBezTo>
                      <a:pt x="6057" y="45630"/>
                      <a:pt x="7285" y="46551"/>
                      <a:pt x="8555" y="46551"/>
                    </a:cubicBezTo>
                    <a:cubicBezTo>
                      <a:pt x="9222" y="46551"/>
                      <a:pt x="9901" y="46296"/>
                      <a:pt x="10441" y="45733"/>
                    </a:cubicBezTo>
                    <a:cubicBezTo>
                      <a:pt x="24151" y="31390"/>
                      <a:pt x="50203" y="12610"/>
                      <a:pt x="71051" y="568"/>
                    </a:cubicBezTo>
                    <a:cubicBezTo>
                      <a:pt x="71051" y="401"/>
                      <a:pt x="71051" y="201"/>
                      <a:pt x="71084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1" name="Google Shape;3161;p15"/>
              <p:cNvSpPr/>
              <p:nvPr/>
            </p:nvSpPr>
            <p:spPr>
              <a:xfrm>
                <a:off x="6781700" y="3225788"/>
                <a:ext cx="1529450" cy="1427300"/>
              </a:xfrm>
              <a:custGeom>
                <a:avLst/>
                <a:gdLst/>
                <a:ahLst/>
                <a:cxnLst/>
                <a:rect l="l" t="t" r="r" b="b"/>
                <a:pathLst>
                  <a:path w="61178" h="57092" extrusionOk="0">
                    <a:moveTo>
                      <a:pt x="61111" y="1"/>
                    </a:moveTo>
                    <a:cubicBezTo>
                      <a:pt x="40830" y="11709"/>
                      <a:pt x="15678" y="29789"/>
                      <a:pt x="1668" y="43932"/>
                    </a:cubicBezTo>
                    <a:cubicBezTo>
                      <a:pt x="1" y="45633"/>
                      <a:pt x="1235" y="48435"/>
                      <a:pt x="3603" y="48435"/>
                    </a:cubicBezTo>
                    <a:cubicBezTo>
                      <a:pt x="10441" y="48469"/>
                      <a:pt x="18947" y="51604"/>
                      <a:pt x="23250" y="56208"/>
                    </a:cubicBezTo>
                    <a:cubicBezTo>
                      <a:pt x="23794" y="56806"/>
                      <a:pt x="24517" y="57091"/>
                      <a:pt x="25231" y="57091"/>
                    </a:cubicBezTo>
                    <a:cubicBezTo>
                      <a:pt x="26228" y="57091"/>
                      <a:pt x="27207" y="56537"/>
                      <a:pt x="27654" y="55507"/>
                    </a:cubicBezTo>
                    <a:cubicBezTo>
                      <a:pt x="34525" y="39529"/>
                      <a:pt x="48001" y="18180"/>
                      <a:pt x="61178" y="101"/>
                    </a:cubicBezTo>
                    <a:cubicBezTo>
                      <a:pt x="61144" y="34"/>
                      <a:pt x="61144" y="67"/>
                      <a:pt x="61111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2" name="Google Shape;3162;p15"/>
              <p:cNvSpPr/>
              <p:nvPr/>
            </p:nvSpPr>
            <p:spPr>
              <a:xfrm>
                <a:off x="7468375" y="3231638"/>
                <a:ext cx="858600" cy="1520275"/>
              </a:xfrm>
              <a:custGeom>
                <a:avLst/>
                <a:gdLst/>
                <a:ahLst/>
                <a:cxnLst/>
                <a:rect l="l" t="t" r="r" b="b"/>
                <a:pathLst>
                  <a:path w="34344" h="60811" extrusionOk="0">
                    <a:moveTo>
                      <a:pt x="33610" y="0"/>
                    </a:moveTo>
                    <a:lnTo>
                      <a:pt x="33610" y="0"/>
                    </a:lnTo>
                    <a:cubicBezTo>
                      <a:pt x="20868" y="17479"/>
                      <a:pt x="7859" y="38027"/>
                      <a:pt x="820" y="53805"/>
                    </a:cubicBezTo>
                    <a:cubicBezTo>
                      <a:pt x="1" y="55627"/>
                      <a:pt x="1392" y="57532"/>
                      <a:pt x="3259" y="57532"/>
                    </a:cubicBezTo>
                    <a:cubicBezTo>
                      <a:pt x="3442" y="57532"/>
                      <a:pt x="3631" y="57514"/>
                      <a:pt x="3823" y="57475"/>
                    </a:cubicBezTo>
                    <a:cubicBezTo>
                      <a:pt x="5960" y="57013"/>
                      <a:pt x="8473" y="56796"/>
                      <a:pt x="11131" y="56796"/>
                    </a:cubicBezTo>
                    <a:cubicBezTo>
                      <a:pt x="17887" y="56796"/>
                      <a:pt x="25582" y="58197"/>
                      <a:pt x="30442" y="60543"/>
                    </a:cubicBezTo>
                    <a:cubicBezTo>
                      <a:pt x="30815" y="60727"/>
                      <a:pt x="31200" y="60811"/>
                      <a:pt x="31574" y="60811"/>
                    </a:cubicBezTo>
                    <a:cubicBezTo>
                      <a:pt x="33038" y="60811"/>
                      <a:pt x="34344" y="59529"/>
                      <a:pt x="34211" y="57908"/>
                    </a:cubicBezTo>
                    <a:cubicBezTo>
                      <a:pt x="32443" y="37794"/>
                      <a:pt x="32777" y="16745"/>
                      <a:pt x="33610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3" name="Google Shape;3163;p15"/>
              <p:cNvSpPr/>
              <p:nvPr/>
            </p:nvSpPr>
            <p:spPr>
              <a:xfrm>
                <a:off x="8324475" y="3210788"/>
                <a:ext cx="1833000" cy="1095200"/>
              </a:xfrm>
              <a:custGeom>
                <a:avLst/>
                <a:gdLst/>
                <a:ahLst/>
                <a:cxnLst/>
                <a:rect l="l" t="t" r="r" b="b"/>
                <a:pathLst>
                  <a:path w="73320" h="43808" extrusionOk="0">
                    <a:moveTo>
                      <a:pt x="100" y="0"/>
                    </a:moveTo>
                    <a:lnTo>
                      <a:pt x="0" y="334"/>
                    </a:lnTo>
                    <a:cubicBezTo>
                      <a:pt x="23450" y="12276"/>
                      <a:pt x="51837" y="29588"/>
                      <a:pt x="67248" y="43131"/>
                    </a:cubicBezTo>
                    <a:cubicBezTo>
                      <a:pt x="67767" y="43597"/>
                      <a:pt x="68383" y="43807"/>
                      <a:pt x="68988" y="43807"/>
                    </a:cubicBezTo>
                    <a:cubicBezTo>
                      <a:pt x="70289" y="43807"/>
                      <a:pt x="71538" y="42833"/>
                      <a:pt x="71651" y="41330"/>
                    </a:cubicBezTo>
                    <a:cubicBezTo>
                      <a:pt x="71818" y="38961"/>
                      <a:pt x="72218" y="36326"/>
                      <a:pt x="72986" y="34125"/>
                    </a:cubicBezTo>
                    <a:cubicBezTo>
                      <a:pt x="73319" y="33091"/>
                      <a:pt x="73052" y="31956"/>
                      <a:pt x="72252" y="31256"/>
                    </a:cubicBezTo>
                    <a:cubicBezTo>
                      <a:pt x="56274" y="16712"/>
                      <a:pt x="11275" y="0"/>
                      <a:pt x="100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4" name="Google Shape;3164;p15"/>
              <p:cNvSpPr/>
              <p:nvPr/>
            </p:nvSpPr>
            <p:spPr>
              <a:xfrm>
                <a:off x="8320300" y="3217463"/>
                <a:ext cx="1687900" cy="1388950"/>
              </a:xfrm>
              <a:custGeom>
                <a:avLst/>
                <a:gdLst/>
                <a:ahLst/>
                <a:cxnLst/>
                <a:rect l="l" t="t" r="r" b="b"/>
                <a:pathLst>
                  <a:path w="67516" h="55558" extrusionOk="0">
                    <a:moveTo>
                      <a:pt x="67" y="0"/>
                    </a:moveTo>
                    <a:cubicBezTo>
                      <a:pt x="34" y="67"/>
                      <a:pt x="34" y="33"/>
                      <a:pt x="0" y="67"/>
                    </a:cubicBezTo>
                    <a:cubicBezTo>
                      <a:pt x="16979" y="16979"/>
                      <a:pt x="36593" y="38361"/>
                      <a:pt x="44466" y="54072"/>
                    </a:cubicBezTo>
                    <a:cubicBezTo>
                      <a:pt x="44945" y="55049"/>
                      <a:pt x="45883" y="55558"/>
                      <a:pt x="46835" y="55558"/>
                    </a:cubicBezTo>
                    <a:cubicBezTo>
                      <a:pt x="47605" y="55558"/>
                      <a:pt x="48384" y="55225"/>
                      <a:pt x="48935" y="54539"/>
                    </a:cubicBezTo>
                    <a:cubicBezTo>
                      <a:pt x="53238" y="49135"/>
                      <a:pt x="58676" y="46367"/>
                      <a:pt x="64080" y="46033"/>
                    </a:cubicBezTo>
                    <a:cubicBezTo>
                      <a:pt x="66481" y="45900"/>
                      <a:pt x="67515" y="42931"/>
                      <a:pt x="65681" y="41363"/>
                    </a:cubicBezTo>
                    <a:cubicBezTo>
                      <a:pt x="49936" y="28053"/>
                      <a:pt x="22650" y="11508"/>
                      <a:pt x="67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5" name="Google Shape;3165;p15"/>
              <p:cNvSpPr/>
              <p:nvPr/>
            </p:nvSpPr>
            <p:spPr>
              <a:xfrm>
                <a:off x="8279425" y="3219113"/>
                <a:ext cx="1148675" cy="1546025"/>
              </a:xfrm>
              <a:custGeom>
                <a:avLst/>
                <a:gdLst/>
                <a:ahLst/>
                <a:cxnLst/>
                <a:rect l="l" t="t" r="r" b="b"/>
                <a:pathLst>
                  <a:path w="45947" h="61841" extrusionOk="0">
                    <a:moveTo>
                      <a:pt x="1635" y="1"/>
                    </a:moveTo>
                    <a:cubicBezTo>
                      <a:pt x="1602" y="34"/>
                      <a:pt x="1569" y="34"/>
                      <a:pt x="1502" y="34"/>
                    </a:cubicBezTo>
                    <a:cubicBezTo>
                      <a:pt x="1402" y="168"/>
                      <a:pt x="1302" y="334"/>
                      <a:pt x="1168" y="501"/>
                    </a:cubicBezTo>
                    <a:cubicBezTo>
                      <a:pt x="301" y="17547"/>
                      <a:pt x="1" y="38995"/>
                      <a:pt x="1869" y="59443"/>
                    </a:cubicBezTo>
                    <a:cubicBezTo>
                      <a:pt x="1989" y="60884"/>
                      <a:pt x="3215" y="61841"/>
                      <a:pt x="4515" y="61841"/>
                    </a:cubicBezTo>
                    <a:cubicBezTo>
                      <a:pt x="5021" y="61841"/>
                      <a:pt x="5538" y="61696"/>
                      <a:pt x="6005" y="61378"/>
                    </a:cubicBezTo>
                    <a:cubicBezTo>
                      <a:pt x="12280" y="57075"/>
                      <a:pt x="22400" y="54418"/>
                      <a:pt x="31722" y="54418"/>
                    </a:cubicBezTo>
                    <a:cubicBezTo>
                      <a:pt x="35335" y="54418"/>
                      <a:pt x="38828" y="54817"/>
                      <a:pt x="41931" y="55674"/>
                    </a:cubicBezTo>
                    <a:cubicBezTo>
                      <a:pt x="42172" y="55738"/>
                      <a:pt x="42409" y="55768"/>
                      <a:pt x="42637" y="55768"/>
                    </a:cubicBezTo>
                    <a:cubicBezTo>
                      <a:pt x="44562" y="55768"/>
                      <a:pt x="45947" y="53653"/>
                      <a:pt x="44933" y="51805"/>
                    </a:cubicBezTo>
                    <a:cubicBezTo>
                      <a:pt x="36427" y="36360"/>
                      <a:pt x="17847" y="16112"/>
                      <a:pt x="1635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3166" name="Google Shape;3166;p15"/>
              <p:cNvGrpSpPr/>
              <p:nvPr/>
            </p:nvGrpSpPr>
            <p:grpSpPr>
              <a:xfrm>
                <a:off x="6533200" y="2928913"/>
                <a:ext cx="3624275" cy="1836225"/>
                <a:chOff x="112275" y="2665738"/>
                <a:chExt cx="3624275" cy="1836225"/>
              </a:xfrm>
            </p:grpSpPr>
            <p:sp>
              <p:nvSpPr>
                <p:cNvPr id="3167" name="Google Shape;3167;p15"/>
                <p:cNvSpPr/>
                <p:nvPr/>
              </p:nvSpPr>
              <p:spPr>
                <a:xfrm>
                  <a:off x="112275" y="2948438"/>
                  <a:ext cx="1777125" cy="1163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085" h="46551" extrusionOk="0">
                      <a:moveTo>
                        <a:pt x="71051" y="1"/>
                      </a:moveTo>
                      <a:cubicBezTo>
                        <a:pt x="59209" y="601"/>
                        <a:pt x="18213" y="15879"/>
                        <a:pt x="1301" y="29722"/>
                      </a:cubicBezTo>
                      <a:cubicBezTo>
                        <a:pt x="100" y="30723"/>
                        <a:pt x="0" y="32524"/>
                        <a:pt x="1101" y="33625"/>
                      </a:cubicBezTo>
                      <a:cubicBezTo>
                        <a:pt x="3569" y="36060"/>
                        <a:pt x="5371" y="39762"/>
                        <a:pt x="5904" y="44166"/>
                      </a:cubicBezTo>
                      <a:cubicBezTo>
                        <a:pt x="6057" y="45630"/>
                        <a:pt x="7285" y="46551"/>
                        <a:pt x="8555" y="46551"/>
                      </a:cubicBezTo>
                      <a:cubicBezTo>
                        <a:pt x="9222" y="46551"/>
                        <a:pt x="9901" y="46296"/>
                        <a:pt x="10441" y="45733"/>
                      </a:cubicBezTo>
                      <a:cubicBezTo>
                        <a:pt x="24151" y="31390"/>
                        <a:pt x="50203" y="12610"/>
                        <a:pt x="71051" y="568"/>
                      </a:cubicBezTo>
                      <a:cubicBezTo>
                        <a:pt x="71051" y="401"/>
                        <a:pt x="71051" y="201"/>
                        <a:pt x="71084" y="1"/>
                      </a:cubicBezTo>
                      <a:close/>
                    </a:path>
                  </a:pathLst>
                </a:custGeom>
                <a:solidFill>
                  <a:srgbClr val="191919">
                    <a:alpha val="2849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68" name="Google Shape;3168;p15"/>
                <p:cNvSpPr/>
                <p:nvPr/>
              </p:nvSpPr>
              <p:spPr>
                <a:xfrm>
                  <a:off x="360775" y="2962613"/>
                  <a:ext cx="1529450" cy="1427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178" h="57092" extrusionOk="0">
                      <a:moveTo>
                        <a:pt x="61111" y="1"/>
                      </a:moveTo>
                      <a:cubicBezTo>
                        <a:pt x="40830" y="11709"/>
                        <a:pt x="15678" y="29789"/>
                        <a:pt x="1668" y="43932"/>
                      </a:cubicBezTo>
                      <a:cubicBezTo>
                        <a:pt x="1" y="45633"/>
                        <a:pt x="1235" y="48435"/>
                        <a:pt x="3603" y="48435"/>
                      </a:cubicBezTo>
                      <a:cubicBezTo>
                        <a:pt x="10441" y="48469"/>
                        <a:pt x="18947" y="51604"/>
                        <a:pt x="23250" y="56208"/>
                      </a:cubicBezTo>
                      <a:cubicBezTo>
                        <a:pt x="23794" y="56806"/>
                        <a:pt x="24517" y="57091"/>
                        <a:pt x="25231" y="57091"/>
                      </a:cubicBezTo>
                      <a:cubicBezTo>
                        <a:pt x="26228" y="57091"/>
                        <a:pt x="27207" y="56537"/>
                        <a:pt x="27654" y="55507"/>
                      </a:cubicBezTo>
                      <a:cubicBezTo>
                        <a:pt x="34525" y="39529"/>
                        <a:pt x="48001" y="18180"/>
                        <a:pt x="61178" y="101"/>
                      </a:cubicBezTo>
                      <a:cubicBezTo>
                        <a:pt x="61144" y="34"/>
                        <a:pt x="61144" y="67"/>
                        <a:pt x="61111" y="1"/>
                      </a:cubicBezTo>
                      <a:close/>
                    </a:path>
                  </a:pathLst>
                </a:custGeom>
                <a:solidFill>
                  <a:srgbClr val="191919">
                    <a:alpha val="1899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69" name="Google Shape;3169;p15"/>
                <p:cNvSpPr/>
                <p:nvPr/>
              </p:nvSpPr>
              <p:spPr>
                <a:xfrm>
                  <a:off x="1047450" y="2968463"/>
                  <a:ext cx="858600" cy="1520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344" h="60811" extrusionOk="0">
                      <a:moveTo>
                        <a:pt x="33610" y="0"/>
                      </a:moveTo>
                      <a:lnTo>
                        <a:pt x="33610" y="0"/>
                      </a:lnTo>
                      <a:cubicBezTo>
                        <a:pt x="20868" y="17479"/>
                        <a:pt x="7859" y="38027"/>
                        <a:pt x="820" y="53805"/>
                      </a:cubicBezTo>
                      <a:cubicBezTo>
                        <a:pt x="1" y="55627"/>
                        <a:pt x="1392" y="57532"/>
                        <a:pt x="3259" y="57532"/>
                      </a:cubicBezTo>
                      <a:cubicBezTo>
                        <a:pt x="3442" y="57532"/>
                        <a:pt x="3631" y="57514"/>
                        <a:pt x="3823" y="57475"/>
                      </a:cubicBezTo>
                      <a:cubicBezTo>
                        <a:pt x="5960" y="57013"/>
                        <a:pt x="8473" y="56796"/>
                        <a:pt x="11131" y="56796"/>
                      </a:cubicBezTo>
                      <a:cubicBezTo>
                        <a:pt x="17887" y="56796"/>
                        <a:pt x="25582" y="58197"/>
                        <a:pt x="30442" y="60543"/>
                      </a:cubicBezTo>
                      <a:cubicBezTo>
                        <a:pt x="30815" y="60727"/>
                        <a:pt x="31200" y="60811"/>
                        <a:pt x="31574" y="60811"/>
                      </a:cubicBezTo>
                      <a:cubicBezTo>
                        <a:pt x="33038" y="60811"/>
                        <a:pt x="34344" y="59529"/>
                        <a:pt x="34211" y="57908"/>
                      </a:cubicBezTo>
                      <a:cubicBezTo>
                        <a:pt x="32443" y="37794"/>
                        <a:pt x="32777" y="16745"/>
                        <a:pt x="33610" y="0"/>
                      </a:cubicBezTo>
                      <a:close/>
                    </a:path>
                  </a:pathLst>
                </a:custGeom>
                <a:solidFill>
                  <a:srgbClr val="191919">
                    <a:alpha val="1508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70" name="Google Shape;3170;p15"/>
                <p:cNvSpPr/>
                <p:nvPr/>
              </p:nvSpPr>
              <p:spPr>
                <a:xfrm>
                  <a:off x="1903550" y="2947613"/>
                  <a:ext cx="1833000" cy="1095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320" h="43808" extrusionOk="0">
                      <a:moveTo>
                        <a:pt x="100" y="0"/>
                      </a:moveTo>
                      <a:lnTo>
                        <a:pt x="0" y="334"/>
                      </a:lnTo>
                      <a:cubicBezTo>
                        <a:pt x="23450" y="12276"/>
                        <a:pt x="51837" y="29588"/>
                        <a:pt x="67248" y="43131"/>
                      </a:cubicBezTo>
                      <a:cubicBezTo>
                        <a:pt x="67767" y="43597"/>
                        <a:pt x="68383" y="43807"/>
                        <a:pt x="68988" y="43807"/>
                      </a:cubicBezTo>
                      <a:cubicBezTo>
                        <a:pt x="70289" y="43807"/>
                        <a:pt x="71538" y="42833"/>
                        <a:pt x="71651" y="41330"/>
                      </a:cubicBezTo>
                      <a:cubicBezTo>
                        <a:pt x="71818" y="38961"/>
                        <a:pt x="72218" y="36326"/>
                        <a:pt x="72986" y="34125"/>
                      </a:cubicBezTo>
                      <a:cubicBezTo>
                        <a:pt x="73319" y="33091"/>
                        <a:pt x="73052" y="31956"/>
                        <a:pt x="72252" y="31256"/>
                      </a:cubicBezTo>
                      <a:cubicBezTo>
                        <a:pt x="56274" y="16712"/>
                        <a:pt x="11275" y="0"/>
                        <a:pt x="100" y="0"/>
                      </a:cubicBezTo>
                      <a:close/>
                    </a:path>
                  </a:pathLst>
                </a:custGeom>
                <a:solidFill>
                  <a:srgbClr val="191919">
                    <a:alpha val="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71" name="Google Shape;3171;p15"/>
                <p:cNvSpPr/>
                <p:nvPr/>
              </p:nvSpPr>
              <p:spPr>
                <a:xfrm>
                  <a:off x="1899375" y="2954288"/>
                  <a:ext cx="1687900" cy="1388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516" h="55558" extrusionOk="0">
                      <a:moveTo>
                        <a:pt x="67" y="0"/>
                      </a:moveTo>
                      <a:cubicBezTo>
                        <a:pt x="34" y="67"/>
                        <a:pt x="34" y="33"/>
                        <a:pt x="0" y="67"/>
                      </a:cubicBezTo>
                      <a:cubicBezTo>
                        <a:pt x="16979" y="16979"/>
                        <a:pt x="36593" y="38361"/>
                        <a:pt x="44466" y="54072"/>
                      </a:cubicBezTo>
                      <a:cubicBezTo>
                        <a:pt x="44945" y="55049"/>
                        <a:pt x="45883" y="55558"/>
                        <a:pt x="46835" y="55558"/>
                      </a:cubicBezTo>
                      <a:cubicBezTo>
                        <a:pt x="47605" y="55558"/>
                        <a:pt x="48384" y="55225"/>
                        <a:pt x="48935" y="54539"/>
                      </a:cubicBezTo>
                      <a:cubicBezTo>
                        <a:pt x="53238" y="49135"/>
                        <a:pt x="58676" y="46367"/>
                        <a:pt x="64080" y="46033"/>
                      </a:cubicBezTo>
                      <a:cubicBezTo>
                        <a:pt x="66481" y="45900"/>
                        <a:pt x="67515" y="42931"/>
                        <a:pt x="65681" y="41363"/>
                      </a:cubicBezTo>
                      <a:cubicBezTo>
                        <a:pt x="49936" y="28053"/>
                        <a:pt x="22650" y="11508"/>
                        <a:pt x="67" y="0"/>
                      </a:cubicBezTo>
                      <a:close/>
                    </a:path>
                  </a:pathLst>
                </a:custGeom>
                <a:solidFill>
                  <a:srgbClr val="191919">
                    <a:alpha val="615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72" name="Google Shape;3172;p15"/>
                <p:cNvSpPr/>
                <p:nvPr/>
              </p:nvSpPr>
              <p:spPr>
                <a:xfrm>
                  <a:off x="1858500" y="2955938"/>
                  <a:ext cx="1148675" cy="1546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47" h="61841" extrusionOk="0">
                      <a:moveTo>
                        <a:pt x="1635" y="1"/>
                      </a:moveTo>
                      <a:cubicBezTo>
                        <a:pt x="1602" y="34"/>
                        <a:pt x="1569" y="34"/>
                        <a:pt x="1502" y="34"/>
                      </a:cubicBezTo>
                      <a:cubicBezTo>
                        <a:pt x="1402" y="168"/>
                        <a:pt x="1302" y="334"/>
                        <a:pt x="1168" y="501"/>
                      </a:cubicBezTo>
                      <a:cubicBezTo>
                        <a:pt x="301" y="17547"/>
                        <a:pt x="1" y="38995"/>
                        <a:pt x="1869" y="59443"/>
                      </a:cubicBezTo>
                      <a:cubicBezTo>
                        <a:pt x="1989" y="60884"/>
                        <a:pt x="3215" y="61841"/>
                        <a:pt x="4515" y="61841"/>
                      </a:cubicBezTo>
                      <a:cubicBezTo>
                        <a:pt x="5021" y="61841"/>
                        <a:pt x="5538" y="61696"/>
                        <a:pt x="6005" y="61378"/>
                      </a:cubicBezTo>
                      <a:cubicBezTo>
                        <a:pt x="12280" y="57075"/>
                        <a:pt x="22400" y="54418"/>
                        <a:pt x="31722" y="54418"/>
                      </a:cubicBezTo>
                      <a:cubicBezTo>
                        <a:pt x="35335" y="54418"/>
                        <a:pt x="38828" y="54817"/>
                        <a:pt x="41931" y="55674"/>
                      </a:cubicBezTo>
                      <a:cubicBezTo>
                        <a:pt x="42172" y="55738"/>
                        <a:pt x="42409" y="55768"/>
                        <a:pt x="42637" y="55768"/>
                      </a:cubicBezTo>
                      <a:cubicBezTo>
                        <a:pt x="44562" y="55768"/>
                        <a:pt x="45947" y="53653"/>
                        <a:pt x="44933" y="51805"/>
                      </a:cubicBezTo>
                      <a:cubicBezTo>
                        <a:pt x="36427" y="36360"/>
                        <a:pt x="17847" y="16112"/>
                        <a:pt x="1635" y="1"/>
                      </a:cubicBezTo>
                      <a:close/>
                    </a:path>
                  </a:pathLst>
                </a:custGeom>
                <a:solidFill>
                  <a:srgbClr val="191919">
                    <a:alpha val="95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73" name="Google Shape;3173;p15"/>
                <p:cNvSpPr/>
                <p:nvPr/>
              </p:nvSpPr>
              <p:spPr>
                <a:xfrm>
                  <a:off x="112275" y="2948438"/>
                  <a:ext cx="2249125" cy="1553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965" h="62141" extrusionOk="0">
                      <a:moveTo>
                        <a:pt x="71585" y="58242"/>
                      </a:moveTo>
                      <a:lnTo>
                        <a:pt x="71585" y="58242"/>
                      </a:lnTo>
                      <a:cubicBezTo>
                        <a:pt x="71590" y="58323"/>
                        <a:pt x="71595" y="58404"/>
                        <a:pt x="71601" y="58485"/>
                      </a:cubicBezTo>
                      <a:lnTo>
                        <a:pt x="71601" y="58485"/>
                      </a:lnTo>
                      <a:cubicBezTo>
                        <a:pt x="71593" y="58407"/>
                        <a:pt x="71585" y="58324"/>
                        <a:pt x="71585" y="58242"/>
                      </a:cubicBezTo>
                      <a:close/>
                      <a:moveTo>
                        <a:pt x="71017" y="1"/>
                      </a:moveTo>
                      <a:lnTo>
                        <a:pt x="71017" y="1"/>
                      </a:lnTo>
                      <a:cubicBezTo>
                        <a:pt x="59142" y="634"/>
                        <a:pt x="18180" y="15879"/>
                        <a:pt x="1301" y="29722"/>
                      </a:cubicBezTo>
                      <a:cubicBezTo>
                        <a:pt x="100" y="30723"/>
                        <a:pt x="0" y="32524"/>
                        <a:pt x="1101" y="33625"/>
                      </a:cubicBezTo>
                      <a:cubicBezTo>
                        <a:pt x="3569" y="36060"/>
                        <a:pt x="5371" y="39762"/>
                        <a:pt x="5871" y="44166"/>
                      </a:cubicBezTo>
                      <a:cubicBezTo>
                        <a:pt x="6046" y="45630"/>
                        <a:pt x="7281" y="46551"/>
                        <a:pt x="8544" y="46551"/>
                      </a:cubicBezTo>
                      <a:cubicBezTo>
                        <a:pt x="9208" y="46551"/>
                        <a:pt x="9879" y="46296"/>
                        <a:pt x="10408" y="45733"/>
                      </a:cubicBezTo>
                      <a:cubicBezTo>
                        <a:pt x="10808" y="45333"/>
                        <a:pt x="11208" y="44933"/>
                        <a:pt x="11608" y="44532"/>
                      </a:cubicBezTo>
                      <a:lnTo>
                        <a:pt x="11608" y="44532"/>
                      </a:lnTo>
                      <a:cubicBezTo>
                        <a:pt x="9974" y="46200"/>
                        <a:pt x="11175" y="49002"/>
                        <a:pt x="13543" y="49002"/>
                      </a:cubicBezTo>
                      <a:cubicBezTo>
                        <a:pt x="20381" y="49036"/>
                        <a:pt x="28887" y="52171"/>
                        <a:pt x="33190" y="56775"/>
                      </a:cubicBezTo>
                      <a:cubicBezTo>
                        <a:pt x="33734" y="57373"/>
                        <a:pt x="34457" y="57658"/>
                        <a:pt x="35171" y="57658"/>
                      </a:cubicBezTo>
                      <a:cubicBezTo>
                        <a:pt x="36168" y="57658"/>
                        <a:pt x="37147" y="57104"/>
                        <a:pt x="37594" y="56074"/>
                      </a:cubicBezTo>
                      <a:cubicBezTo>
                        <a:pt x="37794" y="55574"/>
                        <a:pt x="37994" y="55107"/>
                        <a:pt x="38227" y="54606"/>
                      </a:cubicBezTo>
                      <a:lnTo>
                        <a:pt x="38227" y="54606"/>
                      </a:lnTo>
                      <a:cubicBezTo>
                        <a:pt x="37408" y="56428"/>
                        <a:pt x="38799" y="58333"/>
                        <a:pt x="40666" y="58333"/>
                      </a:cubicBezTo>
                      <a:cubicBezTo>
                        <a:pt x="40849" y="58333"/>
                        <a:pt x="41038" y="58315"/>
                        <a:pt x="41230" y="58276"/>
                      </a:cubicBezTo>
                      <a:cubicBezTo>
                        <a:pt x="43367" y="57814"/>
                        <a:pt x="45880" y="57597"/>
                        <a:pt x="48538" y="57597"/>
                      </a:cubicBezTo>
                      <a:cubicBezTo>
                        <a:pt x="55294" y="57597"/>
                        <a:pt x="62989" y="58998"/>
                        <a:pt x="67849" y="61344"/>
                      </a:cubicBezTo>
                      <a:cubicBezTo>
                        <a:pt x="68217" y="61519"/>
                        <a:pt x="68597" y="61599"/>
                        <a:pt x="68967" y="61599"/>
                      </a:cubicBezTo>
                      <a:cubicBezTo>
                        <a:pt x="70405" y="61599"/>
                        <a:pt x="71694" y="60389"/>
                        <a:pt x="71625" y="58814"/>
                      </a:cubicBezTo>
                      <a:lnTo>
                        <a:pt x="71625" y="58814"/>
                      </a:lnTo>
                      <a:cubicBezTo>
                        <a:pt x="71648" y="59124"/>
                        <a:pt x="71677" y="59434"/>
                        <a:pt x="71718" y="59743"/>
                      </a:cubicBezTo>
                      <a:cubicBezTo>
                        <a:pt x="71838" y="61184"/>
                        <a:pt x="73064" y="62141"/>
                        <a:pt x="74364" y="62141"/>
                      </a:cubicBezTo>
                      <a:cubicBezTo>
                        <a:pt x="74870" y="62141"/>
                        <a:pt x="75387" y="61996"/>
                        <a:pt x="75854" y="61678"/>
                      </a:cubicBezTo>
                      <a:cubicBezTo>
                        <a:pt x="79557" y="59143"/>
                        <a:pt x="84560" y="57175"/>
                        <a:pt x="89964" y="56007"/>
                      </a:cubicBezTo>
                      <a:cubicBezTo>
                        <a:pt x="89764" y="55974"/>
                        <a:pt x="89531" y="55874"/>
                        <a:pt x="89331" y="55774"/>
                      </a:cubicBezTo>
                      <a:cubicBezTo>
                        <a:pt x="84466" y="53426"/>
                        <a:pt x="76762" y="52041"/>
                        <a:pt x="70001" y="52041"/>
                      </a:cubicBezTo>
                      <a:cubicBezTo>
                        <a:pt x="67350" y="52041"/>
                        <a:pt x="64844" y="52254"/>
                        <a:pt x="62712" y="52705"/>
                      </a:cubicBezTo>
                      <a:cubicBezTo>
                        <a:pt x="62205" y="52816"/>
                        <a:pt x="61561" y="52870"/>
                        <a:pt x="60853" y="52870"/>
                      </a:cubicBezTo>
                      <a:cubicBezTo>
                        <a:pt x="58578" y="52870"/>
                        <a:pt x="55657" y="52306"/>
                        <a:pt x="54639" y="51237"/>
                      </a:cubicBezTo>
                      <a:cubicBezTo>
                        <a:pt x="50369" y="46601"/>
                        <a:pt x="41830" y="43498"/>
                        <a:pt x="35025" y="43465"/>
                      </a:cubicBezTo>
                      <a:cubicBezTo>
                        <a:pt x="32657" y="43465"/>
                        <a:pt x="27620" y="40863"/>
                        <a:pt x="27353" y="38628"/>
                      </a:cubicBezTo>
                      <a:cubicBezTo>
                        <a:pt x="26853" y="34225"/>
                        <a:pt x="25051" y="30522"/>
                        <a:pt x="22550" y="28054"/>
                      </a:cubicBezTo>
                      <a:cubicBezTo>
                        <a:pt x="21449" y="26987"/>
                        <a:pt x="21582" y="25152"/>
                        <a:pt x="22783" y="24185"/>
                      </a:cubicBezTo>
                      <a:cubicBezTo>
                        <a:pt x="33624" y="15278"/>
                        <a:pt x="54406" y="5805"/>
                        <a:pt x="71017" y="1"/>
                      </a:cubicBezTo>
                      <a:close/>
                    </a:path>
                  </a:pathLst>
                </a:custGeom>
                <a:solidFill>
                  <a:srgbClr val="191919">
                    <a:alpha val="2849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74" name="Google Shape;3174;p15"/>
                <p:cNvSpPr/>
                <p:nvPr/>
              </p:nvSpPr>
              <p:spPr>
                <a:xfrm>
                  <a:off x="1820150" y="2665738"/>
                  <a:ext cx="184325" cy="255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73" h="10208" extrusionOk="0">
                      <a:moveTo>
                        <a:pt x="3670" y="0"/>
                      </a:moveTo>
                      <a:cubicBezTo>
                        <a:pt x="1835" y="0"/>
                        <a:pt x="1" y="10208"/>
                        <a:pt x="1" y="10208"/>
                      </a:cubicBezTo>
                      <a:lnTo>
                        <a:pt x="7372" y="10208"/>
                      </a:lnTo>
                      <a:cubicBezTo>
                        <a:pt x="7372" y="10208"/>
                        <a:pt x="5538" y="0"/>
                        <a:pt x="367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3175" name="Google Shape;3175;p15"/>
            <p:cNvSpPr/>
            <p:nvPr/>
          </p:nvSpPr>
          <p:spPr>
            <a:xfrm>
              <a:off x="6580563" y="3762025"/>
              <a:ext cx="293575" cy="111775"/>
            </a:xfrm>
            <a:custGeom>
              <a:avLst/>
              <a:gdLst/>
              <a:ahLst/>
              <a:cxnLst/>
              <a:rect l="l" t="t" r="r" b="b"/>
              <a:pathLst>
                <a:path w="11743" h="4471" extrusionOk="0">
                  <a:moveTo>
                    <a:pt x="2002" y="1"/>
                  </a:moveTo>
                  <a:cubicBezTo>
                    <a:pt x="902" y="1"/>
                    <a:pt x="1" y="902"/>
                    <a:pt x="1" y="2002"/>
                  </a:cubicBezTo>
                  <a:lnTo>
                    <a:pt x="1" y="2469"/>
                  </a:lnTo>
                  <a:cubicBezTo>
                    <a:pt x="1" y="3570"/>
                    <a:pt x="902" y="4471"/>
                    <a:pt x="2002" y="4471"/>
                  </a:cubicBezTo>
                  <a:lnTo>
                    <a:pt x="9741" y="4471"/>
                  </a:lnTo>
                  <a:cubicBezTo>
                    <a:pt x="10875" y="4471"/>
                    <a:pt x="11743" y="3570"/>
                    <a:pt x="11743" y="2469"/>
                  </a:cubicBezTo>
                  <a:lnTo>
                    <a:pt x="11743" y="2002"/>
                  </a:lnTo>
                  <a:cubicBezTo>
                    <a:pt x="11743" y="902"/>
                    <a:pt x="10875" y="1"/>
                    <a:pt x="97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176" name="Google Shape;3176;p15"/>
          <p:cNvGrpSpPr/>
          <p:nvPr/>
        </p:nvGrpSpPr>
        <p:grpSpPr>
          <a:xfrm>
            <a:off x="6832683" y="4409614"/>
            <a:ext cx="3369488" cy="1707138"/>
            <a:chOff x="2087475" y="2783813"/>
            <a:chExt cx="3624275" cy="1836225"/>
          </a:xfrm>
        </p:grpSpPr>
        <p:sp>
          <p:nvSpPr>
            <p:cNvPr id="3177" name="Google Shape;3177;p15"/>
            <p:cNvSpPr/>
            <p:nvPr/>
          </p:nvSpPr>
          <p:spPr>
            <a:xfrm>
              <a:off x="2087475" y="3066513"/>
              <a:ext cx="1777125" cy="1163775"/>
            </a:xfrm>
            <a:custGeom>
              <a:avLst/>
              <a:gdLst/>
              <a:ahLst/>
              <a:cxnLst/>
              <a:rect l="l" t="t" r="r" b="b"/>
              <a:pathLst>
                <a:path w="71085" h="46551" extrusionOk="0">
                  <a:moveTo>
                    <a:pt x="71051" y="1"/>
                  </a:moveTo>
                  <a:cubicBezTo>
                    <a:pt x="59209" y="601"/>
                    <a:pt x="18213" y="15879"/>
                    <a:pt x="1301" y="29722"/>
                  </a:cubicBezTo>
                  <a:cubicBezTo>
                    <a:pt x="100" y="30723"/>
                    <a:pt x="0" y="32524"/>
                    <a:pt x="1101" y="33625"/>
                  </a:cubicBezTo>
                  <a:cubicBezTo>
                    <a:pt x="3569" y="36060"/>
                    <a:pt x="5371" y="39762"/>
                    <a:pt x="5904" y="44166"/>
                  </a:cubicBezTo>
                  <a:cubicBezTo>
                    <a:pt x="6057" y="45630"/>
                    <a:pt x="7285" y="46551"/>
                    <a:pt x="8555" y="46551"/>
                  </a:cubicBezTo>
                  <a:cubicBezTo>
                    <a:pt x="9222" y="46551"/>
                    <a:pt x="9901" y="46296"/>
                    <a:pt x="10441" y="45733"/>
                  </a:cubicBezTo>
                  <a:cubicBezTo>
                    <a:pt x="24151" y="31390"/>
                    <a:pt x="50203" y="12610"/>
                    <a:pt x="71051" y="568"/>
                  </a:cubicBezTo>
                  <a:cubicBezTo>
                    <a:pt x="71051" y="401"/>
                    <a:pt x="71051" y="201"/>
                    <a:pt x="7108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8" name="Google Shape;3178;p15"/>
            <p:cNvSpPr/>
            <p:nvPr/>
          </p:nvSpPr>
          <p:spPr>
            <a:xfrm>
              <a:off x="2335975" y="3080688"/>
              <a:ext cx="1529450" cy="1427300"/>
            </a:xfrm>
            <a:custGeom>
              <a:avLst/>
              <a:gdLst/>
              <a:ahLst/>
              <a:cxnLst/>
              <a:rect l="l" t="t" r="r" b="b"/>
              <a:pathLst>
                <a:path w="61178" h="57092" extrusionOk="0">
                  <a:moveTo>
                    <a:pt x="61111" y="1"/>
                  </a:moveTo>
                  <a:cubicBezTo>
                    <a:pt x="40830" y="11709"/>
                    <a:pt x="15678" y="29789"/>
                    <a:pt x="1668" y="43932"/>
                  </a:cubicBezTo>
                  <a:cubicBezTo>
                    <a:pt x="1" y="45633"/>
                    <a:pt x="1235" y="48435"/>
                    <a:pt x="3603" y="48435"/>
                  </a:cubicBezTo>
                  <a:cubicBezTo>
                    <a:pt x="10441" y="48469"/>
                    <a:pt x="18947" y="51604"/>
                    <a:pt x="23250" y="56208"/>
                  </a:cubicBezTo>
                  <a:cubicBezTo>
                    <a:pt x="23794" y="56806"/>
                    <a:pt x="24517" y="57091"/>
                    <a:pt x="25231" y="57091"/>
                  </a:cubicBezTo>
                  <a:cubicBezTo>
                    <a:pt x="26228" y="57091"/>
                    <a:pt x="27207" y="56537"/>
                    <a:pt x="27654" y="55507"/>
                  </a:cubicBezTo>
                  <a:cubicBezTo>
                    <a:pt x="34525" y="39529"/>
                    <a:pt x="48001" y="18180"/>
                    <a:pt x="61178" y="101"/>
                  </a:cubicBezTo>
                  <a:cubicBezTo>
                    <a:pt x="61144" y="34"/>
                    <a:pt x="61144" y="67"/>
                    <a:pt x="6111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9" name="Google Shape;3179;p15"/>
            <p:cNvSpPr/>
            <p:nvPr/>
          </p:nvSpPr>
          <p:spPr>
            <a:xfrm>
              <a:off x="3022650" y="3086538"/>
              <a:ext cx="858600" cy="1520275"/>
            </a:xfrm>
            <a:custGeom>
              <a:avLst/>
              <a:gdLst/>
              <a:ahLst/>
              <a:cxnLst/>
              <a:rect l="l" t="t" r="r" b="b"/>
              <a:pathLst>
                <a:path w="34344" h="60811" extrusionOk="0">
                  <a:moveTo>
                    <a:pt x="33610" y="0"/>
                  </a:moveTo>
                  <a:lnTo>
                    <a:pt x="33610" y="0"/>
                  </a:lnTo>
                  <a:cubicBezTo>
                    <a:pt x="20868" y="17479"/>
                    <a:pt x="7859" y="38027"/>
                    <a:pt x="820" y="53805"/>
                  </a:cubicBezTo>
                  <a:cubicBezTo>
                    <a:pt x="1" y="55627"/>
                    <a:pt x="1392" y="57532"/>
                    <a:pt x="3259" y="57532"/>
                  </a:cubicBezTo>
                  <a:cubicBezTo>
                    <a:pt x="3442" y="57532"/>
                    <a:pt x="3631" y="57514"/>
                    <a:pt x="3823" y="57475"/>
                  </a:cubicBezTo>
                  <a:cubicBezTo>
                    <a:pt x="5960" y="57013"/>
                    <a:pt x="8473" y="56796"/>
                    <a:pt x="11131" y="56796"/>
                  </a:cubicBezTo>
                  <a:cubicBezTo>
                    <a:pt x="17887" y="56796"/>
                    <a:pt x="25582" y="58197"/>
                    <a:pt x="30442" y="60543"/>
                  </a:cubicBezTo>
                  <a:cubicBezTo>
                    <a:pt x="30815" y="60727"/>
                    <a:pt x="31200" y="60811"/>
                    <a:pt x="31574" y="60811"/>
                  </a:cubicBezTo>
                  <a:cubicBezTo>
                    <a:pt x="33038" y="60811"/>
                    <a:pt x="34344" y="59529"/>
                    <a:pt x="34211" y="57908"/>
                  </a:cubicBezTo>
                  <a:cubicBezTo>
                    <a:pt x="32443" y="37794"/>
                    <a:pt x="32777" y="16745"/>
                    <a:pt x="3361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0" name="Google Shape;3180;p15"/>
            <p:cNvSpPr/>
            <p:nvPr/>
          </p:nvSpPr>
          <p:spPr>
            <a:xfrm>
              <a:off x="3878750" y="3065688"/>
              <a:ext cx="1833000" cy="1095200"/>
            </a:xfrm>
            <a:custGeom>
              <a:avLst/>
              <a:gdLst/>
              <a:ahLst/>
              <a:cxnLst/>
              <a:rect l="l" t="t" r="r" b="b"/>
              <a:pathLst>
                <a:path w="73320" h="43808" extrusionOk="0">
                  <a:moveTo>
                    <a:pt x="100" y="0"/>
                  </a:moveTo>
                  <a:lnTo>
                    <a:pt x="0" y="334"/>
                  </a:lnTo>
                  <a:cubicBezTo>
                    <a:pt x="23450" y="12276"/>
                    <a:pt x="51837" y="29588"/>
                    <a:pt x="67248" y="43131"/>
                  </a:cubicBezTo>
                  <a:cubicBezTo>
                    <a:pt x="67767" y="43597"/>
                    <a:pt x="68383" y="43807"/>
                    <a:pt x="68988" y="43807"/>
                  </a:cubicBezTo>
                  <a:cubicBezTo>
                    <a:pt x="70289" y="43807"/>
                    <a:pt x="71538" y="42833"/>
                    <a:pt x="71651" y="41330"/>
                  </a:cubicBezTo>
                  <a:cubicBezTo>
                    <a:pt x="71818" y="38961"/>
                    <a:pt x="72218" y="36326"/>
                    <a:pt x="72986" y="34125"/>
                  </a:cubicBezTo>
                  <a:cubicBezTo>
                    <a:pt x="73319" y="33091"/>
                    <a:pt x="73052" y="31956"/>
                    <a:pt x="72252" y="31256"/>
                  </a:cubicBezTo>
                  <a:cubicBezTo>
                    <a:pt x="56274" y="16712"/>
                    <a:pt x="11275" y="0"/>
                    <a:pt x="10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1" name="Google Shape;3181;p15"/>
            <p:cNvSpPr/>
            <p:nvPr/>
          </p:nvSpPr>
          <p:spPr>
            <a:xfrm>
              <a:off x="3874575" y="3072363"/>
              <a:ext cx="1687900" cy="1388950"/>
            </a:xfrm>
            <a:custGeom>
              <a:avLst/>
              <a:gdLst/>
              <a:ahLst/>
              <a:cxnLst/>
              <a:rect l="l" t="t" r="r" b="b"/>
              <a:pathLst>
                <a:path w="67516" h="55558" extrusionOk="0">
                  <a:moveTo>
                    <a:pt x="67" y="0"/>
                  </a:moveTo>
                  <a:cubicBezTo>
                    <a:pt x="34" y="67"/>
                    <a:pt x="34" y="33"/>
                    <a:pt x="0" y="67"/>
                  </a:cubicBezTo>
                  <a:cubicBezTo>
                    <a:pt x="16979" y="16979"/>
                    <a:pt x="36593" y="38361"/>
                    <a:pt x="44466" y="54072"/>
                  </a:cubicBezTo>
                  <a:cubicBezTo>
                    <a:pt x="44945" y="55049"/>
                    <a:pt x="45883" y="55558"/>
                    <a:pt x="46835" y="55558"/>
                  </a:cubicBezTo>
                  <a:cubicBezTo>
                    <a:pt x="47605" y="55558"/>
                    <a:pt x="48384" y="55225"/>
                    <a:pt x="48935" y="54539"/>
                  </a:cubicBezTo>
                  <a:cubicBezTo>
                    <a:pt x="53238" y="49135"/>
                    <a:pt x="58676" y="46367"/>
                    <a:pt x="64080" y="46033"/>
                  </a:cubicBezTo>
                  <a:cubicBezTo>
                    <a:pt x="66481" y="45900"/>
                    <a:pt x="67515" y="42931"/>
                    <a:pt x="65681" y="41363"/>
                  </a:cubicBezTo>
                  <a:cubicBezTo>
                    <a:pt x="49936" y="28053"/>
                    <a:pt x="22650" y="11508"/>
                    <a:pt x="6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2" name="Google Shape;3182;p15"/>
            <p:cNvSpPr/>
            <p:nvPr/>
          </p:nvSpPr>
          <p:spPr>
            <a:xfrm>
              <a:off x="3833700" y="3074013"/>
              <a:ext cx="1148675" cy="1546025"/>
            </a:xfrm>
            <a:custGeom>
              <a:avLst/>
              <a:gdLst/>
              <a:ahLst/>
              <a:cxnLst/>
              <a:rect l="l" t="t" r="r" b="b"/>
              <a:pathLst>
                <a:path w="45947" h="61841" extrusionOk="0">
                  <a:moveTo>
                    <a:pt x="1635" y="1"/>
                  </a:moveTo>
                  <a:cubicBezTo>
                    <a:pt x="1602" y="34"/>
                    <a:pt x="1569" y="34"/>
                    <a:pt x="1502" y="34"/>
                  </a:cubicBezTo>
                  <a:cubicBezTo>
                    <a:pt x="1402" y="168"/>
                    <a:pt x="1302" y="334"/>
                    <a:pt x="1168" y="501"/>
                  </a:cubicBezTo>
                  <a:cubicBezTo>
                    <a:pt x="301" y="17547"/>
                    <a:pt x="1" y="38995"/>
                    <a:pt x="1869" y="59443"/>
                  </a:cubicBezTo>
                  <a:cubicBezTo>
                    <a:pt x="1989" y="60884"/>
                    <a:pt x="3215" y="61841"/>
                    <a:pt x="4515" y="61841"/>
                  </a:cubicBezTo>
                  <a:cubicBezTo>
                    <a:pt x="5021" y="61841"/>
                    <a:pt x="5538" y="61696"/>
                    <a:pt x="6005" y="61378"/>
                  </a:cubicBezTo>
                  <a:cubicBezTo>
                    <a:pt x="12280" y="57075"/>
                    <a:pt x="22400" y="54418"/>
                    <a:pt x="31722" y="54418"/>
                  </a:cubicBezTo>
                  <a:cubicBezTo>
                    <a:pt x="35335" y="54418"/>
                    <a:pt x="38828" y="54817"/>
                    <a:pt x="41931" y="55674"/>
                  </a:cubicBezTo>
                  <a:cubicBezTo>
                    <a:pt x="42172" y="55738"/>
                    <a:pt x="42409" y="55768"/>
                    <a:pt x="42637" y="55768"/>
                  </a:cubicBezTo>
                  <a:cubicBezTo>
                    <a:pt x="44562" y="55768"/>
                    <a:pt x="45947" y="53653"/>
                    <a:pt x="44933" y="51805"/>
                  </a:cubicBezTo>
                  <a:cubicBezTo>
                    <a:pt x="36427" y="36360"/>
                    <a:pt x="17847" y="16112"/>
                    <a:pt x="163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183" name="Google Shape;3183;p15"/>
            <p:cNvGrpSpPr/>
            <p:nvPr/>
          </p:nvGrpSpPr>
          <p:grpSpPr>
            <a:xfrm>
              <a:off x="2087475" y="2783813"/>
              <a:ext cx="3624275" cy="1836225"/>
              <a:chOff x="112275" y="2665738"/>
              <a:chExt cx="3624275" cy="1836225"/>
            </a:xfrm>
          </p:grpSpPr>
          <p:sp>
            <p:nvSpPr>
              <p:cNvPr id="3184" name="Google Shape;3184;p15"/>
              <p:cNvSpPr/>
              <p:nvPr/>
            </p:nvSpPr>
            <p:spPr>
              <a:xfrm>
                <a:off x="112275" y="2948438"/>
                <a:ext cx="1777125" cy="1163775"/>
              </a:xfrm>
              <a:custGeom>
                <a:avLst/>
                <a:gdLst/>
                <a:ahLst/>
                <a:cxnLst/>
                <a:rect l="l" t="t" r="r" b="b"/>
                <a:pathLst>
                  <a:path w="71085" h="46551" extrusionOk="0">
                    <a:moveTo>
                      <a:pt x="71051" y="1"/>
                    </a:moveTo>
                    <a:cubicBezTo>
                      <a:pt x="59209" y="601"/>
                      <a:pt x="18213" y="15879"/>
                      <a:pt x="1301" y="29722"/>
                    </a:cubicBezTo>
                    <a:cubicBezTo>
                      <a:pt x="100" y="30723"/>
                      <a:pt x="0" y="32524"/>
                      <a:pt x="1101" y="33625"/>
                    </a:cubicBezTo>
                    <a:cubicBezTo>
                      <a:pt x="3569" y="36060"/>
                      <a:pt x="5371" y="39762"/>
                      <a:pt x="5904" y="44166"/>
                    </a:cubicBezTo>
                    <a:cubicBezTo>
                      <a:pt x="6057" y="45630"/>
                      <a:pt x="7285" y="46551"/>
                      <a:pt x="8555" y="46551"/>
                    </a:cubicBezTo>
                    <a:cubicBezTo>
                      <a:pt x="9222" y="46551"/>
                      <a:pt x="9901" y="46296"/>
                      <a:pt x="10441" y="45733"/>
                    </a:cubicBezTo>
                    <a:cubicBezTo>
                      <a:pt x="24151" y="31390"/>
                      <a:pt x="50203" y="12610"/>
                      <a:pt x="71051" y="568"/>
                    </a:cubicBezTo>
                    <a:cubicBezTo>
                      <a:pt x="71051" y="401"/>
                      <a:pt x="71051" y="201"/>
                      <a:pt x="71084" y="1"/>
                    </a:cubicBezTo>
                    <a:close/>
                  </a:path>
                </a:pathLst>
              </a:custGeom>
              <a:solidFill>
                <a:srgbClr val="191919">
                  <a:alpha val="284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5" name="Google Shape;3185;p15"/>
              <p:cNvSpPr/>
              <p:nvPr/>
            </p:nvSpPr>
            <p:spPr>
              <a:xfrm>
                <a:off x="360775" y="2962613"/>
                <a:ext cx="1529450" cy="1427300"/>
              </a:xfrm>
              <a:custGeom>
                <a:avLst/>
                <a:gdLst/>
                <a:ahLst/>
                <a:cxnLst/>
                <a:rect l="l" t="t" r="r" b="b"/>
                <a:pathLst>
                  <a:path w="61178" h="57092" extrusionOk="0">
                    <a:moveTo>
                      <a:pt x="61111" y="1"/>
                    </a:moveTo>
                    <a:cubicBezTo>
                      <a:pt x="40830" y="11709"/>
                      <a:pt x="15678" y="29789"/>
                      <a:pt x="1668" y="43932"/>
                    </a:cubicBezTo>
                    <a:cubicBezTo>
                      <a:pt x="1" y="45633"/>
                      <a:pt x="1235" y="48435"/>
                      <a:pt x="3603" y="48435"/>
                    </a:cubicBezTo>
                    <a:cubicBezTo>
                      <a:pt x="10441" y="48469"/>
                      <a:pt x="18947" y="51604"/>
                      <a:pt x="23250" y="56208"/>
                    </a:cubicBezTo>
                    <a:cubicBezTo>
                      <a:pt x="23794" y="56806"/>
                      <a:pt x="24517" y="57091"/>
                      <a:pt x="25231" y="57091"/>
                    </a:cubicBezTo>
                    <a:cubicBezTo>
                      <a:pt x="26228" y="57091"/>
                      <a:pt x="27207" y="56537"/>
                      <a:pt x="27654" y="55507"/>
                    </a:cubicBezTo>
                    <a:cubicBezTo>
                      <a:pt x="34525" y="39529"/>
                      <a:pt x="48001" y="18180"/>
                      <a:pt x="61178" y="101"/>
                    </a:cubicBezTo>
                    <a:cubicBezTo>
                      <a:pt x="61144" y="34"/>
                      <a:pt x="61144" y="67"/>
                      <a:pt x="61111" y="1"/>
                    </a:cubicBezTo>
                    <a:close/>
                  </a:path>
                </a:pathLst>
              </a:custGeom>
              <a:solidFill>
                <a:srgbClr val="191919">
                  <a:alpha val="189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6" name="Google Shape;3186;p15"/>
              <p:cNvSpPr/>
              <p:nvPr/>
            </p:nvSpPr>
            <p:spPr>
              <a:xfrm>
                <a:off x="1047450" y="2968463"/>
                <a:ext cx="858600" cy="1520275"/>
              </a:xfrm>
              <a:custGeom>
                <a:avLst/>
                <a:gdLst/>
                <a:ahLst/>
                <a:cxnLst/>
                <a:rect l="l" t="t" r="r" b="b"/>
                <a:pathLst>
                  <a:path w="34344" h="60811" extrusionOk="0">
                    <a:moveTo>
                      <a:pt x="33610" y="0"/>
                    </a:moveTo>
                    <a:lnTo>
                      <a:pt x="33610" y="0"/>
                    </a:lnTo>
                    <a:cubicBezTo>
                      <a:pt x="20868" y="17479"/>
                      <a:pt x="7859" y="38027"/>
                      <a:pt x="820" y="53805"/>
                    </a:cubicBezTo>
                    <a:cubicBezTo>
                      <a:pt x="1" y="55627"/>
                      <a:pt x="1392" y="57532"/>
                      <a:pt x="3259" y="57532"/>
                    </a:cubicBezTo>
                    <a:cubicBezTo>
                      <a:pt x="3442" y="57532"/>
                      <a:pt x="3631" y="57514"/>
                      <a:pt x="3823" y="57475"/>
                    </a:cubicBezTo>
                    <a:cubicBezTo>
                      <a:pt x="5960" y="57013"/>
                      <a:pt x="8473" y="56796"/>
                      <a:pt x="11131" y="56796"/>
                    </a:cubicBezTo>
                    <a:cubicBezTo>
                      <a:pt x="17887" y="56796"/>
                      <a:pt x="25582" y="58197"/>
                      <a:pt x="30442" y="60543"/>
                    </a:cubicBezTo>
                    <a:cubicBezTo>
                      <a:pt x="30815" y="60727"/>
                      <a:pt x="31200" y="60811"/>
                      <a:pt x="31574" y="60811"/>
                    </a:cubicBezTo>
                    <a:cubicBezTo>
                      <a:pt x="33038" y="60811"/>
                      <a:pt x="34344" y="59529"/>
                      <a:pt x="34211" y="57908"/>
                    </a:cubicBezTo>
                    <a:cubicBezTo>
                      <a:pt x="32443" y="37794"/>
                      <a:pt x="32777" y="16745"/>
                      <a:pt x="33610" y="0"/>
                    </a:cubicBezTo>
                    <a:close/>
                  </a:path>
                </a:pathLst>
              </a:custGeom>
              <a:solidFill>
                <a:srgbClr val="191919">
                  <a:alpha val="150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7" name="Google Shape;3187;p15"/>
              <p:cNvSpPr/>
              <p:nvPr/>
            </p:nvSpPr>
            <p:spPr>
              <a:xfrm>
                <a:off x="1903550" y="2947613"/>
                <a:ext cx="1833000" cy="1095200"/>
              </a:xfrm>
              <a:custGeom>
                <a:avLst/>
                <a:gdLst/>
                <a:ahLst/>
                <a:cxnLst/>
                <a:rect l="l" t="t" r="r" b="b"/>
                <a:pathLst>
                  <a:path w="73320" h="43808" extrusionOk="0">
                    <a:moveTo>
                      <a:pt x="100" y="0"/>
                    </a:moveTo>
                    <a:lnTo>
                      <a:pt x="0" y="334"/>
                    </a:lnTo>
                    <a:cubicBezTo>
                      <a:pt x="23450" y="12276"/>
                      <a:pt x="51837" y="29588"/>
                      <a:pt x="67248" y="43131"/>
                    </a:cubicBezTo>
                    <a:cubicBezTo>
                      <a:pt x="67767" y="43597"/>
                      <a:pt x="68383" y="43807"/>
                      <a:pt x="68988" y="43807"/>
                    </a:cubicBezTo>
                    <a:cubicBezTo>
                      <a:pt x="70289" y="43807"/>
                      <a:pt x="71538" y="42833"/>
                      <a:pt x="71651" y="41330"/>
                    </a:cubicBezTo>
                    <a:cubicBezTo>
                      <a:pt x="71818" y="38961"/>
                      <a:pt x="72218" y="36326"/>
                      <a:pt x="72986" y="34125"/>
                    </a:cubicBezTo>
                    <a:cubicBezTo>
                      <a:pt x="73319" y="33091"/>
                      <a:pt x="73052" y="31956"/>
                      <a:pt x="72252" y="31256"/>
                    </a:cubicBezTo>
                    <a:cubicBezTo>
                      <a:pt x="56274" y="16712"/>
                      <a:pt x="11275" y="0"/>
                      <a:pt x="100" y="0"/>
                    </a:cubicBezTo>
                    <a:close/>
                  </a:path>
                </a:pathLst>
              </a:custGeom>
              <a:solidFill>
                <a:srgbClr val="191919">
                  <a:alpha val="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8" name="Google Shape;3188;p15"/>
              <p:cNvSpPr/>
              <p:nvPr/>
            </p:nvSpPr>
            <p:spPr>
              <a:xfrm>
                <a:off x="1899375" y="2954288"/>
                <a:ext cx="1687900" cy="1388950"/>
              </a:xfrm>
              <a:custGeom>
                <a:avLst/>
                <a:gdLst/>
                <a:ahLst/>
                <a:cxnLst/>
                <a:rect l="l" t="t" r="r" b="b"/>
                <a:pathLst>
                  <a:path w="67516" h="55558" extrusionOk="0">
                    <a:moveTo>
                      <a:pt x="67" y="0"/>
                    </a:moveTo>
                    <a:cubicBezTo>
                      <a:pt x="34" y="67"/>
                      <a:pt x="34" y="33"/>
                      <a:pt x="0" y="67"/>
                    </a:cubicBezTo>
                    <a:cubicBezTo>
                      <a:pt x="16979" y="16979"/>
                      <a:pt x="36593" y="38361"/>
                      <a:pt x="44466" y="54072"/>
                    </a:cubicBezTo>
                    <a:cubicBezTo>
                      <a:pt x="44945" y="55049"/>
                      <a:pt x="45883" y="55558"/>
                      <a:pt x="46835" y="55558"/>
                    </a:cubicBezTo>
                    <a:cubicBezTo>
                      <a:pt x="47605" y="55558"/>
                      <a:pt x="48384" y="55225"/>
                      <a:pt x="48935" y="54539"/>
                    </a:cubicBezTo>
                    <a:cubicBezTo>
                      <a:pt x="53238" y="49135"/>
                      <a:pt x="58676" y="46367"/>
                      <a:pt x="64080" y="46033"/>
                    </a:cubicBezTo>
                    <a:cubicBezTo>
                      <a:pt x="66481" y="45900"/>
                      <a:pt x="67515" y="42931"/>
                      <a:pt x="65681" y="41363"/>
                    </a:cubicBezTo>
                    <a:cubicBezTo>
                      <a:pt x="49936" y="28053"/>
                      <a:pt x="22650" y="11508"/>
                      <a:pt x="67" y="0"/>
                    </a:cubicBezTo>
                    <a:close/>
                  </a:path>
                </a:pathLst>
              </a:custGeom>
              <a:solidFill>
                <a:srgbClr val="191919">
                  <a:alpha val="61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9" name="Google Shape;3189;p15"/>
              <p:cNvSpPr/>
              <p:nvPr/>
            </p:nvSpPr>
            <p:spPr>
              <a:xfrm>
                <a:off x="1858500" y="2955938"/>
                <a:ext cx="1148675" cy="1546025"/>
              </a:xfrm>
              <a:custGeom>
                <a:avLst/>
                <a:gdLst/>
                <a:ahLst/>
                <a:cxnLst/>
                <a:rect l="l" t="t" r="r" b="b"/>
                <a:pathLst>
                  <a:path w="45947" h="61841" extrusionOk="0">
                    <a:moveTo>
                      <a:pt x="1635" y="1"/>
                    </a:moveTo>
                    <a:cubicBezTo>
                      <a:pt x="1602" y="34"/>
                      <a:pt x="1569" y="34"/>
                      <a:pt x="1502" y="34"/>
                    </a:cubicBezTo>
                    <a:cubicBezTo>
                      <a:pt x="1402" y="168"/>
                      <a:pt x="1302" y="334"/>
                      <a:pt x="1168" y="501"/>
                    </a:cubicBezTo>
                    <a:cubicBezTo>
                      <a:pt x="301" y="17547"/>
                      <a:pt x="1" y="38995"/>
                      <a:pt x="1869" y="59443"/>
                    </a:cubicBezTo>
                    <a:cubicBezTo>
                      <a:pt x="1989" y="60884"/>
                      <a:pt x="3215" y="61841"/>
                      <a:pt x="4515" y="61841"/>
                    </a:cubicBezTo>
                    <a:cubicBezTo>
                      <a:pt x="5021" y="61841"/>
                      <a:pt x="5538" y="61696"/>
                      <a:pt x="6005" y="61378"/>
                    </a:cubicBezTo>
                    <a:cubicBezTo>
                      <a:pt x="12280" y="57075"/>
                      <a:pt x="22400" y="54418"/>
                      <a:pt x="31722" y="54418"/>
                    </a:cubicBezTo>
                    <a:cubicBezTo>
                      <a:pt x="35335" y="54418"/>
                      <a:pt x="38828" y="54817"/>
                      <a:pt x="41931" y="55674"/>
                    </a:cubicBezTo>
                    <a:cubicBezTo>
                      <a:pt x="42172" y="55738"/>
                      <a:pt x="42409" y="55768"/>
                      <a:pt x="42637" y="55768"/>
                    </a:cubicBezTo>
                    <a:cubicBezTo>
                      <a:pt x="44562" y="55768"/>
                      <a:pt x="45947" y="53653"/>
                      <a:pt x="44933" y="51805"/>
                    </a:cubicBezTo>
                    <a:cubicBezTo>
                      <a:pt x="36427" y="36360"/>
                      <a:pt x="17847" y="16112"/>
                      <a:pt x="1635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0" name="Google Shape;3190;p15"/>
              <p:cNvSpPr/>
              <p:nvPr/>
            </p:nvSpPr>
            <p:spPr>
              <a:xfrm>
                <a:off x="112275" y="2948438"/>
                <a:ext cx="2249125" cy="1553525"/>
              </a:xfrm>
              <a:custGeom>
                <a:avLst/>
                <a:gdLst/>
                <a:ahLst/>
                <a:cxnLst/>
                <a:rect l="l" t="t" r="r" b="b"/>
                <a:pathLst>
                  <a:path w="89965" h="62141" extrusionOk="0">
                    <a:moveTo>
                      <a:pt x="71585" y="58242"/>
                    </a:moveTo>
                    <a:lnTo>
                      <a:pt x="71585" y="58242"/>
                    </a:lnTo>
                    <a:cubicBezTo>
                      <a:pt x="71590" y="58323"/>
                      <a:pt x="71595" y="58404"/>
                      <a:pt x="71601" y="58485"/>
                    </a:cubicBezTo>
                    <a:lnTo>
                      <a:pt x="71601" y="58485"/>
                    </a:lnTo>
                    <a:cubicBezTo>
                      <a:pt x="71593" y="58407"/>
                      <a:pt x="71585" y="58324"/>
                      <a:pt x="71585" y="58242"/>
                    </a:cubicBezTo>
                    <a:close/>
                    <a:moveTo>
                      <a:pt x="71017" y="1"/>
                    </a:moveTo>
                    <a:lnTo>
                      <a:pt x="71017" y="1"/>
                    </a:lnTo>
                    <a:cubicBezTo>
                      <a:pt x="59142" y="634"/>
                      <a:pt x="18180" y="15879"/>
                      <a:pt x="1301" y="29722"/>
                    </a:cubicBezTo>
                    <a:cubicBezTo>
                      <a:pt x="100" y="30723"/>
                      <a:pt x="0" y="32524"/>
                      <a:pt x="1101" y="33625"/>
                    </a:cubicBezTo>
                    <a:cubicBezTo>
                      <a:pt x="3569" y="36060"/>
                      <a:pt x="5371" y="39762"/>
                      <a:pt x="5871" y="44166"/>
                    </a:cubicBezTo>
                    <a:cubicBezTo>
                      <a:pt x="6046" y="45630"/>
                      <a:pt x="7281" y="46551"/>
                      <a:pt x="8544" y="46551"/>
                    </a:cubicBezTo>
                    <a:cubicBezTo>
                      <a:pt x="9208" y="46551"/>
                      <a:pt x="9879" y="46296"/>
                      <a:pt x="10408" y="45733"/>
                    </a:cubicBezTo>
                    <a:cubicBezTo>
                      <a:pt x="10808" y="45333"/>
                      <a:pt x="11208" y="44933"/>
                      <a:pt x="11608" y="44532"/>
                    </a:cubicBezTo>
                    <a:lnTo>
                      <a:pt x="11608" y="44532"/>
                    </a:lnTo>
                    <a:cubicBezTo>
                      <a:pt x="9974" y="46200"/>
                      <a:pt x="11175" y="49002"/>
                      <a:pt x="13543" y="49002"/>
                    </a:cubicBezTo>
                    <a:cubicBezTo>
                      <a:pt x="20381" y="49036"/>
                      <a:pt x="28887" y="52171"/>
                      <a:pt x="33190" y="56775"/>
                    </a:cubicBezTo>
                    <a:cubicBezTo>
                      <a:pt x="33734" y="57373"/>
                      <a:pt x="34457" y="57658"/>
                      <a:pt x="35171" y="57658"/>
                    </a:cubicBezTo>
                    <a:cubicBezTo>
                      <a:pt x="36168" y="57658"/>
                      <a:pt x="37147" y="57104"/>
                      <a:pt x="37594" y="56074"/>
                    </a:cubicBezTo>
                    <a:cubicBezTo>
                      <a:pt x="37794" y="55574"/>
                      <a:pt x="37994" y="55107"/>
                      <a:pt x="38227" y="54606"/>
                    </a:cubicBezTo>
                    <a:lnTo>
                      <a:pt x="38227" y="54606"/>
                    </a:lnTo>
                    <a:cubicBezTo>
                      <a:pt x="37408" y="56428"/>
                      <a:pt x="38799" y="58333"/>
                      <a:pt x="40666" y="58333"/>
                    </a:cubicBezTo>
                    <a:cubicBezTo>
                      <a:pt x="40849" y="58333"/>
                      <a:pt x="41038" y="58315"/>
                      <a:pt x="41230" y="58276"/>
                    </a:cubicBezTo>
                    <a:cubicBezTo>
                      <a:pt x="43367" y="57814"/>
                      <a:pt x="45880" y="57597"/>
                      <a:pt x="48538" y="57597"/>
                    </a:cubicBezTo>
                    <a:cubicBezTo>
                      <a:pt x="55294" y="57597"/>
                      <a:pt x="62989" y="58998"/>
                      <a:pt x="67849" y="61344"/>
                    </a:cubicBezTo>
                    <a:cubicBezTo>
                      <a:pt x="68217" y="61519"/>
                      <a:pt x="68597" y="61599"/>
                      <a:pt x="68967" y="61599"/>
                    </a:cubicBezTo>
                    <a:cubicBezTo>
                      <a:pt x="70405" y="61599"/>
                      <a:pt x="71694" y="60389"/>
                      <a:pt x="71625" y="58814"/>
                    </a:cubicBezTo>
                    <a:lnTo>
                      <a:pt x="71625" y="58814"/>
                    </a:lnTo>
                    <a:cubicBezTo>
                      <a:pt x="71648" y="59124"/>
                      <a:pt x="71677" y="59434"/>
                      <a:pt x="71718" y="59743"/>
                    </a:cubicBezTo>
                    <a:cubicBezTo>
                      <a:pt x="71838" y="61184"/>
                      <a:pt x="73064" y="62141"/>
                      <a:pt x="74364" y="62141"/>
                    </a:cubicBezTo>
                    <a:cubicBezTo>
                      <a:pt x="74870" y="62141"/>
                      <a:pt x="75387" y="61996"/>
                      <a:pt x="75854" y="61678"/>
                    </a:cubicBezTo>
                    <a:cubicBezTo>
                      <a:pt x="79557" y="59143"/>
                      <a:pt x="84560" y="57175"/>
                      <a:pt x="89964" y="56007"/>
                    </a:cubicBezTo>
                    <a:cubicBezTo>
                      <a:pt x="89764" y="55974"/>
                      <a:pt x="89531" y="55874"/>
                      <a:pt x="89331" y="55774"/>
                    </a:cubicBezTo>
                    <a:cubicBezTo>
                      <a:pt x="84466" y="53426"/>
                      <a:pt x="76762" y="52041"/>
                      <a:pt x="70001" y="52041"/>
                    </a:cubicBezTo>
                    <a:cubicBezTo>
                      <a:pt x="67350" y="52041"/>
                      <a:pt x="64844" y="52254"/>
                      <a:pt x="62712" y="52705"/>
                    </a:cubicBezTo>
                    <a:cubicBezTo>
                      <a:pt x="62205" y="52816"/>
                      <a:pt x="61561" y="52870"/>
                      <a:pt x="60853" y="52870"/>
                    </a:cubicBezTo>
                    <a:cubicBezTo>
                      <a:pt x="58578" y="52870"/>
                      <a:pt x="55657" y="52306"/>
                      <a:pt x="54639" y="51237"/>
                    </a:cubicBezTo>
                    <a:cubicBezTo>
                      <a:pt x="50369" y="46601"/>
                      <a:pt x="41830" y="43498"/>
                      <a:pt x="35025" y="43465"/>
                    </a:cubicBezTo>
                    <a:cubicBezTo>
                      <a:pt x="32657" y="43465"/>
                      <a:pt x="27620" y="40863"/>
                      <a:pt x="27353" y="38628"/>
                    </a:cubicBezTo>
                    <a:cubicBezTo>
                      <a:pt x="26853" y="34225"/>
                      <a:pt x="25051" y="30522"/>
                      <a:pt x="22550" y="28054"/>
                    </a:cubicBezTo>
                    <a:cubicBezTo>
                      <a:pt x="21449" y="26987"/>
                      <a:pt x="21582" y="25152"/>
                      <a:pt x="22783" y="24185"/>
                    </a:cubicBezTo>
                    <a:cubicBezTo>
                      <a:pt x="33624" y="15278"/>
                      <a:pt x="54406" y="5805"/>
                      <a:pt x="71017" y="1"/>
                    </a:cubicBezTo>
                    <a:close/>
                  </a:path>
                </a:pathLst>
              </a:custGeom>
              <a:solidFill>
                <a:srgbClr val="191919">
                  <a:alpha val="284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1" name="Google Shape;3191;p15"/>
              <p:cNvSpPr/>
              <p:nvPr/>
            </p:nvSpPr>
            <p:spPr>
              <a:xfrm>
                <a:off x="1820150" y="2665738"/>
                <a:ext cx="184325" cy="255200"/>
              </a:xfrm>
              <a:custGeom>
                <a:avLst/>
                <a:gdLst/>
                <a:ahLst/>
                <a:cxnLst/>
                <a:rect l="l" t="t" r="r" b="b"/>
                <a:pathLst>
                  <a:path w="7373" h="10208" extrusionOk="0">
                    <a:moveTo>
                      <a:pt x="3670" y="0"/>
                    </a:moveTo>
                    <a:cubicBezTo>
                      <a:pt x="1835" y="0"/>
                      <a:pt x="1" y="10208"/>
                      <a:pt x="1" y="10208"/>
                    </a:cubicBezTo>
                    <a:lnTo>
                      <a:pt x="7372" y="10208"/>
                    </a:lnTo>
                    <a:cubicBezTo>
                      <a:pt x="7372" y="10208"/>
                      <a:pt x="5538" y="0"/>
                      <a:pt x="36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2" name="Google Shape;3192;p15"/>
              <p:cNvSpPr/>
              <p:nvPr/>
            </p:nvSpPr>
            <p:spPr>
              <a:xfrm>
                <a:off x="1765100" y="2865038"/>
                <a:ext cx="293575" cy="111775"/>
              </a:xfrm>
              <a:custGeom>
                <a:avLst/>
                <a:gdLst/>
                <a:ahLst/>
                <a:cxnLst/>
                <a:rect l="l" t="t" r="r" b="b"/>
                <a:pathLst>
                  <a:path w="11743" h="4471" extrusionOk="0">
                    <a:moveTo>
                      <a:pt x="2002" y="1"/>
                    </a:moveTo>
                    <a:cubicBezTo>
                      <a:pt x="902" y="1"/>
                      <a:pt x="1" y="902"/>
                      <a:pt x="1" y="2002"/>
                    </a:cubicBezTo>
                    <a:lnTo>
                      <a:pt x="1" y="2469"/>
                    </a:lnTo>
                    <a:cubicBezTo>
                      <a:pt x="1" y="3570"/>
                      <a:pt x="902" y="4471"/>
                      <a:pt x="2002" y="4471"/>
                    </a:cubicBezTo>
                    <a:lnTo>
                      <a:pt x="9741" y="4471"/>
                    </a:lnTo>
                    <a:cubicBezTo>
                      <a:pt x="10875" y="4471"/>
                      <a:pt x="11743" y="3570"/>
                      <a:pt x="11743" y="2469"/>
                    </a:cubicBezTo>
                    <a:lnTo>
                      <a:pt x="11743" y="2002"/>
                    </a:lnTo>
                    <a:cubicBezTo>
                      <a:pt x="11743" y="902"/>
                      <a:pt x="10875" y="1"/>
                      <a:pt x="974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193" name="Google Shape;3193;p15"/>
          <p:cNvGrpSpPr/>
          <p:nvPr/>
        </p:nvGrpSpPr>
        <p:grpSpPr>
          <a:xfrm>
            <a:off x="3732607" y="4658911"/>
            <a:ext cx="3369488" cy="1707138"/>
            <a:chOff x="7924800" y="529913"/>
            <a:chExt cx="3624275" cy="1836225"/>
          </a:xfrm>
        </p:grpSpPr>
        <p:sp>
          <p:nvSpPr>
            <p:cNvPr id="3194" name="Google Shape;3194;p15"/>
            <p:cNvSpPr/>
            <p:nvPr/>
          </p:nvSpPr>
          <p:spPr>
            <a:xfrm>
              <a:off x="7924800" y="812613"/>
              <a:ext cx="1777125" cy="1163775"/>
            </a:xfrm>
            <a:custGeom>
              <a:avLst/>
              <a:gdLst/>
              <a:ahLst/>
              <a:cxnLst/>
              <a:rect l="l" t="t" r="r" b="b"/>
              <a:pathLst>
                <a:path w="71085" h="46551" extrusionOk="0">
                  <a:moveTo>
                    <a:pt x="71051" y="1"/>
                  </a:moveTo>
                  <a:cubicBezTo>
                    <a:pt x="59209" y="601"/>
                    <a:pt x="18213" y="15879"/>
                    <a:pt x="1301" y="29722"/>
                  </a:cubicBezTo>
                  <a:cubicBezTo>
                    <a:pt x="100" y="30723"/>
                    <a:pt x="0" y="32524"/>
                    <a:pt x="1101" y="33625"/>
                  </a:cubicBezTo>
                  <a:cubicBezTo>
                    <a:pt x="3569" y="36060"/>
                    <a:pt x="5371" y="39762"/>
                    <a:pt x="5904" y="44166"/>
                  </a:cubicBezTo>
                  <a:cubicBezTo>
                    <a:pt x="6057" y="45630"/>
                    <a:pt x="7285" y="46551"/>
                    <a:pt x="8555" y="46551"/>
                  </a:cubicBezTo>
                  <a:cubicBezTo>
                    <a:pt x="9222" y="46551"/>
                    <a:pt x="9901" y="46296"/>
                    <a:pt x="10441" y="45733"/>
                  </a:cubicBezTo>
                  <a:cubicBezTo>
                    <a:pt x="24151" y="31390"/>
                    <a:pt x="50203" y="12610"/>
                    <a:pt x="71051" y="568"/>
                  </a:cubicBezTo>
                  <a:cubicBezTo>
                    <a:pt x="71051" y="401"/>
                    <a:pt x="71051" y="201"/>
                    <a:pt x="7108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5" name="Google Shape;3195;p15"/>
            <p:cNvSpPr/>
            <p:nvPr/>
          </p:nvSpPr>
          <p:spPr>
            <a:xfrm>
              <a:off x="8173300" y="826788"/>
              <a:ext cx="1529450" cy="1427300"/>
            </a:xfrm>
            <a:custGeom>
              <a:avLst/>
              <a:gdLst/>
              <a:ahLst/>
              <a:cxnLst/>
              <a:rect l="l" t="t" r="r" b="b"/>
              <a:pathLst>
                <a:path w="61178" h="57092" extrusionOk="0">
                  <a:moveTo>
                    <a:pt x="61111" y="1"/>
                  </a:moveTo>
                  <a:cubicBezTo>
                    <a:pt x="40830" y="11709"/>
                    <a:pt x="15678" y="29789"/>
                    <a:pt x="1668" y="43932"/>
                  </a:cubicBezTo>
                  <a:cubicBezTo>
                    <a:pt x="1" y="45633"/>
                    <a:pt x="1235" y="48435"/>
                    <a:pt x="3603" y="48435"/>
                  </a:cubicBezTo>
                  <a:cubicBezTo>
                    <a:pt x="10441" y="48469"/>
                    <a:pt x="18947" y="51604"/>
                    <a:pt x="23250" y="56208"/>
                  </a:cubicBezTo>
                  <a:cubicBezTo>
                    <a:pt x="23794" y="56806"/>
                    <a:pt x="24517" y="57091"/>
                    <a:pt x="25231" y="57091"/>
                  </a:cubicBezTo>
                  <a:cubicBezTo>
                    <a:pt x="26228" y="57091"/>
                    <a:pt x="27207" y="56537"/>
                    <a:pt x="27654" y="55507"/>
                  </a:cubicBezTo>
                  <a:cubicBezTo>
                    <a:pt x="34525" y="39529"/>
                    <a:pt x="48001" y="18180"/>
                    <a:pt x="61178" y="101"/>
                  </a:cubicBezTo>
                  <a:cubicBezTo>
                    <a:pt x="61144" y="34"/>
                    <a:pt x="61144" y="67"/>
                    <a:pt x="6111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6" name="Google Shape;3196;p15"/>
            <p:cNvSpPr/>
            <p:nvPr/>
          </p:nvSpPr>
          <p:spPr>
            <a:xfrm>
              <a:off x="8859975" y="832638"/>
              <a:ext cx="858600" cy="1520275"/>
            </a:xfrm>
            <a:custGeom>
              <a:avLst/>
              <a:gdLst/>
              <a:ahLst/>
              <a:cxnLst/>
              <a:rect l="l" t="t" r="r" b="b"/>
              <a:pathLst>
                <a:path w="34344" h="60811" extrusionOk="0">
                  <a:moveTo>
                    <a:pt x="33610" y="0"/>
                  </a:moveTo>
                  <a:lnTo>
                    <a:pt x="33610" y="0"/>
                  </a:lnTo>
                  <a:cubicBezTo>
                    <a:pt x="20868" y="17479"/>
                    <a:pt x="7859" y="38027"/>
                    <a:pt x="820" y="53805"/>
                  </a:cubicBezTo>
                  <a:cubicBezTo>
                    <a:pt x="1" y="55627"/>
                    <a:pt x="1392" y="57532"/>
                    <a:pt x="3259" y="57532"/>
                  </a:cubicBezTo>
                  <a:cubicBezTo>
                    <a:pt x="3442" y="57532"/>
                    <a:pt x="3631" y="57514"/>
                    <a:pt x="3823" y="57475"/>
                  </a:cubicBezTo>
                  <a:cubicBezTo>
                    <a:pt x="5960" y="57013"/>
                    <a:pt x="8473" y="56796"/>
                    <a:pt x="11131" y="56796"/>
                  </a:cubicBezTo>
                  <a:cubicBezTo>
                    <a:pt x="17887" y="56796"/>
                    <a:pt x="25582" y="58197"/>
                    <a:pt x="30442" y="60543"/>
                  </a:cubicBezTo>
                  <a:cubicBezTo>
                    <a:pt x="30815" y="60727"/>
                    <a:pt x="31200" y="60811"/>
                    <a:pt x="31574" y="60811"/>
                  </a:cubicBezTo>
                  <a:cubicBezTo>
                    <a:pt x="33038" y="60811"/>
                    <a:pt x="34344" y="59529"/>
                    <a:pt x="34211" y="57908"/>
                  </a:cubicBezTo>
                  <a:cubicBezTo>
                    <a:pt x="32443" y="37794"/>
                    <a:pt x="32777" y="16745"/>
                    <a:pt x="3361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7" name="Google Shape;3197;p15"/>
            <p:cNvSpPr/>
            <p:nvPr/>
          </p:nvSpPr>
          <p:spPr>
            <a:xfrm>
              <a:off x="9716075" y="811788"/>
              <a:ext cx="1833000" cy="1095200"/>
            </a:xfrm>
            <a:custGeom>
              <a:avLst/>
              <a:gdLst/>
              <a:ahLst/>
              <a:cxnLst/>
              <a:rect l="l" t="t" r="r" b="b"/>
              <a:pathLst>
                <a:path w="73320" h="43808" extrusionOk="0">
                  <a:moveTo>
                    <a:pt x="100" y="0"/>
                  </a:moveTo>
                  <a:lnTo>
                    <a:pt x="0" y="334"/>
                  </a:lnTo>
                  <a:cubicBezTo>
                    <a:pt x="23450" y="12276"/>
                    <a:pt x="51837" y="29588"/>
                    <a:pt x="67248" y="43131"/>
                  </a:cubicBezTo>
                  <a:cubicBezTo>
                    <a:pt x="67767" y="43597"/>
                    <a:pt x="68383" y="43807"/>
                    <a:pt x="68988" y="43807"/>
                  </a:cubicBezTo>
                  <a:cubicBezTo>
                    <a:pt x="70289" y="43807"/>
                    <a:pt x="71538" y="42833"/>
                    <a:pt x="71651" y="41330"/>
                  </a:cubicBezTo>
                  <a:cubicBezTo>
                    <a:pt x="71818" y="38961"/>
                    <a:pt x="72218" y="36326"/>
                    <a:pt x="72986" y="34125"/>
                  </a:cubicBezTo>
                  <a:cubicBezTo>
                    <a:pt x="73319" y="33091"/>
                    <a:pt x="73052" y="31956"/>
                    <a:pt x="72252" y="31256"/>
                  </a:cubicBezTo>
                  <a:cubicBezTo>
                    <a:pt x="56274" y="16712"/>
                    <a:pt x="11275" y="0"/>
                    <a:pt x="10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8" name="Google Shape;3198;p15"/>
            <p:cNvSpPr/>
            <p:nvPr/>
          </p:nvSpPr>
          <p:spPr>
            <a:xfrm>
              <a:off x="9711900" y="818463"/>
              <a:ext cx="1687900" cy="1388950"/>
            </a:xfrm>
            <a:custGeom>
              <a:avLst/>
              <a:gdLst/>
              <a:ahLst/>
              <a:cxnLst/>
              <a:rect l="l" t="t" r="r" b="b"/>
              <a:pathLst>
                <a:path w="67516" h="55558" extrusionOk="0">
                  <a:moveTo>
                    <a:pt x="67" y="0"/>
                  </a:moveTo>
                  <a:cubicBezTo>
                    <a:pt x="34" y="67"/>
                    <a:pt x="34" y="33"/>
                    <a:pt x="0" y="67"/>
                  </a:cubicBezTo>
                  <a:cubicBezTo>
                    <a:pt x="16979" y="16979"/>
                    <a:pt x="36593" y="38361"/>
                    <a:pt x="44466" y="54072"/>
                  </a:cubicBezTo>
                  <a:cubicBezTo>
                    <a:pt x="44945" y="55049"/>
                    <a:pt x="45883" y="55558"/>
                    <a:pt x="46835" y="55558"/>
                  </a:cubicBezTo>
                  <a:cubicBezTo>
                    <a:pt x="47605" y="55558"/>
                    <a:pt x="48384" y="55225"/>
                    <a:pt x="48935" y="54539"/>
                  </a:cubicBezTo>
                  <a:cubicBezTo>
                    <a:pt x="53238" y="49135"/>
                    <a:pt x="58676" y="46367"/>
                    <a:pt x="64080" y="46033"/>
                  </a:cubicBezTo>
                  <a:cubicBezTo>
                    <a:pt x="66481" y="45900"/>
                    <a:pt x="67515" y="42931"/>
                    <a:pt x="65681" y="41363"/>
                  </a:cubicBezTo>
                  <a:cubicBezTo>
                    <a:pt x="49936" y="28053"/>
                    <a:pt x="22650" y="11508"/>
                    <a:pt x="6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9" name="Google Shape;3199;p15"/>
            <p:cNvSpPr/>
            <p:nvPr/>
          </p:nvSpPr>
          <p:spPr>
            <a:xfrm>
              <a:off x="9671025" y="820113"/>
              <a:ext cx="1148675" cy="1546025"/>
            </a:xfrm>
            <a:custGeom>
              <a:avLst/>
              <a:gdLst/>
              <a:ahLst/>
              <a:cxnLst/>
              <a:rect l="l" t="t" r="r" b="b"/>
              <a:pathLst>
                <a:path w="45947" h="61841" extrusionOk="0">
                  <a:moveTo>
                    <a:pt x="1635" y="1"/>
                  </a:moveTo>
                  <a:cubicBezTo>
                    <a:pt x="1602" y="34"/>
                    <a:pt x="1569" y="34"/>
                    <a:pt x="1502" y="34"/>
                  </a:cubicBezTo>
                  <a:cubicBezTo>
                    <a:pt x="1402" y="168"/>
                    <a:pt x="1302" y="334"/>
                    <a:pt x="1168" y="501"/>
                  </a:cubicBezTo>
                  <a:cubicBezTo>
                    <a:pt x="301" y="17547"/>
                    <a:pt x="1" y="38995"/>
                    <a:pt x="1869" y="59443"/>
                  </a:cubicBezTo>
                  <a:cubicBezTo>
                    <a:pt x="1989" y="60884"/>
                    <a:pt x="3215" y="61841"/>
                    <a:pt x="4515" y="61841"/>
                  </a:cubicBezTo>
                  <a:cubicBezTo>
                    <a:pt x="5021" y="61841"/>
                    <a:pt x="5538" y="61696"/>
                    <a:pt x="6005" y="61378"/>
                  </a:cubicBezTo>
                  <a:cubicBezTo>
                    <a:pt x="12280" y="57075"/>
                    <a:pt x="22400" y="54418"/>
                    <a:pt x="31722" y="54418"/>
                  </a:cubicBezTo>
                  <a:cubicBezTo>
                    <a:pt x="35335" y="54418"/>
                    <a:pt x="38828" y="54817"/>
                    <a:pt x="41931" y="55674"/>
                  </a:cubicBezTo>
                  <a:cubicBezTo>
                    <a:pt x="42172" y="55738"/>
                    <a:pt x="42409" y="55768"/>
                    <a:pt x="42637" y="55768"/>
                  </a:cubicBezTo>
                  <a:cubicBezTo>
                    <a:pt x="44562" y="55768"/>
                    <a:pt x="45947" y="53653"/>
                    <a:pt x="44933" y="51805"/>
                  </a:cubicBezTo>
                  <a:cubicBezTo>
                    <a:pt x="36427" y="36360"/>
                    <a:pt x="17847" y="16112"/>
                    <a:pt x="163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200" name="Google Shape;3200;p15"/>
            <p:cNvGrpSpPr/>
            <p:nvPr/>
          </p:nvGrpSpPr>
          <p:grpSpPr>
            <a:xfrm>
              <a:off x="7924800" y="529913"/>
              <a:ext cx="3624275" cy="1836225"/>
              <a:chOff x="112275" y="2665738"/>
              <a:chExt cx="3624275" cy="1836225"/>
            </a:xfrm>
          </p:grpSpPr>
          <p:sp>
            <p:nvSpPr>
              <p:cNvPr id="3201" name="Google Shape;3201;p15"/>
              <p:cNvSpPr/>
              <p:nvPr/>
            </p:nvSpPr>
            <p:spPr>
              <a:xfrm>
                <a:off x="112275" y="2948438"/>
                <a:ext cx="1777125" cy="1163775"/>
              </a:xfrm>
              <a:custGeom>
                <a:avLst/>
                <a:gdLst/>
                <a:ahLst/>
                <a:cxnLst/>
                <a:rect l="l" t="t" r="r" b="b"/>
                <a:pathLst>
                  <a:path w="71085" h="46551" extrusionOk="0">
                    <a:moveTo>
                      <a:pt x="71051" y="1"/>
                    </a:moveTo>
                    <a:cubicBezTo>
                      <a:pt x="59209" y="601"/>
                      <a:pt x="18213" y="15879"/>
                      <a:pt x="1301" y="29722"/>
                    </a:cubicBezTo>
                    <a:cubicBezTo>
                      <a:pt x="100" y="30723"/>
                      <a:pt x="0" y="32524"/>
                      <a:pt x="1101" y="33625"/>
                    </a:cubicBezTo>
                    <a:cubicBezTo>
                      <a:pt x="3569" y="36060"/>
                      <a:pt x="5371" y="39762"/>
                      <a:pt x="5904" y="44166"/>
                    </a:cubicBezTo>
                    <a:cubicBezTo>
                      <a:pt x="6057" y="45630"/>
                      <a:pt x="7285" y="46551"/>
                      <a:pt x="8555" y="46551"/>
                    </a:cubicBezTo>
                    <a:cubicBezTo>
                      <a:pt x="9222" y="46551"/>
                      <a:pt x="9901" y="46296"/>
                      <a:pt x="10441" y="45733"/>
                    </a:cubicBezTo>
                    <a:cubicBezTo>
                      <a:pt x="24151" y="31390"/>
                      <a:pt x="50203" y="12610"/>
                      <a:pt x="71051" y="568"/>
                    </a:cubicBezTo>
                    <a:cubicBezTo>
                      <a:pt x="71051" y="401"/>
                      <a:pt x="71051" y="201"/>
                      <a:pt x="71084" y="1"/>
                    </a:cubicBezTo>
                    <a:close/>
                  </a:path>
                </a:pathLst>
              </a:custGeom>
              <a:solidFill>
                <a:srgbClr val="191919">
                  <a:alpha val="284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2" name="Google Shape;3202;p15"/>
              <p:cNvSpPr/>
              <p:nvPr/>
            </p:nvSpPr>
            <p:spPr>
              <a:xfrm>
                <a:off x="360775" y="2962613"/>
                <a:ext cx="1529450" cy="1427300"/>
              </a:xfrm>
              <a:custGeom>
                <a:avLst/>
                <a:gdLst/>
                <a:ahLst/>
                <a:cxnLst/>
                <a:rect l="l" t="t" r="r" b="b"/>
                <a:pathLst>
                  <a:path w="61178" h="57092" extrusionOk="0">
                    <a:moveTo>
                      <a:pt x="61111" y="1"/>
                    </a:moveTo>
                    <a:cubicBezTo>
                      <a:pt x="40830" y="11709"/>
                      <a:pt x="15678" y="29789"/>
                      <a:pt x="1668" y="43932"/>
                    </a:cubicBezTo>
                    <a:cubicBezTo>
                      <a:pt x="1" y="45633"/>
                      <a:pt x="1235" y="48435"/>
                      <a:pt x="3603" y="48435"/>
                    </a:cubicBezTo>
                    <a:cubicBezTo>
                      <a:pt x="10441" y="48469"/>
                      <a:pt x="18947" y="51604"/>
                      <a:pt x="23250" y="56208"/>
                    </a:cubicBezTo>
                    <a:cubicBezTo>
                      <a:pt x="23794" y="56806"/>
                      <a:pt x="24517" y="57091"/>
                      <a:pt x="25231" y="57091"/>
                    </a:cubicBezTo>
                    <a:cubicBezTo>
                      <a:pt x="26228" y="57091"/>
                      <a:pt x="27207" y="56537"/>
                      <a:pt x="27654" y="55507"/>
                    </a:cubicBezTo>
                    <a:cubicBezTo>
                      <a:pt x="34525" y="39529"/>
                      <a:pt x="48001" y="18180"/>
                      <a:pt x="61178" y="101"/>
                    </a:cubicBezTo>
                    <a:cubicBezTo>
                      <a:pt x="61144" y="34"/>
                      <a:pt x="61144" y="67"/>
                      <a:pt x="61111" y="1"/>
                    </a:cubicBezTo>
                    <a:close/>
                  </a:path>
                </a:pathLst>
              </a:custGeom>
              <a:solidFill>
                <a:srgbClr val="191919">
                  <a:alpha val="189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3" name="Google Shape;3203;p15"/>
              <p:cNvSpPr/>
              <p:nvPr/>
            </p:nvSpPr>
            <p:spPr>
              <a:xfrm>
                <a:off x="1047450" y="2968463"/>
                <a:ext cx="858600" cy="1520275"/>
              </a:xfrm>
              <a:custGeom>
                <a:avLst/>
                <a:gdLst/>
                <a:ahLst/>
                <a:cxnLst/>
                <a:rect l="l" t="t" r="r" b="b"/>
                <a:pathLst>
                  <a:path w="34344" h="60811" extrusionOk="0">
                    <a:moveTo>
                      <a:pt x="33610" y="0"/>
                    </a:moveTo>
                    <a:lnTo>
                      <a:pt x="33610" y="0"/>
                    </a:lnTo>
                    <a:cubicBezTo>
                      <a:pt x="20868" y="17479"/>
                      <a:pt x="7859" y="38027"/>
                      <a:pt x="820" y="53805"/>
                    </a:cubicBezTo>
                    <a:cubicBezTo>
                      <a:pt x="1" y="55627"/>
                      <a:pt x="1392" y="57532"/>
                      <a:pt x="3259" y="57532"/>
                    </a:cubicBezTo>
                    <a:cubicBezTo>
                      <a:pt x="3442" y="57532"/>
                      <a:pt x="3631" y="57514"/>
                      <a:pt x="3823" y="57475"/>
                    </a:cubicBezTo>
                    <a:cubicBezTo>
                      <a:pt x="5960" y="57013"/>
                      <a:pt x="8473" y="56796"/>
                      <a:pt x="11131" y="56796"/>
                    </a:cubicBezTo>
                    <a:cubicBezTo>
                      <a:pt x="17887" y="56796"/>
                      <a:pt x="25582" y="58197"/>
                      <a:pt x="30442" y="60543"/>
                    </a:cubicBezTo>
                    <a:cubicBezTo>
                      <a:pt x="30815" y="60727"/>
                      <a:pt x="31200" y="60811"/>
                      <a:pt x="31574" y="60811"/>
                    </a:cubicBezTo>
                    <a:cubicBezTo>
                      <a:pt x="33038" y="60811"/>
                      <a:pt x="34344" y="59529"/>
                      <a:pt x="34211" y="57908"/>
                    </a:cubicBezTo>
                    <a:cubicBezTo>
                      <a:pt x="32443" y="37794"/>
                      <a:pt x="32777" y="16745"/>
                      <a:pt x="33610" y="0"/>
                    </a:cubicBezTo>
                    <a:close/>
                  </a:path>
                </a:pathLst>
              </a:custGeom>
              <a:solidFill>
                <a:srgbClr val="191919">
                  <a:alpha val="150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4" name="Google Shape;3204;p15"/>
              <p:cNvSpPr/>
              <p:nvPr/>
            </p:nvSpPr>
            <p:spPr>
              <a:xfrm>
                <a:off x="1903550" y="2947613"/>
                <a:ext cx="1833000" cy="1095200"/>
              </a:xfrm>
              <a:custGeom>
                <a:avLst/>
                <a:gdLst/>
                <a:ahLst/>
                <a:cxnLst/>
                <a:rect l="l" t="t" r="r" b="b"/>
                <a:pathLst>
                  <a:path w="73320" h="43808" extrusionOk="0">
                    <a:moveTo>
                      <a:pt x="100" y="0"/>
                    </a:moveTo>
                    <a:lnTo>
                      <a:pt x="0" y="334"/>
                    </a:lnTo>
                    <a:cubicBezTo>
                      <a:pt x="23450" y="12276"/>
                      <a:pt x="51837" y="29588"/>
                      <a:pt x="67248" y="43131"/>
                    </a:cubicBezTo>
                    <a:cubicBezTo>
                      <a:pt x="67767" y="43597"/>
                      <a:pt x="68383" y="43807"/>
                      <a:pt x="68988" y="43807"/>
                    </a:cubicBezTo>
                    <a:cubicBezTo>
                      <a:pt x="70289" y="43807"/>
                      <a:pt x="71538" y="42833"/>
                      <a:pt x="71651" y="41330"/>
                    </a:cubicBezTo>
                    <a:cubicBezTo>
                      <a:pt x="71818" y="38961"/>
                      <a:pt x="72218" y="36326"/>
                      <a:pt x="72986" y="34125"/>
                    </a:cubicBezTo>
                    <a:cubicBezTo>
                      <a:pt x="73319" y="33091"/>
                      <a:pt x="73052" y="31956"/>
                      <a:pt x="72252" y="31256"/>
                    </a:cubicBezTo>
                    <a:cubicBezTo>
                      <a:pt x="56274" y="16712"/>
                      <a:pt x="11275" y="0"/>
                      <a:pt x="100" y="0"/>
                    </a:cubicBezTo>
                    <a:close/>
                  </a:path>
                </a:pathLst>
              </a:custGeom>
              <a:solidFill>
                <a:srgbClr val="191919">
                  <a:alpha val="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5" name="Google Shape;3205;p15"/>
              <p:cNvSpPr/>
              <p:nvPr/>
            </p:nvSpPr>
            <p:spPr>
              <a:xfrm>
                <a:off x="1899375" y="2954288"/>
                <a:ext cx="1687900" cy="1388950"/>
              </a:xfrm>
              <a:custGeom>
                <a:avLst/>
                <a:gdLst/>
                <a:ahLst/>
                <a:cxnLst/>
                <a:rect l="l" t="t" r="r" b="b"/>
                <a:pathLst>
                  <a:path w="67516" h="55558" extrusionOk="0">
                    <a:moveTo>
                      <a:pt x="67" y="0"/>
                    </a:moveTo>
                    <a:cubicBezTo>
                      <a:pt x="34" y="67"/>
                      <a:pt x="34" y="33"/>
                      <a:pt x="0" y="67"/>
                    </a:cubicBezTo>
                    <a:cubicBezTo>
                      <a:pt x="16979" y="16979"/>
                      <a:pt x="36593" y="38361"/>
                      <a:pt x="44466" y="54072"/>
                    </a:cubicBezTo>
                    <a:cubicBezTo>
                      <a:pt x="44945" y="55049"/>
                      <a:pt x="45883" y="55558"/>
                      <a:pt x="46835" y="55558"/>
                    </a:cubicBezTo>
                    <a:cubicBezTo>
                      <a:pt x="47605" y="55558"/>
                      <a:pt x="48384" y="55225"/>
                      <a:pt x="48935" y="54539"/>
                    </a:cubicBezTo>
                    <a:cubicBezTo>
                      <a:pt x="53238" y="49135"/>
                      <a:pt x="58676" y="46367"/>
                      <a:pt x="64080" y="46033"/>
                    </a:cubicBezTo>
                    <a:cubicBezTo>
                      <a:pt x="66481" y="45900"/>
                      <a:pt x="67515" y="42931"/>
                      <a:pt x="65681" y="41363"/>
                    </a:cubicBezTo>
                    <a:cubicBezTo>
                      <a:pt x="49936" y="28053"/>
                      <a:pt x="22650" y="11508"/>
                      <a:pt x="67" y="0"/>
                    </a:cubicBezTo>
                    <a:close/>
                  </a:path>
                </a:pathLst>
              </a:custGeom>
              <a:solidFill>
                <a:srgbClr val="191919">
                  <a:alpha val="61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6" name="Google Shape;3206;p15"/>
              <p:cNvSpPr/>
              <p:nvPr/>
            </p:nvSpPr>
            <p:spPr>
              <a:xfrm>
                <a:off x="1858500" y="2955938"/>
                <a:ext cx="1148675" cy="1546025"/>
              </a:xfrm>
              <a:custGeom>
                <a:avLst/>
                <a:gdLst/>
                <a:ahLst/>
                <a:cxnLst/>
                <a:rect l="l" t="t" r="r" b="b"/>
                <a:pathLst>
                  <a:path w="45947" h="61841" extrusionOk="0">
                    <a:moveTo>
                      <a:pt x="1635" y="1"/>
                    </a:moveTo>
                    <a:cubicBezTo>
                      <a:pt x="1602" y="34"/>
                      <a:pt x="1569" y="34"/>
                      <a:pt x="1502" y="34"/>
                    </a:cubicBezTo>
                    <a:cubicBezTo>
                      <a:pt x="1402" y="168"/>
                      <a:pt x="1302" y="334"/>
                      <a:pt x="1168" y="501"/>
                    </a:cubicBezTo>
                    <a:cubicBezTo>
                      <a:pt x="301" y="17547"/>
                      <a:pt x="1" y="38995"/>
                      <a:pt x="1869" y="59443"/>
                    </a:cubicBezTo>
                    <a:cubicBezTo>
                      <a:pt x="1989" y="60884"/>
                      <a:pt x="3215" y="61841"/>
                      <a:pt x="4515" y="61841"/>
                    </a:cubicBezTo>
                    <a:cubicBezTo>
                      <a:pt x="5021" y="61841"/>
                      <a:pt x="5538" y="61696"/>
                      <a:pt x="6005" y="61378"/>
                    </a:cubicBezTo>
                    <a:cubicBezTo>
                      <a:pt x="12280" y="57075"/>
                      <a:pt x="22400" y="54418"/>
                      <a:pt x="31722" y="54418"/>
                    </a:cubicBezTo>
                    <a:cubicBezTo>
                      <a:pt x="35335" y="54418"/>
                      <a:pt x="38828" y="54817"/>
                      <a:pt x="41931" y="55674"/>
                    </a:cubicBezTo>
                    <a:cubicBezTo>
                      <a:pt x="42172" y="55738"/>
                      <a:pt x="42409" y="55768"/>
                      <a:pt x="42637" y="55768"/>
                    </a:cubicBezTo>
                    <a:cubicBezTo>
                      <a:pt x="44562" y="55768"/>
                      <a:pt x="45947" y="53653"/>
                      <a:pt x="44933" y="51805"/>
                    </a:cubicBezTo>
                    <a:cubicBezTo>
                      <a:pt x="36427" y="36360"/>
                      <a:pt x="17847" y="16112"/>
                      <a:pt x="1635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7" name="Google Shape;3207;p15"/>
              <p:cNvSpPr/>
              <p:nvPr/>
            </p:nvSpPr>
            <p:spPr>
              <a:xfrm>
                <a:off x="112275" y="2948438"/>
                <a:ext cx="2249125" cy="1553525"/>
              </a:xfrm>
              <a:custGeom>
                <a:avLst/>
                <a:gdLst/>
                <a:ahLst/>
                <a:cxnLst/>
                <a:rect l="l" t="t" r="r" b="b"/>
                <a:pathLst>
                  <a:path w="89965" h="62141" extrusionOk="0">
                    <a:moveTo>
                      <a:pt x="71585" y="58242"/>
                    </a:moveTo>
                    <a:lnTo>
                      <a:pt x="71585" y="58242"/>
                    </a:lnTo>
                    <a:cubicBezTo>
                      <a:pt x="71590" y="58323"/>
                      <a:pt x="71595" y="58404"/>
                      <a:pt x="71601" y="58485"/>
                    </a:cubicBezTo>
                    <a:lnTo>
                      <a:pt x="71601" y="58485"/>
                    </a:lnTo>
                    <a:cubicBezTo>
                      <a:pt x="71593" y="58407"/>
                      <a:pt x="71585" y="58324"/>
                      <a:pt x="71585" y="58242"/>
                    </a:cubicBezTo>
                    <a:close/>
                    <a:moveTo>
                      <a:pt x="71017" y="1"/>
                    </a:moveTo>
                    <a:lnTo>
                      <a:pt x="71017" y="1"/>
                    </a:lnTo>
                    <a:cubicBezTo>
                      <a:pt x="59142" y="634"/>
                      <a:pt x="18180" y="15879"/>
                      <a:pt x="1301" y="29722"/>
                    </a:cubicBezTo>
                    <a:cubicBezTo>
                      <a:pt x="100" y="30723"/>
                      <a:pt x="0" y="32524"/>
                      <a:pt x="1101" y="33625"/>
                    </a:cubicBezTo>
                    <a:cubicBezTo>
                      <a:pt x="3569" y="36060"/>
                      <a:pt x="5371" y="39762"/>
                      <a:pt x="5871" y="44166"/>
                    </a:cubicBezTo>
                    <a:cubicBezTo>
                      <a:pt x="6046" y="45630"/>
                      <a:pt x="7281" y="46551"/>
                      <a:pt x="8544" y="46551"/>
                    </a:cubicBezTo>
                    <a:cubicBezTo>
                      <a:pt x="9208" y="46551"/>
                      <a:pt x="9879" y="46296"/>
                      <a:pt x="10408" y="45733"/>
                    </a:cubicBezTo>
                    <a:cubicBezTo>
                      <a:pt x="10808" y="45333"/>
                      <a:pt x="11208" y="44933"/>
                      <a:pt x="11608" y="44532"/>
                    </a:cubicBezTo>
                    <a:lnTo>
                      <a:pt x="11608" y="44532"/>
                    </a:lnTo>
                    <a:cubicBezTo>
                      <a:pt x="9974" y="46200"/>
                      <a:pt x="11175" y="49002"/>
                      <a:pt x="13543" y="49002"/>
                    </a:cubicBezTo>
                    <a:cubicBezTo>
                      <a:pt x="20381" y="49036"/>
                      <a:pt x="28887" y="52171"/>
                      <a:pt x="33190" y="56775"/>
                    </a:cubicBezTo>
                    <a:cubicBezTo>
                      <a:pt x="33734" y="57373"/>
                      <a:pt x="34457" y="57658"/>
                      <a:pt x="35171" y="57658"/>
                    </a:cubicBezTo>
                    <a:cubicBezTo>
                      <a:pt x="36168" y="57658"/>
                      <a:pt x="37147" y="57104"/>
                      <a:pt x="37594" y="56074"/>
                    </a:cubicBezTo>
                    <a:cubicBezTo>
                      <a:pt x="37794" y="55574"/>
                      <a:pt x="37994" y="55107"/>
                      <a:pt x="38227" y="54606"/>
                    </a:cubicBezTo>
                    <a:lnTo>
                      <a:pt x="38227" y="54606"/>
                    </a:lnTo>
                    <a:cubicBezTo>
                      <a:pt x="37408" y="56428"/>
                      <a:pt x="38799" y="58333"/>
                      <a:pt x="40666" y="58333"/>
                    </a:cubicBezTo>
                    <a:cubicBezTo>
                      <a:pt x="40849" y="58333"/>
                      <a:pt x="41038" y="58315"/>
                      <a:pt x="41230" y="58276"/>
                    </a:cubicBezTo>
                    <a:cubicBezTo>
                      <a:pt x="43367" y="57814"/>
                      <a:pt x="45880" y="57597"/>
                      <a:pt x="48538" y="57597"/>
                    </a:cubicBezTo>
                    <a:cubicBezTo>
                      <a:pt x="55294" y="57597"/>
                      <a:pt x="62989" y="58998"/>
                      <a:pt x="67849" y="61344"/>
                    </a:cubicBezTo>
                    <a:cubicBezTo>
                      <a:pt x="68217" y="61519"/>
                      <a:pt x="68597" y="61599"/>
                      <a:pt x="68967" y="61599"/>
                    </a:cubicBezTo>
                    <a:cubicBezTo>
                      <a:pt x="70405" y="61599"/>
                      <a:pt x="71694" y="60389"/>
                      <a:pt x="71625" y="58814"/>
                    </a:cubicBezTo>
                    <a:lnTo>
                      <a:pt x="71625" y="58814"/>
                    </a:lnTo>
                    <a:cubicBezTo>
                      <a:pt x="71648" y="59124"/>
                      <a:pt x="71677" y="59434"/>
                      <a:pt x="71718" y="59743"/>
                    </a:cubicBezTo>
                    <a:cubicBezTo>
                      <a:pt x="71838" y="61184"/>
                      <a:pt x="73064" y="62141"/>
                      <a:pt x="74364" y="62141"/>
                    </a:cubicBezTo>
                    <a:cubicBezTo>
                      <a:pt x="74870" y="62141"/>
                      <a:pt x="75387" y="61996"/>
                      <a:pt x="75854" y="61678"/>
                    </a:cubicBezTo>
                    <a:cubicBezTo>
                      <a:pt x="79557" y="59143"/>
                      <a:pt x="84560" y="57175"/>
                      <a:pt x="89964" y="56007"/>
                    </a:cubicBezTo>
                    <a:cubicBezTo>
                      <a:pt x="89764" y="55974"/>
                      <a:pt x="89531" y="55874"/>
                      <a:pt x="89331" y="55774"/>
                    </a:cubicBezTo>
                    <a:cubicBezTo>
                      <a:pt x="84466" y="53426"/>
                      <a:pt x="76762" y="52041"/>
                      <a:pt x="70001" y="52041"/>
                    </a:cubicBezTo>
                    <a:cubicBezTo>
                      <a:pt x="67350" y="52041"/>
                      <a:pt x="64844" y="52254"/>
                      <a:pt x="62712" y="52705"/>
                    </a:cubicBezTo>
                    <a:cubicBezTo>
                      <a:pt x="62205" y="52816"/>
                      <a:pt x="61561" y="52870"/>
                      <a:pt x="60853" y="52870"/>
                    </a:cubicBezTo>
                    <a:cubicBezTo>
                      <a:pt x="58578" y="52870"/>
                      <a:pt x="55657" y="52306"/>
                      <a:pt x="54639" y="51237"/>
                    </a:cubicBezTo>
                    <a:cubicBezTo>
                      <a:pt x="50369" y="46601"/>
                      <a:pt x="41830" y="43498"/>
                      <a:pt x="35025" y="43465"/>
                    </a:cubicBezTo>
                    <a:cubicBezTo>
                      <a:pt x="32657" y="43465"/>
                      <a:pt x="27620" y="40863"/>
                      <a:pt x="27353" y="38628"/>
                    </a:cubicBezTo>
                    <a:cubicBezTo>
                      <a:pt x="26853" y="34225"/>
                      <a:pt x="25051" y="30522"/>
                      <a:pt x="22550" y="28054"/>
                    </a:cubicBezTo>
                    <a:cubicBezTo>
                      <a:pt x="21449" y="26987"/>
                      <a:pt x="21582" y="25152"/>
                      <a:pt x="22783" y="24185"/>
                    </a:cubicBezTo>
                    <a:cubicBezTo>
                      <a:pt x="33624" y="15278"/>
                      <a:pt x="54406" y="5805"/>
                      <a:pt x="71017" y="1"/>
                    </a:cubicBezTo>
                    <a:close/>
                  </a:path>
                </a:pathLst>
              </a:custGeom>
              <a:solidFill>
                <a:srgbClr val="191919">
                  <a:alpha val="284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8" name="Google Shape;3208;p15"/>
              <p:cNvSpPr/>
              <p:nvPr/>
            </p:nvSpPr>
            <p:spPr>
              <a:xfrm>
                <a:off x="1820150" y="2665738"/>
                <a:ext cx="184325" cy="255200"/>
              </a:xfrm>
              <a:custGeom>
                <a:avLst/>
                <a:gdLst/>
                <a:ahLst/>
                <a:cxnLst/>
                <a:rect l="l" t="t" r="r" b="b"/>
                <a:pathLst>
                  <a:path w="7373" h="10208" extrusionOk="0">
                    <a:moveTo>
                      <a:pt x="3670" y="0"/>
                    </a:moveTo>
                    <a:cubicBezTo>
                      <a:pt x="1835" y="0"/>
                      <a:pt x="1" y="10208"/>
                      <a:pt x="1" y="10208"/>
                    </a:cubicBezTo>
                    <a:lnTo>
                      <a:pt x="7372" y="10208"/>
                    </a:lnTo>
                    <a:cubicBezTo>
                      <a:pt x="7372" y="10208"/>
                      <a:pt x="5538" y="0"/>
                      <a:pt x="36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9" name="Google Shape;3209;p15"/>
              <p:cNvSpPr/>
              <p:nvPr/>
            </p:nvSpPr>
            <p:spPr>
              <a:xfrm>
                <a:off x="1765100" y="2865038"/>
                <a:ext cx="293575" cy="111775"/>
              </a:xfrm>
              <a:custGeom>
                <a:avLst/>
                <a:gdLst/>
                <a:ahLst/>
                <a:cxnLst/>
                <a:rect l="l" t="t" r="r" b="b"/>
                <a:pathLst>
                  <a:path w="11743" h="4471" extrusionOk="0">
                    <a:moveTo>
                      <a:pt x="2002" y="1"/>
                    </a:moveTo>
                    <a:cubicBezTo>
                      <a:pt x="902" y="1"/>
                      <a:pt x="1" y="902"/>
                      <a:pt x="1" y="2002"/>
                    </a:cubicBezTo>
                    <a:lnTo>
                      <a:pt x="1" y="2469"/>
                    </a:lnTo>
                    <a:cubicBezTo>
                      <a:pt x="1" y="3570"/>
                      <a:pt x="902" y="4471"/>
                      <a:pt x="2002" y="4471"/>
                    </a:cubicBezTo>
                    <a:lnTo>
                      <a:pt x="9741" y="4471"/>
                    </a:lnTo>
                    <a:cubicBezTo>
                      <a:pt x="10875" y="4471"/>
                      <a:pt x="11743" y="3570"/>
                      <a:pt x="11743" y="2469"/>
                    </a:cubicBezTo>
                    <a:lnTo>
                      <a:pt x="11743" y="2002"/>
                    </a:lnTo>
                    <a:cubicBezTo>
                      <a:pt x="11743" y="902"/>
                      <a:pt x="10875" y="1"/>
                      <a:pt x="974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CUSTOM_2">
    <p:spTree>
      <p:nvGrpSpPr>
        <p:cNvPr id="1" name="Shape 3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11" name="Google Shape;3211;p16"/>
          <p:cNvGrpSpPr/>
          <p:nvPr/>
        </p:nvGrpSpPr>
        <p:grpSpPr>
          <a:xfrm>
            <a:off x="50125" y="0"/>
            <a:ext cx="8858300" cy="5317875"/>
            <a:chOff x="50125" y="0"/>
            <a:chExt cx="8858300" cy="5317875"/>
          </a:xfrm>
        </p:grpSpPr>
        <p:sp>
          <p:nvSpPr>
            <p:cNvPr id="3212" name="Google Shape;3212;p16"/>
            <p:cNvSpPr/>
            <p:nvPr/>
          </p:nvSpPr>
          <p:spPr>
            <a:xfrm>
              <a:off x="1626250" y="15512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0"/>
                  </a:moveTo>
                  <a:cubicBezTo>
                    <a:pt x="2001" y="1702"/>
                    <a:pt x="0" y="6505"/>
                    <a:pt x="2569" y="6505"/>
                  </a:cubicBezTo>
                  <a:cubicBezTo>
                    <a:pt x="5137" y="6505"/>
                    <a:pt x="3236" y="1802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3" name="Google Shape;3213;p16"/>
            <p:cNvSpPr/>
            <p:nvPr/>
          </p:nvSpPr>
          <p:spPr>
            <a:xfrm>
              <a:off x="3958725" y="519550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0"/>
                  </a:moveTo>
                  <a:cubicBezTo>
                    <a:pt x="1969" y="1668"/>
                    <a:pt x="1" y="6505"/>
                    <a:pt x="2569" y="6505"/>
                  </a:cubicBezTo>
                  <a:cubicBezTo>
                    <a:pt x="5138" y="6505"/>
                    <a:pt x="3237" y="1802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4" name="Google Shape;3214;p16"/>
            <p:cNvSpPr/>
            <p:nvPr/>
          </p:nvSpPr>
          <p:spPr>
            <a:xfrm>
              <a:off x="1291000" y="1710400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36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5" name="Google Shape;3215;p16"/>
            <p:cNvSpPr/>
            <p:nvPr/>
          </p:nvSpPr>
          <p:spPr>
            <a:xfrm>
              <a:off x="447900" y="0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6" name="Google Shape;3216;p16"/>
            <p:cNvSpPr/>
            <p:nvPr/>
          </p:nvSpPr>
          <p:spPr>
            <a:xfrm>
              <a:off x="50125" y="1522775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2001" y="1701"/>
                    <a:pt x="0" y="6505"/>
                    <a:pt x="2569" y="6505"/>
                  </a:cubicBezTo>
                  <a:cubicBezTo>
                    <a:pt x="5137" y="6505"/>
                    <a:pt x="3269" y="1801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7" name="Google Shape;3217;p16"/>
            <p:cNvSpPr/>
            <p:nvPr/>
          </p:nvSpPr>
          <p:spPr>
            <a:xfrm>
              <a:off x="2361775" y="311075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1968" y="1668"/>
                    <a:pt x="0" y="6505"/>
                    <a:pt x="2569" y="6505"/>
                  </a:cubicBezTo>
                  <a:cubicBezTo>
                    <a:pt x="5137" y="6505"/>
                    <a:pt x="3236" y="1801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8" name="Google Shape;3218;p16"/>
            <p:cNvSpPr/>
            <p:nvPr/>
          </p:nvSpPr>
          <p:spPr>
            <a:xfrm>
              <a:off x="1150075" y="229350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0"/>
                  </a:moveTo>
                  <a:cubicBezTo>
                    <a:pt x="2002" y="1701"/>
                    <a:pt x="0" y="6538"/>
                    <a:pt x="2569" y="6538"/>
                  </a:cubicBezTo>
                  <a:cubicBezTo>
                    <a:pt x="5137" y="6538"/>
                    <a:pt x="3269" y="1801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9" name="Google Shape;3219;p16"/>
            <p:cNvSpPr/>
            <p:nvPr/>
          </p:nvSpPr>
          <p:spPr>
            <a:xfrm>
              <a:off x="3177350" y="203500"/>
              <a:ext cx="131775" cy="167625"/>
            </a:xfrm>
            <a:custGeom>
              <a:avLst/>
              <a:gdLst/>
              <a:ahLst/>
              <a:cxnLst/>
              <a:rect l="l" t="t" r="r" b="b"/>
              <a:pathLst>
                <a:path w="5271" h="6705" extrusionOk="0">
                  <a:moveTo>
                    <a:pt x="2636" y="0"/>
                  </a:moveTo>
                  <a:cubicBezTo>
                    <a:pt x="2035" y="1735"/>
                    <a:pt x="0" y="6705"/>
                    <a:pt x="2636" y="6705"/>
                  </a:cubicBezTo>
                  <a:cubicBezTo>
                    <a:pt x="5271" y="6705"/>
                    <a:pt x="3336" y="1868"/>
                    <a:pt x="2636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0" name="Google Shape;3220;p16"/>
            <p:cNvSpPr/>
            <p:nvPr/>
          </p:nvSpPr>
          <p:spPr>
            <a:xfrm>
              <a:off x="4516625" y="287725"/>
              <a:ext cx="132625" cy="167625"/>
            </a:xfrm>
            <a:custGeom>
              <a:avLst/>
              <a:gdLst/>
              <a:ahLst/>
              <a:cxnLst/>
              <a:rect l="l" t="t" r="r" b="b"/>
              <a:pathLst>
                <a:path w="5305" h="6705" extrusionOk="0">
                  <a:moveTo>
                    <a:pt x="2670" y="0"/>
                  </a:moveTo>
                  <a:cubicBezTo>
                    <a:pt x="2069" y="1735"/>
                    <a:pt x="1" y="6705"/>
                    <a:pt x="2670" y="6705"/>
                  </a:cubicBezTo>
                  <a:cubicBezTo>
                    <a:pt x="5305" y="6705"/>
                    <a:pt x="3370" y="1835"/>
                    <a:pt x="2670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1" name="Google Shape;3221;p16"/>
            <p:cNvSpPr/>
            <p:nvPr/>
          </p:nvSpPr>
          <p:spPr>
            <a:xfrm>
              <a:off x="2141600" y="97487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702"/>
                    <a:pt x="1" y="6505"/>
                    <a:pt x="2569" y="6505"/>
                  </a:cubicBezTo>
                  <a:cubicBezTo>
                    <a:pt x="5138" y="6505"/>
                    <a:pt x="3270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2" name="Google Shape;3222;p16"/>
            <p:cNvSpPr/>
            <p:nvPr/>
          </p:nvSpPr>
          <p:spPr>
            <a:xfrm>
              <a:off x="1764675" y="1737100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2002" y="1668"/>
                    <a:pt x="0" y="6505"/>
                    <a:pt x="2569" y="6505"/>
                  </a:cubicBezTo>
                  <a:cubicBezTo>
                    <a:pt x="5137" y="6505"/>
                    <a:pt x="3269" y="1768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3" name="Google Shape;3223;p16"/>
            <p:cNvSpPr/>
            <p:nvPr/>
          </p:nvSpPr>
          <p:spPr>
            <a:xfrm>
              <a:off x="3074775" y="111997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702"/>
                    <a:pt x="0" y="6505"/>
                    <a:pt x="2569" y="6505"/>
                  </a:cubicBezTo>
                  <a:cubicBezTo>
                    <a:pt x="5137" y="6505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4" name="Google Shape;3224;p16"/>
            <p:cNvSpPr/>
            <p:nvPr/>
          </p:nvSpPr>
          <p:spPr>
            <a:xfrm>
              <a:off x="415375" y="124172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702"/>
                    <a:pt x="0" y="6505"/>
                    <a:pt x="2569" y="6505"/>
                  </a:cubicBezTo>
                  <a:cubicBezTo>
                    <a:pt x="5137" y="6505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5" name="Google Shape;3225;p16"/>
            <p:cNvSpPr/>
            <p:nvPr/>
          </p:nvSpPr>
          <p:spPr>
            <a:xfrm>
              <a:off x="380350" y="2140700"/>
              <a:ext cx="132625" cy="167650"/>
            </a:xfrm>
            <a:custGeom>
              <a:avLst/>
              <a:gdLst/>
              <a:ahLst/>
              <a:cxnLst/>
              <a:rect l="l" t="t" r="r" b="b"/>
              <a:pathLst>
                <a:path w="5305" h="6706" extrusionOk="0">
                  <a:moveTo>
                    <a:pt x="2636" y="1"/>
                  </a:moveTo>
                  <a:cubicBezTo>
                    <a:pt x="2069" y="1735"/>
                    <a:pt x="0" y="6706"/>
                    <a:pt x="2636" y="6706"/>
                  </a:cubicBezTo>
                  <a:cubicBezTo>
                    <a:pt x="5304" y="6706"/>
                    <a:pt x="3370" y="1836"/>
                    <a:pt x="2636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6" name="Google Shape;3226;p16"/>
            <p:cNvSpPr/>
            <p:nvPr/>
          </p:nvSpPr>
          <p:spPr>
            <a:xfrm>
              <a:off x="3653525" y="2276650"/>
              <a:ext cx="132625" cy="167625"/>
            </a:xfrm>
            <a:custGeom>
              <a:avLst/>
              <a:gdLst/>
              <a:ahLst/>
              <a:cxnLst/>
              <a:rect l="l" t="t" r="r" b="b"/>
              <a:pathLst>
                <a:path w="5305" h="6705" extrusionOk="0">
                  <a:moveTo>
                    <a:pt x="2669" y="0"/>
                  </a:moveTo>
                  <a:cubicBezTo>
                    <a:pt x="2068" y="1735"/>
                    <a:pt x="0" y="6705"/>
                    <a:pt x="2669" y="6705"/>
                  </a:cubicBezTo>
                  <a:cubicBezTo>
                    <a:pt x="5304" y="6705"/>
                    <a:pt x="3369" y="1868"/>
                    <a:pt x="26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7" name="Google Shape;3227;p16"/>
            <p:cNvSpPr/>
            <p:nvPr/>
          </p:nvSpPr>
          <p:spPr>
            <a:xfrm>
              <a:off x="2307550" y="155862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668"/>
                    <a:pt x="1" y="6505"/>
                    <a:pt x="2569" y="6505"/>
                  </a:cubicBezTo>
                  <a:cubicBezTo>
                    <a:pt x="5138" y="6505"/>
                    <a:pt x="3270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8" name="Google Shape;3228;p16"/>
            <p:cNvSpPr/>
            <p:nvPr/>
          </p:nvSpPr>
          <p:spPr>
            <a:xfrm>
              <a:off x="3263250" y="1710400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9" name="Google Shape;3229;p16"/>
            <p:cNvSpPr/>
            <p:nvPr/>
          </p:nvSpPr>
          <p:spPr>
            <a:xfrm>
              <a:off x="82625" y="503700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1" y="6539"/>
                    <a:pt x="2569" y="6539"/>
                  </a:cubicBezTo>
                  <a:cubicBezTo>
                    <a:pt x="5138" y="6539"/>
                    <a:pt x="3270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0" name="Google Shape;3230;p16"/>
            <p:cNvSpPr/>
            <p:nvPr/>
          </p:nvSpPr>
          <p:spPr>
            <a:xfrm>
              <a:off x="3912025" y="1474400"/>
              <a:ext cx="131800" cy="167650"/>
            </a:xfrm>
            <a:custGeom>
              <a:avLst/>
              <a:gdLst/>
              <a:ahLst/>
              <a:cxnLst/>
              <a:rect l="l" t="t" r="r" b="b"/>
              <a:pathLst>
                <a:path w="5272" h="6706" extrusionOk="0">
                  <a:moveTo>
                    <a:pt x="2636" y="0"/>
                  </a:moveTo>
                  <a:cubicBezTo>
                    <a:pt x="2036" y="1735"/>
                    <a:pt x="1" y="6705"/>
                    <a:pt x="2636" y="6705"/>
                  </a:cubicBezTo>
                  <a:cubicBezTo>
                    <a:pt x="5271" y="6705"/>
                    <a:pt x="3337" y="1868"/>
                    <a:pt x="2636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1" name="Google Shape;3231;p16"/>
            <p:cNvSpPr/>
            <p:nvPr/>
          </p:nvSpPr>
          <p:spPr>
            <a:xfrm>
              <a:off x="4092800" y="1049300"/>
              <a:ext cx="132600" cy="167650"/>
            </a:xfrm>
            <a:custGeom>
              <a:avLst/>
              <a:gdLst/>
              <a:ahLst/>
              <a:cxnLst/>
              <a:rect l="l" t="t" r="r" b="b"/>
              <a:pathLst>
                <a:path w="5304" h="6706" extrusionOk="0">
                  <a:moveTo>
                    <a:pt x="2669" y="1"/>
                  </a:moveTo>
                  <a:cubicBezTo>
                    <a:pt x="2068" y="1735"/>
                    <a:pt x="0" y="6705"/>
                    <a:pt x="2669" y="6705"/>
                  </a:cubicBezTo>
                  <a:cubicBezTo>
                    <a:pt x="5304" y="6705"/>
                    <a:pt x="3369" y="1835"/>
                    <a:pt x="26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2" name="Google Shape;3232;p16"/>
            <p:cNvSpPr/>
            <p:nvPr/>
          </p:nvSpPr>
          <p:spPr>
            <a:xfrm>
              <a:off x="2616950" y="174042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0"/>
                  </a:moveTo>
                  <a:cubicBezTo>
                    <a:pt x="2002" y="1702"/>
                    <a:pt x="0" y="6505"/>
                    <a:pt x="2569" y="6505"/>
                  </a:cubicBezTo>
                  <a:cubicBezTo>
                    <a:pt x="5137" y="6505"/>
                    <a:pt x="3269" y="1802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189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3" name="Google Shape;3233;p16"/>
            <p:cNvSpPr/>
            <p:nvPr/>
          </p:nvSpPr>
          <p:spPr>
            <a:xfrm>
              <a:off x="3572625" y="189302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669"/>
                    <a:pt x="1" y="6505"/>
                    <a:pt x="2569" y="6505"/>
                  </a:cubicBezTo>
                  <a:cubicBezTo>
                    <a:pt x="5138" y="6505"/>
                    <a:pt x="3270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189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4" name="Google Shape;3234;p16"/>
            <p:cNvSpPr/>
            <p:nvPr/>
          </p:nvSpPr>
          <p:spPr>
            <a:xfrm>
              <a:off x="392025" y="68632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669"/>
                    <a:pt x="0" y="6506"/>
                    <a:pt x="2569" y="6506"/>
                  </a:cubicBezTo>
                  <a:cubicBezTo>
                    <a:pt x="5137" y="6506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5" name="Google Shape;3235;p16"/>
            <p:cNvSpPr/>
            <p:nvPr/>
          </p:nvSpPr>
          <p:spPr>
            <a:xfrm>
              <a:off x="6047850" y="15512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0"/>
                  </a:moveTo>
                  <a:cubicBezTo>
                    <a:pt x="2001" y="1702"/>
                    <a:pt x="0" y="6505"/>
                    <a:pt x="2569" y="6505"/>
                  </a:cubicBezTo>
                  <a:cubicBezTo>
                    <a:pt x="5137" y="6505"/>
                    <a:pt x="3236" y="1802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6" name="Google Shape;3236;p16"/>
            <p:cNvSpPr/>
            <p:nvPr/>
          </p:nvSpPr>
          <p:spPr>
            <a:xfrm>
              <a:off x="8380325" y="519550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0"/>
                  </a:moveTo>
                  <a:cubicBezTo>
                    <a:pt x="1969" y="1668"/>
                    <a:pt x="1" y="6505"/>
                    <a:pt x="2569" y="6505"/>
                  </a:cubicBezTo>
                  <a:cubicBezTo>
                    <a:pt x="5138" y="6505"/>
                    <a:pt x="3237" y="1802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7" name="Google Shape;3237;p16"/>
            <p:cNvSpPr/>
            <p:nvPr/>
          </p:nvSpPr>
          <p:spPr>
            <a:xfrm>
              <a:off x="5712600" y="1710400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36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8" name="Google Shape;3238;p16"/>
            <p:cNvSpPr/>
            <p:nvPr/>
          </p:nvSpPr>
          <p:spPr>
            <a:xfrm>
              <a:off x="4869500" y="0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9" name="Google Shape;3239;p16"/>
            <p:cNvSpPr/>
            <p:nvPr/>
          </p:nvSpPr>
          <p:spPr>
            <a:xfrm>
              <a:off x="4471725" y="1522775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2001" y="1701"/>
                    <a:pt x="0" y="6505"/>
                    <a:pt x="2569" y="6505"/>
                  </a:cubicBezTo>
                  <a:cubicBezTo>
                    <a:pt x="5137" y="6505"/>
                    <a:pt x="3269" y="1801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0" name="Google Shape;3240;p16"/>
            <p:cNvSpPr/>
            <p:nvPr/>
          </p:nvSpPr>
          <p:spPr>
            <a:xfrm>
              <a:off x="6783375" y="311075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1968" y="1668"/>
                    <a:pt x="0" y="6505"/>
                    <a:pt x="2569" y="6505"/>
                  </a:cubicBezTo>
                  <a:cubicBezTo>
                    <a:pt x="5137" y="6505"/>
                    <a:pt x="3236" y="1801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1" name="Google Shape;3241;p16"/>
            <p:cNvSpPr/>
            <p:nvPr/>
          </p:nvSpPr>
          <p:spPr>
            <a:xfrm>
              <a:off x="5571675" y="229350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0"/>
                  </a:moveTo>
                  <a:cubicBezTo>
                    <a:pt x="2002" y="1701"/>
                    <a:pt x="0" y="6538"/>
                    <a:pt x="2569" y="6538"/>
                  </a:cubicBezTo>
                  <a:cubicBezTo>
                    <a:pt x="5137" y="6538"/>
                    <a:pt x="3269" y="1801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2" name="Google Shape;3242;p16"/>
            <p:cNvSpPr/>
            <p:nvPr/>
          </p:nvSpPr>
          <p:spPr>
            <a:xfrm>
              <a:off x="7598950" y="203500"/>
              <a:ext cx="131775" cy="167625"/>
            </a:xfrm>
            <a:custGeom>
              <a:avLst/>
              <a:gdLst/>
              <a:ahLst/>
              <a:cxnLst/>
              <a:rect l="l" t="t" r="r" b="b"/>
              <a:pathLst>
                <a:path w="5271" h="6705" extrusionOk="0">
                  <a:moveTo>
                    <a:pt x="2636" y="0"/>
                  </a:moveTo>
                  <a:cubicBezTo>
                    <a:pt x="2035" y="1735"/>
                    <a:pt x="0" y="6705"/>
                    <a:pt x="2636" y="6705"/>
                  </a:cubicBezTo>
                  <a:cubicBezTo>
                    <a:pt x="5271" y="6705"/>
                    <a:pt x="3336" y="1868"/>
                    <a:pt x="2636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3" name="Google Shape;3243;p16"/>
            <p:cNvSpPr/>
            <p:nvPr/>
          </p:nvSpPr>
          <p:spPr>
            <a:xfrm>
              <a:off x="6563200" y="97487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702"/>
                    <a:pt x="1" y="6505"/>
                    <a:pt x="2569" y="6505"/>
                  </a:cubicBezTo>
                  <a:cubicBezTo>
                    <a:pt x="5138" y="6505"/>
                    <a:pt x="3270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4" name="Google Shape;3244;p16"/>
            <p:cNvSpPr/>
            <p:nvPr/>
          </p:nvSpPr>
          <p:spPr>
            <a:xfrm>
              <a:off x="6186275" y="1737100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2002" y="1668"/>
                    <a:pt x="0" y="6505"/>
                    <a:pt x="2569" y="6505"/>
                  </a:cubicBezTo>
                  <a:cubicBezTo>
                    <a:pt x="5137" y="6505"/>
                    <a:pt x="3269" y="1768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5" name="Google Shape;3245;p16"/>
            <p:cNvSpPr/>
            <p:nvPr/>
          </p:nvSpPr>
          <p:spPr>
            <a:xfrm>
              <a:off x="7496375" y="111997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702"/>
                    <a:pt x="0" y="6505"/>
                    <a:pt x="2569" y="6505"/>
                  </a:cubicBezTo>
                  <a:cubicBezTo>
                    <a:pt x="5137" y="6505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6" name="Google Shape;3246;p16"/>
            <p:cNvSpPr/>
            <p:nvPr/>
          </p:nvSpPr>
          <p:spPr>
            <a:xfrm>
              <a:off x="4760775" y="108932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702"/>
                    <a:pt x="0" y="6505"/>
                    <a:pt x="2569" y="6505"/>
                  </a:cubicBezTo>
                  <a:cubicBezTo>
                    <a:pt x="5137" y="6505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7" name="Google Shape;3247;p16"/>
            <p:cNvSpPr/>
            <p:nvPr/>
          </p:nvSpPr>
          <p:spPr>
            <a:xfrm>
              <a:off x="4801950" y="2140700"/>
              <a:ext cx="132625" cy="167650"/>
            </a:xfrm>
            <a:custGeom>
              <a:avLst/>
              <a:gdLst/>
              <a:ahLst/>
              <a:cxnLst/>
              <a:rect l="l" t="t" r="r" b="b"/>
              <a:pathLst>
                <a:path w="5305" h="6706" extrusionOk="0">
                  <a:moveTo>
                    <a:pt x="2636" y="1"/>
                  </a:moveTo>
                  <a:cubicBezTo>
                    <a:pt x="2069" y="1735"/>
                    <a:pt x="0" y="6706"/>
                    <a:pt x="2636" y="6706"/>
                  </a:cubicBezTo>
                  <a:cubicBezTo>
                    <a:pt x="5304" y="6706"/>
                    <a:pt x="3370" y="1836"/>
                    <a:pt x="2636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8" name="Google Shape;3248;p16"/>
            <p:cNvSpPr/>
            <p:nvPr/>
          </p:nvSpPr>
          <p:spPr>
            <a:xfrm>
              <a:off x="8075125" y="2276650"/>
              <a:ext cx="132625" cy="167625"/>
            </a:xfrm>
            <a:custGeom>
              <a:avLst/>
              <a:gdLst/>
              <a:ahLst/>
              <a:cxnLst/>
              <a:rect l="l" t="t" r="r" b="b"/>
              <a:pathLst>
                <a:path w="5305" h="6705" extrusionOk="0">
                  <a:moveTo>
                    <a:pt x="2669" y="0"/>
                  </a:moveTo>
                  <a:cubicBezTo>
                    <a:pt x="2068" y="1735"/>
                    <a:pt x="0" y="6705"/>
                    <a:pt x="2669" y="6705"/>
                  </a:cubicBezTo>
                  <a:cubicBezTo>
                    <a:pt x="5304" y="6705"/>
                    <a:pt x="3369" y="1868"/>
                    <a:pt x="26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9" name="Google Shape;3249;p16"/>
            <p:cNvSpPr/>
            <p:nvPr/>
          </p:nvSpPr>
          <p:spPr>
            <a:xfrm>
              <a:off x="6729150" y="155862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668"/>
                    <a:pt x="1" y="6505"/>
                    <a:pt x="2569" y="6505"/>
                  </a:cubicBezTo>
                  <a:cubicBezTo>
                    <a:pt x="5138" y="6505"/>
                    <a:pt x="3270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0" name="Google Shape;3250;p16"/>
            <p:cNvSpPr/>
            <p:nvPr/>
          </p:nvSpPr>
          <p:spPr>
            <a:xfrm>
              <a:off x="7684850" y="1710400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1" name="Google Shape;3251;p16"/>
            <p:cNvSpPr/>
            <p:nvPr/>
          </p:nvSpPr>
          <p:spPr>
            <a:xfrm>
              <a:off x="4504225" y="503700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1" y="6539"/>
                    <a:pt x="2569" y="6539"/>
                  </a:cubicBezTo>
                  <a:cubicBezTo>
                    <a:pt x="5138" y="6539"/>
                    <a:pt x="3270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2" name="Google Shape;3252;p16"/>
            <p:cNvSpPr/>
            <p:nvPr/>
          </p:nvSpPr>
          <p:spPr>
            <a:xfrm>
              <a:off x="8333625" y="1474400"/>
              <a:ext cx="131800" cy="167650"/>
            </a:xfrm>
            <a:custGeom>
              <a:avLst/>
              <a:gdLst/>
              <a:ahLst/>
              <a:cxnLst/>
              <a:rect l="l" t="t" r="r" b="b"/>
              <a:pathLst>
                <a:path w="5272" h="6706" extrusionOk="0">
                  <a:moveTo>
                    <a:pt x="2636" y="0"/>
                  </a:moveTo>
                  <a:cubicBezTo>
                    <a:pt x="2036" y="1735"/>
                    <a:pt x="1" y="6705"/>
                    <a:pt x="2636" y="6705"/>
                  </a:cubicBezTo>
                  <a:cubicBezTo>
                    <a:pt x="5271" y="6705"/>
                    <a:pt x="3337" y="1868"/>
                    <a:pt x="2636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3" name="Google Shape;3253;p16"/>
            <p:cNvSpPr/>
            <p:nvPr/>
          </p:nvSpPr>
          <p:spPr>
            <a:xfrm>
              <a:off x="4813625" y="68632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669"/>
                    <a:pt x="0" y="6506"/>
                    <a:pt x="2569" y="6506"/>
                  </a:cubicBezTo>
                  <a:cubicBezTo>
                    <a:pt x="5137" y="6506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4" name="Google Shape;3254;p16"/>
            <p:cNvSpPr/>
            <p:nvPr/>
          </p:nvSpPr>
          <p:spPr>
            <a:xfrm>
              <a:off x="6169800" y="1177000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36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5" name="Google Shape;3255;p16"/>
            <p:cNvSpPr/>
            <p:nvPr/>
          </p:nvSpPr>
          <p:spPr>
            <a:xfrm flipH="1">
              <a:off x="1517850" y="765563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702"/>
                    <a:pt x="0" y="6505"/>
                    <a:pt x="2569" y="6505"/>
                  </a:cubicBezTo>
                  <a:cubicBezTo>
                    <a:pt x="5137" y="6505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6" name="Google Shape;3256;p16"/>
            <p:cNvSpPr/>
            <p:nvPr/>
          </p:nvSpPr>
          <p:spPr>
            <a:xfrm flipH="1">
              <a:off x="1329375" y="1355988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7" name="Google Shape;3257;p16"/>
            <p:cNvSpPr/>
            <p:nvPr/>
          </p:nvSpPr>
          <p:spPr>
            <a:xfrm>
              <a:off x="7751450" y="755550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36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8" name="Google Shape;3258;p16"/>
            <p:cNvSpPr/>
            <p:nvPr/>
          </p:nvSpPr>
          <p:spPr>
            <a:xfrm>
              <a:off x="8225125" y="782250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2002" y="1668"/>
                    <a:pt x="0" y="6505"/>
                    <a:pt x="2569" y="6505"/>
                  </a:cubicBezTo>
                  <a:cubicBezTo>
                    <a:pt x="5137" y="6505"/>
                    <a:pt x="3269" y="1768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9" name="Google Shape;3259;p16"/>
            <p:cNvSpPr/>
            <p:nvPr/>
          </p:nvSpPr>
          <p:spPr>
            <a:xfrm>
              <a:off x="3335788" y="712175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36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0" name="Google Shape;3260;p16"/>
            <p:cNvSpPr/>
            <p:nvPr/>
          </p:nvSpPr>
          <p:spPr>
            <a:xfrm>
              <a:off x="3809463" y="738875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2002" y="1668"/>
                    <a:pt x="0" y="6505"/>
                    <a:pt x="2569" y="6505"/>
                  </a:cubicBezTo>
                  <a:cubicBezTo>
                    <a:pt x="5137" y="6505"/>
                    <a:pt x="3269" y="1768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1" name="Google Shape;3261;p16"/>
            <p:cNvSpPr/>
            <p:nvPr/>
          </p:nvSpPr>
          <p:spPr>
            <a:xfrm>
              <a:off x="1716500" y="2260650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0"/>
                  </a:moveTo>
                  <a:cubicBezTo>
                    <a:pt x="2001" y="1702"/>
                    <a:pt x="0" y="6505"/>
                    <a:pt x="2569" y="6505"/>
                  </a:cubicBezTo>
                  <a:cubicBezTo>
                    <a:pt x="5137" y="6505"/>
                    <a:pt x="3236" y="1802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2" name="Google Shape;3262;p16"/>
            <p:cNvSpPr/>
            <p:nvPr/>
          </p:nvSpPr>
          <p:spPr>
            <a:xfrm>
              <a:off x="4048975" y="262507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0"/>
                  </a:moveTo>
                  <a:cubicBezTo>
                    <a:pt x="1969" y="1668"/>
                    <a:pt x="1" y="6505"/>
                    <a:pt x="2569" y="6505"/>
                  </a:cubicBezTo>
                  <a:cubicBezTo>
                    <a:pt x="5138" y="6505"/>
                    <a:pt x="3237" y="1802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3" name="Google Shape;3263;p16"/>
            <p:cNvSpPr/>
            <p:nvPr/>
          </p:nvSpPr>
          <p:spPr>
            <a:xfrm>
              <a:off x="1381250" y="3815925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36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4" name="Google Shape;3264;p16"/>
            <p:cNvSpPr/>
            <p:nvPr/>
          </p:nvSpPr>
          <p:spPr>
            <a:xfrm>
              <a:off x="538150" y="2105525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5" name="Google Shape;3265;p16"/>
            <p:cNvSpPr/>
            <p:nvPr/>
          </p:nvSpPr>
          <p:spPr>
            <a:xfrm>
              <a:off x="140375" y="3628300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2001" y="1701"/>
                    <a:pt x="0" y="6505"/>
                    <a:pt x="2569" y="6505"/>
                  </a:cubicBezTo>
                  <a:cubicBezTo>
                    <a:pt x="5137" y="6505"/>
                    <a:pt x="3269" y="1801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6" name="Google Shape;3266;p16"/>
            <p:cNvSpPr/>
            <p:nvPr/>
          </p:nvSpPr>
          <p:spPr>
            <a:xfrm>
              <a:off x="2452025" y="2416600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1968" y="1668"/>
                    <a:pt x="0" y="6505"/>
                    <a:pt x="2569" y="6505"/>
                  </a:cubicBezTo>
                  <a:cubicBezTo>
                    <a:pt x="5137" y="6505"/>
                    <a:pt x="3236" y="1801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7" name="Google Shape;3267;p16"/>
            <p:cNvSpPr/>
            <p:nvPr/>
          </p:nvSpPr>
          <p:spPr>
            <a:xfrm>
              <a:off x="1240325" y="2334875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0"/>
                  </a:moveTo>
                  <a:cubicBezTo>
                    <a:pt x="2002" y="1701"/>
                    <a:pt x="0" y="6538"/>
                    <a:pt x="2569" y="6538"/>
                  </a:cubicBezTo>
                  <a:cubicBezTo>
                    <a:pt x="5137" y="6538"/>
                    <a:pt x="3269" y="1801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8" name="Google Shape;3268;p16"/>
            <p:cNvSpPr/>
            <p:nvPr/>
          </p:nvSpPr>
          <p:spPr>
            <a:xfrm>
              <a:off x="3267600" y="2309025"/>
              <a:ext cx="131775" cy="167625"/>
            </a:xfrm>
            <a:custGeom>
              <a:avLst/>
              <a:gdLst/>
              <a:ahLst/>
              <a:cxnLst/>
              <a:rect l="l" t="t" r="r" b="b"/>
              <a:pathLst>
                <a:path w="5271" h="6705" extrusionOk="0">
                  <a:moveTo>
                    <a:pt x="2636" y="0"/>
                  </a:moveTo>
                  <a:cubicBezTo>
                    <a:pt x="2035" y="1735"/>
                    <a:pt x="0" y="6705"/>
                    <a:pt x="2636" y="6705"/>
                  </a:cubicBezTo>
                  <a:cubicBezTo>
                    <a:pt x="5271" y="6705"/>
                    <a:pt x="3336" y="1868"/>
                    <a:pt x="2636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9" name="Google Shape;3269;p16"/>
            <p:cNvSpPr/>
            <p:nvPr/>
          </p:nvSpPr>
          <p:spPr>
            <a:xfrm>
              <a:off x="4606875" y="2393250"/>
              <a:ext cx="132625" cy="167625"/>
            </a:xfrm>
            <a:custGeom>
              <a:avLst/>
              <a:gdLst/>
              <a:ahLst/>
              <a:cxnLst/>
              <a:rect l="l" t="t" r="r" b="b"/>
              <a:pathLst>
                <a:path w="5305" h="6705" extrusionOk="0">
                  <a:moveTo>
                    <a:pt x="2670" y="0"/>
                  </a:moveTo>
                  <a:cubicBezTo>
                    <a:pt x="2069" y="1735"/>
                    <a:pt x="1" y="6705"/>
                    <a:pt x="2670" y="6705"/>
                  </a:cubicBezTo>
                  <a:cubicBezTo>
                    <a:pt x="5305" y="6705"/>
                    <a:pt x="3370" y="1835"/>
                    <a:pt x="2670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0" name="Google Shape;3270;p16"/>
            <p:cNvSpPr/>
            <p:nvPr/>
          </p:nvSpPr>
          <p:spPr>
            <a:xfrm>
              <a:off x="2231850" y="3080400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702"/>
                    <a:pt x="1" y="6505"/>
                    <a:pt x="2569" y="6505"/>
                  </a:cubicBezTo>
                  <a:cubicBezTo>
                    <a:pt x="5138" y="6505"/>
                    <a:pt x="3270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1" name="Google Shape;3271;p16"/>
            <p:cNvSpPr/>
            <p:nvPr/>
          </p:nvSpPr>
          <p:spPr>
            <a:xfrm>
              <a:off x="1854925" y="3842625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2002" y="1668"/>
                    <a:pt x="0" y="6505"/>
                    <a:pt x="2569" y="6505"/>
                  </a:cubicBezTo>
                  <a:cubicBezTo>
                    <a:pt x="5137" y="6505"/>
                    <a:pt x="3269" y="1768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2" name="Google Shape;3272;p16"/>
            <p:cNvSpPr/>
            <p:nvPr/>
          </p:nvSpPr>
          <p:spPr>
            <a:xfrm>
              <a:off x="3165025" y="3225500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702"/>
                    <a:pt x="0" y="6505"/>
                    <a:pt x="2569" y="6505"/>
                  </a:cubicBezTo>
                  <a:cubicBezTo>
                    <a:pt x="5137" y="6505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3" name="Google Shape;3273;p16"/>
            <p:cNvSpPr/>
            <p:nvPr/>
          </p:nvSpPr>
          <p:spPr>
            <a:xfrm>
              <a:off x="505625" y="3347250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702"/>
                    <a:pt x="0" y="6505"/>
                    <a:pt x="2569" y="6505"/>
                  </a:cubicBezTo>
                  <a:cubicBezTo>
                    <a:pt x="5137" y="6505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4" name="Google Shape;3274;p16"/>
            <p:cNvSpPr/>
            <p:nvPr/>
          </p:nvSpPr>
          <p:spPr>
            <a:xfrm>
              <a:off x="470600" y="4246225"/>
              <a:ext cx="132625" cy="167650"/>
            </a:xfrm>
            <a:custGeom>
              <a:avLst/>
              <a:gdLst/>
              <a:ahLst/>
              <a:cxnLst/>
              <a:rect l="l" t="t" r="r" b="b"/>
              <a:pathLst>
                <a:path w="5305" h="6706" extrusionOk="0">
                  <a:moveTo>
                    <a:pt x="2636" y="1"/>
                  </a:moveTo>
                  <a:cubicBezTo>
                    <a:pt x="2069" y="1735"/>
                    <a:pt x="0" y="6706"/>
                    <a:pt x="2636" y="6706"/>
                  </a:cubicBezTo>
                  <a:cubicBezTo>
                    <a:pt x="5304" y="6706"/>
                    <a:pt x="3370" y="1836"/>
                    <a:pt x="2636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5" name="Google Shape;3275;p16"/>
            <p:cNvSpPr/>
            <p:nvPr/>
          </p:nvSpPr>
          <p:spPr>
            <a:xfrm>
              <a:off x="3743775" y="4382175"/>
              <a:ext cx="132625" cy="167625"/>
            </a:xfrm>
            <a:custGeom>
              <a:avLst/>
              <a:gdLst/>
              <a:ahLst/>
              <a:cxnLst/>
              <a:rect l="l" t="t" r="r" b="b"/>
              <a:pathLst>
                <a:path w="5305" h="6705" extrusionOk="0">
                  <a:moveTo>
                    <a:pt x="2669" y="0"/>
                  </a:moveTo>
                  <a:cubicBezTo>
                    <a:pt x="2068" y="1735"/>
                    <a:pt x="0" y="6705"/>
                    <a:pt x="2669" y="6705"/>
                  </a:cubicBezTo>
                  <a:cubicBezTo>
                    <a:pt x="5304" y="6705"/>
                    <a:pt x="3369" y="1868"/>
                    <a:pt x="26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6" name="Google Shape;3276;p16"/>
            <p:cNvSpPr/>
            <p:nvPr/>
          </p:nvSpPr>
          <p:spPr>
            <a:xfrm>
              <a:off x="2397800" y="3664150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668"/>
                    <a:pt x="1" y="6505"/>
                    <a:pt x="2569" y="6505"/>
                  </a:cubicBezTo>
                  <a:cubicBezTo>
                    <a:pt x="5138" y="6505"/>
                    <a:pt x="3270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7" name="Google Shape;3277;p16"/>
            <p:cNvSpPr/>
            <p:nvPr/>
          </p:nvSpPr>
          <p:spPr>
            <a:xfrm>
              <a:off x="3353500" y="3815925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8" name="Google Shape;3278;p16"/>
            <p:cNvSpPr/>
            <p:nvPr/>
          </p:nvSpPr>
          <p:spPr>
            <a:xfrm>
              <a:off x="172875" y="2609225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1" y="6539"/>
                    <a:pt x="2569" y="6539"/>
                  </a:cubicBezTo>
                  <a:cubicBezTo>
                    <a:pt x="5138" y="6539"/>
                    <a:pt x="3270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9" name="Google Shape;3279;p16"/>
            <p:cNvSpPr/>
            <p:nvPr/>
          </p:nvSpPr>
          <p:spPr>
            <a:xfrm>
              <a:off x="4002275" y="3579925"/>
              <a:ext cx="131800" cy="167650"/>
            </a:xfrm>
            <a:custGeom>
              <a:avLst/>
              <a:gdLst/>
              <a:ahLst/>
              <a:cxnLst/>
              <a:rect l="l" t="t" r="r" b="b"/>
              <a:pathLst>
                <a:path w="5272" h="6706" extrusionOk="0">
                  <a:moveTo>
                    <a:pt x="2636" y="0"/>
                  </a:moveTo>
                  <a:cubicBezTo>
                    <a:pt x="2036" y="1735"/>
                    <a:pt x="1" y="6705"/>
                    <a:pt x="2636" y="6705"/>
                  </a:cubicBezTo>
                  <a:cubicBezTo>
                    <a:pt x="5271" y="6705"/>
                    <a:pt x="3337" y="1868"/>
                    <a:pt x="2636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0" name="Google Shape;3280;p16"/>
            <p:cNvSpPr/>
            <p:nvPr/>
          </p:nvSpPr>
          <p:spPr>
            <a:xfrm>
              <a:off x="4183050" y="3154825"/>
              <a:ext cx="132600" cy="167650"/>
            </a:xfrm>
            <a:custGeom>
              <a:avLst/>
              <a:gdLst/>
              <a:ahLst/>
              <a:cxnLst/>
              <a:rect l="l" t="t" r="r" b="b"/>
              <a:pathLst>
                <a:path w="5304" h="6706" extrusionOk="0">
                  <a:moveTo>
                    <a:pt x="2669" y="1"/>
                  </a:moveTo>
                  <a:cubicBezTo>
                    <a:pt x="2068" y="1735"/>
                    <a:pt x="0" y="6705"/>
                    <a:pt x="2669" y="6705"/>
                  </a:cubicBezTo>
                  <a:cubicBezTo>
                    <a:pt x="5304" y="6705"/>
                    <a:pt x="3369" y="1835"/>
                    <a:pt x="26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1" name="Google Shape;3281;p16"/>
            <p:cNvSpPr/>
            <p:nvPr/>
          </p:nvSpPr>
          <p:spPr>
            <a:xfrm>
              <a:off x="2025875" y="244327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1969" y="1668"/>
                    <a:pt x="1" y="6505"/>
                    <a:pt x="2569" y="6505"/>
                  </a:cubicBezTo>
                  <a:cubicBezTo>
                    <a:pt x="5138" y="6505"/>
                    <a:pt x="3236" y="1769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189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2" name="Google Shape;3282;p16"/>
            <p:cNvSpPr/>
            <p:nvPr/>
          </p:nvSpPr>
          <p:spPr>
            <a:xfrm>
              <a:off x="3576975" y="2491650"/>
              <a:ext cx="131800" cy="167650"/>
            </a:xfrm>
            <a:custGeom>
              <a:avLst/>
              <a:gdLst/>
              <a:ahLst/>
              <a:cxnLst/>
              <a:rect l="l" t="t" r="r" b="b"/>
              <a:pathLst>
                <a:path w="5272" h="6706" extrusionOk="0">
                  <a:moveTo>
                    <a:pt x="2636" y="0"/>
                  </a:moveTo>
                  <a:cubicBezTo>
                    <a:pt x="2036" y="1735"/>
                    <a:pt x="1" y="6705"/>
                    <a:pt x="2636" y="6705"/>
                  </a:cubicBezTo>
                  <a:cubicBezTo>
                    <a:pt x="5271" y="6705"/>
                    <a:pt x="3337" y="1835"/>
                    <a:pt x="2636" y="0"/>
                  </a:cubicBezTo>
                  <a:close/>
                </a:path>
              </a:pathLst>
            </a:custGeom>
            <a:solidFill>
              <a:srgbClr val="191919">
                <a:alpha val="189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3" name="Google Shape;3283;p16"/>
            <p:cNvSpPr/>
            <p:nvPr/>
          </p:nvSpPr>
          <p:spPr>
            <a:xfrm>
              <a:off x="2707200" y="3845950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0"/>
                  </a:moveTo>
                  <a:cubicBezTo>
                    <a:pt x="2002" y="1702"/>
                    <a:pt x="0" y="6505"/>
                    <a:pt x="2569" y="6505"/>
                  </a:cubicBezTo>
                  <a:cubicBezTo>
                    <a:pt x="5137" y="6505"/>
                    <a:pt x="3269" y="1802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189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4" name="Google Shape;3284;p16"/>
            <p:cNvSpPr/>
            <p:nvPr/>
          </p:nvSpPr>
          <p:spPr>
            <a:xfrm>
              <a:off x="482275" y="2791850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669"/>
                    <a:pt x="0" y="6506"/>
                    <a:pt x="2569" y="6506"/>
                  </a:cubicBezTo>
                  <a:cubicBezTo>
                    <a:pt x="5137" y="6506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5" name="Google Shape;3285;p16"/>
            <p:cNvSpPr/>
            <p:nvPr/>
          </p:nvSpPr>
          <p:spPr>
            <a:xfrm>
              <a:off x="6138100" y="2260650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0"/>
                  </a:moveTo>
                  <a:cubicBezTo>
                    <a:pt x="2001" y="1702"/>
                    <a:pt x="0" y="6505"/>
                    <a:pt x="2569" y="6505"/>
                  </a:cubicBezTo>
                  <a:cubicBezTo>
                    <a:pt x="5137" y="6505"/>
                    <a:pt x="3236" y="1802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6" name="Google Shape;3286;p16"/>
            <p:cNvSpPr/>
            <p:nvPr/>
          </p:nvSpPr>
          <p:spPr>
            <a:xfrm>
              <a:off x="8470575" y="262507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0"/>
                  </a:moveTo>
                  <a:cubicBezTo>
                    <a:pt x="1969" y="1668"/>
                    <a:pt x="1" y="6505"/>
                    <a:pt x="2569" y="6505"/>
                  </a:cubicBezTo>
                  <a:cubicBezTo>
                    <a:pt x="5138" y="6505"/>
                    <a:pt x="3237" y="1802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7" name="Google Shape;3287;p16"/>
            <p:cNvSpPr/>
            <p:nvPr/>
          </p:nvSpPr>
          <p:spPr>
            <a:xfrm>
              <a:off x="5802850" y="3815925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36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8" name="Google Shape;3288;p16"/>
            <p:cNvSpPr/>
            <p:nvPr/>
          </p:nvSpPr>
          <p:spPr>
            <a:xfrm>
              <a:off x="4959750" y="2105525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9" name="Google Shape;3289;p16"/>
            <p:cNvSpPr/>
            <p:nvPr/>
          </p:nvSpPr>
          <p:spPr>
            <a:xfrm>
              <a:off x="4561975" y="3628300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2001" y="1701"/>
                    <a:pt x="0" y="6505"/>
                    <a:pt x="2569" y="6505"/>
                  </a:cubicBezTo>
                  <a:cubicBezTo>
                    <a:pt x="5137" y="6505"/>
                    <a:pt x="3269" y="1801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0" name="Google Shape;3290;p16"/>
            <p:cNvSpPr/>
            <p:nvPr/>
          </p:nvSpPr>
          <p:spPr>
            <a:xfrm>
              <a:off x="6873625" y="2416600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1968" y="1668"/>
                    <a:pt x="0" y="6505"/>
                    <a:pt x="2569" y="6505"/>
                  </a:cubicBezTo>
                  <a:cubicBezTo>
                    <a:pt x="5137" y="6505"/>
                    <a:pt x="3236" y="1801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1" name="Google Shape;3291;p16"/>
            <p:cNvSpPr/>
            <p:nvPr/>
          </p:nvSpPr>
          <p:spPr>
            <a:xfrm>
              <a:off x="5661925" y="2334875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0"/>
                  </a:moveTo>
                  <a:cubicBezTo>
                    <a:pt x="2002" y="1701"/>
                    <a:pt x="0" y="6538"/>
                    <a:pt x="2569" y="6538"/>
                  </a:cubicBezTo>
                  <a:cubicBezTo>
                    <a:pt x="5137" y="6538"/>
                    <a:pt x="3269" y="1801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2" name="Google Shape;3292;p16"/>
            <p:cNvSpPr/>
            <p:nvPr/>
          </p:nvSpPr>
          <p:spPr>
            <a:xfrm>
              <a:off x="7689200" y="2309025"/>
              <a:ext cx="131775" cy="167625"/>
            </a:xfrm>
            <a:custGeom>
              <a:avLst/>
              <a:gdLst/>
              <a:ahLst/>
              <a:cxnLst/>
              <a:rect l="l" t="t" r="r" b="b"/>
              <a:pathLst>
                <a:path w="5271" h="6705" extrusionOk="0">
                  <a:moveTo>
                    <a:pt x="2636" y="0"/>
                  </a:moveTo>
                  <a:cubicBezTo>
                    <a:pt x="2035" y="1735"/>
                    <a:pt x="0" y="6705"/>
                    <a:pt x="2636" y="6705"/>
                  </a:cubicBezTo>
                  <a:cubicBezTo>
                    <a:pt x="5271" y="6705"/>
                    <a:pt x="3336" y="1868"/>
                    <a:pt x="2636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3" name="Google Shape;3293;p16"/>
            <p:cNvSpPr/>
            <p:nvPr/>
          </p:nvSpPr>
          <p:spPr>
            <a:xfrm>
              <a:off x="6653450" y="3080400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702"/>
                    <a:pt x="1" y="6505"/>
                    <a:pt x="2569" y="6505"/>
                  </a:cubicBezTo>
                  <a:cubicBezTo>
                    <a:pt x="5138" y="6505"/>
                    <a:pt x="3270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4" name="Google Shape;3294;p16"/>
            <p:cNvSpPr/>
            <p:nvPr/>
          </p:nvSpPr>
          <p:spPr>
            <a:xfrm>
              <a:off x="6276525" y="3842625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2002" y="1668"/>
                    <a:pt x="0" y="6505"/>
                    <a:pt x="2569" y="6505"/>
                  </a:cubicBezTo>
                  <a:cubicBezTo>
                    <a:pt x="5137" y="6505"/>
                    <a:pt x="3269" y="1768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5" name="Google Shape;3295;p16"/>
            <p:cNvSpPr/>
            <p:nvPr/>
          </p:nvSpPr>
          <p:spPr>
            <a:xfrm>
              <a:off x="7586625" y="3225500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702"/>
                    <a:pt x="0" y="6505"/>
                    <a:pt x="2569" y="6505"/>
                  </a:cubicBezTo>
                  <a:cubicBezTo>
                    <a:pt x="5137" y="6505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6" name="Google Shape;3296;p16"/>
            <p:cNvSpPr/>
            <p:nvPr/>
          </p:nvSpPr>
          <p:spPr>
            <a:xfrm>
              <a:off x="4851025" y="3194850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702"/>
                    <a:pt x="0" y="6505"/>
                    <a:pt x="2569" y="6505"/>
                  </a:cubicBezTo>
                  <a:cubicBezTo>
                    <a:pt x="5137" y="6505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7" name="Google Shape;3297;p16"/>
            <p:cNvSpPr/>
            <p:nvPr/>
          </p:nvSpPr>
          <p:spPr>
            <a:xfrm>
              <a:off x="4892200" y="4246225"/>
              <a:ext cx="132625" cy="167650"/>
            </a:xfrm>
            <a:custGeom>
              <a:avLst/>
              <a:gdLst/>
              <a:ahLst/>
              <a:cxnLst/>
              <a:rect l="l" t="t" r="r" b="b"/>
              <a:pathLst>
                <a:path w="5305" h="6706" extrusionOk="0">
                  <a:moveTo>
                    <a:pt x="2636" y="1"/>
                  </a:moveTo>
                  <a:cubicBezTo>
                    <a:pt x="2069" y="1735"/>
                    <a:pt x="0" y="6706"/>
                    <a:pt x="2636" y="6706"/>
                  </a:cubicBezTo>
                  <a:cubicBezTo>
                    <a:pt x="5304" y="6706"/>
                    <a:pt x="3370" y="1836"/>
                    <a:pt x="2636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8" name="Google Shape;3298;p16"/>
            <p:cNvSpPr/>
            <p:nvPr/>
          </p:nvSpPr>
          <p:spPr>
            <a:xfrm>
              <a:off x="8165375" y="4382175"/>
              <a:ext cx="132625" cy="167625"/>
            </a:xfrm>
            <a:custGeom>
              <a:avLst/>
              <a:gdLst/>
              <a:ahLst/>
              <a:cxnLst/>
              <a:rect l="l" t="t" r="r" b="b"/>
              <a:pathLst>
                <a:path w="5305" h="6705" extrusionOk="0">
                  <a:moveTo>
                    <a:pt x="2669" y="0"/>
                  </a:moveTo>
                  <a:cubicBezTo>
                    <a:pt x="2068" y="1735"/>
                    <a:pt x="0" y="6705"/>
                    <a:pt x="2669" y="6705"/>
                  </a:cubicBezTo>
                  <a:cubicBezTo>
                    <a:pt x="5304" y="6705"/>
                    <a:pt x="3369" y="1868"/>
                    <a:pt x="26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9" name="Google Shape;3299;p16"/>
            <p:cNvSpPr/>
            <p:nvPr/>
          </p:nvSpPr>
          <p:spPr>
            <a:xfrm>
              <a:off x="6819400" y="3664150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668"/>
                    <a:pt x="1" y="6505"/>
                    <a:pt x="2569" y="6505"/>
                  </a:cubicBezTo>
                  <a:cubicBezTo>
                    <a:pt x="5138" y="6505"/>
                    <a:pt x="3270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0" name="Google Shape;3300;p16"/>
            <p:cNvSpPr/>
            <p:nvPr/>
          </p:nvSpPr>
          <p:spPr>
            <a:xfrm>
              <a:off x="7775100" y="3815925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1" name="Google Shape;3301;p16"/>
            <p:cNvSpPr/>
            <p:nvPr/>
          </p:nvSpPr>
          <p:spPr>
            <a:xfrm>
              <a:off x="4594475" y="2609225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1" y="6539"/>
                    <a:pt x="2569" y="6539"/>
                  </a:cubicBezTo>
                  <a:cubicBezTo>
                    <a:pt x="5138" y="6539"/>
                    <a:pt x="3270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2" name="Google Shape;3302;p16"/>
            <p:cNvSpPr/>
            <p:nvPr/>
          </p:nvSpPr>
          <p:spPr>
            <a:xfrm>
              <a:off x="8423875" y="3579925"/>
              <a:ext cx="131800" cy="167650"/>
            </a:xfrm>
            <a:custGeom>
              <a:avLst/>
              <a:gdLst/>
              <a:ahLst/>
              <a:cxnLst/>
              <a:rect l="l" t="t" r="r" b="b"/>
              <a:pathLst>
                <a:path w="5272" h="6706" extrusionOk="0">
                  <a:moveTo>
                    <a:pt x="2636" y="0"/>
                  </a:moveTo>
                  <a:cubicBezTo>
                    <a:pt x="2036" y="1735"/>
                    <a:pt x="1" y="6705"/>
                    <a:pt x="2636" y="6705"/>
                  </a:cubicBezTo>
                  <a:cubicBezTo>
                    <a:pt x="5271" y="6705"/>
                    <a:pt x="3337" y="1868"/>
                    <a:pt x="2636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3" name="Google Shape;3303;p16"/>
            <p:cNvSpPr/>
            <p:nvPr/>
          </p:nvSpPr>
          <p:spPr>
            <a:xfrm>
              <a:off x="4903875" y="2791850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669"/>
                    <a:pt x="0" y="6506"/>
                    <a:pt x="2569" y="6506"/>
                  </a:cubicBezTo>
                  <a:cubicBezTo>
                    <a:pt x="5137" y="6506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4" name="Google Shape;3304;p16"/>
            <p:cNvSpPr/>
            <p:nvPr/>
          </p:nvSpPr>
          <p:spPr>
            <a:xfrm>
              <a:off x="6260050" y="3282525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36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5" name="Google Shape;3305;p16"/>
            <p:cNvSpPr/>
            <p:nvPr/>
          </p:nvSpPr>
          <p:spPr>
            <a:xfrm flipH="1">
              <a:off x="1608100" y="2871088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702"/>
                    <a:pt x="0" y="6505"/>
                    <a:pt x="2569" y="6505"/>
                  </a:cubicBezTo>
                  <a:cubicBezTo>
                    <a:pt x="5137" y="6505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6" name="Google Shape;3306;p16"/>
            <p:cNvSpPr/>
            <p:nvPr/>
          </p:nvSpPr>
          <p:spPr>
            <a:xfrm flipH="1">
              <a:off x="1419625" y="3461513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7" name="Google Shape;3307;p16"/>
            <p:cNvSpPr/>
            <p:nvPr/>
          </p:nvSpPr>
          <p:spPr>
            <a:xfrm>
              <a:off x="7841700" y="2861075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36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8" name="Google Shape;3308;p16"/>
            <p:cNvSpPr/>
            <p:nvPr/>
          </p:nvSpPr>
          <p:spPr>
            <a:xfrm>
              <a:off x="8315375" y="2887775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2002" y="1668"/>
                    <a:pt x="0" y="6505"/>
                    <a:pt x="2569" y="6505"/>
                  </a:cubicBezTo>
                  <a:cubicBezTo>
                    <a:pt x="5137" y="6505"/>
                    <a:pt x="3269" y="1768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9" name="Google Shape;3309;p16"/>
            <p:cNvSpPr/>
            <p:nvPr/>
          </p:nvSpPr>
          <p:spPr>
            <a:xfrm>
              <a:off x="3426038" y="2817700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36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0" name="Google Shape;3310;p16"/>
            <p:cNvSpPr/>
            <p:nvPr/>
          </p:nvSpPr>
          <p:spPr>
            <a:xfrm>
              <a:off x="3899713" y="2844400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2002" y="1668"/>
                    <a:pt x="0" y="6505"/>
                    <a:pt x="2569" y="6505"/>
                  </a:cubicBezTo>
                  <a:cubicBezTo>
                    <a:pt x="5137" y="6505"/>
                    <a:pt x="3269" y="1768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311" name="Google Shape;3311;p16"/>
            <p:cNvGrpSpPr/>
            <p:nvPr/>
          </p:nvGrpSpPr>
          <p:grpSpPr>
            <a:xfrm>
              <a:off x="359500" y="182650"/>
              <a:ext cx="8548925" cy="3978550"/>
              <a:chOff x="359500" y="182650"/>
              <a:chExt cx="8548925" cy="3978550"/>
            </a:xfrm>
          </p:grpSpPr>
          <p:sp>
            <p:nvSpPr>
              <p:cNvPr id="3312" name="Google Shape;3312;p16"/>
              <p:cNvSpPr/>
              <p:nvPr/>
            </p:nvSpPr>
            <p:spPr>
              <a:xfrm>
                <a:off x="1935625" y="337750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1969" y="1668"/>
                      <a:pt x="1" y="6505"/>
                      <a:pt x="2569" y="6505"/>
                    </a:cubicBezTo>
                    <a:cubicBezTo>
                      <a:pt x="5138" y="6505"/>
                      <a:pt x="3236" y="1769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3" name="Google Shape;3313;p16"/>
              <p:cNvSpPr/>
              <p:nvPr/>
            </p:nvSpPr>
            <p:spPr>
              <a:xfrm>
                <a:off x="4268125" y="701350"/>
                <a:ext cx="128450" cy="16262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5" extrusionOk="0">
                    <a:moveTo>
                      <a:pt x="2569" y="0"/>
                    </a:moveTo>
                    <a:cubicBezTo>
                      <a:pt x="1969" y="1702"/>
                      <a:pt x="0" y="6505"/>
                      <a:pt x="2569" y="6505"/>
                    </a:cubicBezTo>
                    <a:cubicBezTo>
                      <a:pt x="5137" y="6505"/>
                      <a:pt x="3236" y="1802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4" name="Google Shape;3314;p16"/>
              <p:cNvSpPr/>
              <p:nvPr/>
            </p:nvSpPr>
            <p:spPr>
              <a:xfrm>
                <a:off x="1600375" y="1893025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1969" y="1669"/>
                      <a:pt x="1" y="6505"/>
                      <a:pt x="2569" y="6505"/>
                    </a:cubicBezTo>
                    <a:cubicBezTo>
                      <a:pt x="5138" y="6505"/>
                      <a:pt x="3237" y="1802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5" name="Google Shape;3315;p16"/>
              <p:cNvSpPr/>
              <p:nvPr/>
            </p:nvSpPr>
            <p:spPr>
              <a:xfrm>
                <a:off x="757275" y="182650"/>
                <a:ext cx="128450" cy="16262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5" extrusionOk="0">
                    <a:moveTo>
                      <a:pt x="2569" y="0"/>
                    </a:moveTo>
                    <a:cubicBezTo>
                      <a:pt x="2002" y="1668"/>
                      <a:pt x="1" y="6505"/>
                      <a:pt x="2569" y="6505"/>
                    </a:cubicBezTo>
                    <a:cubicBezTo>
                      <a:pt x="5138" y="6505"/>
                      <a:pt x="3270" y="1801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6" name="Google Shape;3316;p16"/>
              <p:cNvSpPr/>
              <p:nvPr/>
            </p:nvSpPr>
            <p:spPr>
              <a:xfrm>
                <a:off x="359500" y="1704575"/>
                <a:ext cx="128450" cy="16347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39" extrusionOk="0">
                    <a:moveTo>
                      <a:pt x="2569" y="0"/>
                    </a:moveTo>
                    <a:cubicBezTo>
                      <a:pt x="2002" y="1701"/>
                      <a:pt x="1" y="6538"/>
                      <a:pt x="2569" y="6538"/>
                    </a:cubicBezTo>
                    <a:cubicBezTo>
                      <a:pt x="5138" y="6538"/>
                      <a:pt x="3270" y="1801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7" name="Google Shape;3317;p16"/>
              <p:cNvSpPr/>
              <p:nvPr/>
            </p:nvSpPr>
            <p:spPr>
              <a:xfrm>
                <a:off x="2670325" y="492875"/>
                <a:ext cx="128450" cy="16262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5" extrusionOk="0">
                    <a:moveTo>
                      <a:pt x="2569" y="0"/>
                    </a:moveTo>
                    <a:cubicBezTo>
                      <a:pt x="2002" y="1701"/>
                      <a:pt x="0" y="6505"/>
                      <a:pt x="2569" y="6505"/>
                    </a:cubicBezTo>
                    <a:cubicBezTo>
                      <a:pt x="5137" y="6505"/>
                      <a:pt x="3269" y="1801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8" name="Google Shape;3318;p16"/>
              <p:cNvSpPr/>
              <p:nvPr/>
            </p:nvSpPr>
            <p:spPr>
              <a:xfrm>
                <a:off x="1459450" y="411975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0"/>
                    </a:moveTo>
                    <a:cubicBezTo>
                      <a:pt x="2002" y="1668"/>
                      <a:pt x="1" y="6505"/>
                      <a:pt x="2569" y="6505"/>
                    </a:cubicBezTo>
                    <a:cubicBezTo>
                      <a:pt x="5138" y="6505"/>
                      <a:pt x="3270" y="1802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9" name="Google Shape;3319;p16"/>
              <p:cNvSpPr/>
              <p:nvPr/>
            </p:nvSpPr>
            <p:spPr>
              <a:xfrm>
                <a:off x="3486725" y="386125"/>
                <a:ext cx="131800" cy="167650"/>
              </a:xfrm>
              <a:custGeom>
                <a:avLst/>
                <a:gdLst/>
                <a:ahLst/>
                <a:cxnLst/>
                <a:rect l="l" t="t" r="r" b="b"/>
                <a:pathLst>
                  <a:path w="5272" h="6706" extrusionOk="0">
                    <a:moveTo>
                      <a:pt x="2636" y="0"/>
                    </a:moveTo>
                    <a:cubicBezTo>
                      <a:pt x="2036" y="1735"/>
                      <a:pt x="1" y="6705"/>
                      <a:pt x="2636" y="6705"/>
                    </a:cubicBezTo>
                    <a:cubicBezTo>
                      <a:pt x="5271" y="6705"/>
                      <a:pt x="3337" y="1835"/>
                      <a:pt x="2636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0" name="Google Shape;3320;p16"/>
              <p:cNvSpPr/>
              <p:nvPr/>
            </p:nvSpPr>
            <p:spPr>
              <a:xfrm>
                <a:off x="4826025" y="469525"/>
                <a:ext cx="132625" cy="167625"/>
              </a:xfrm>
              <a:custGeom>
                <a:avLst/>
                <a:gdLst/>
                <a:ahLst/>
                <a:cxnLst/>
                <a:rect l="l" t="t" r="r" b="b"/>
                <a:pathLst>
                  <a:path w="5305" h="6705" extrusionOk="0">
                    <a:moveTo>
                      <a:pt x="2669" y="0"/>
                    </a:moveTo>
                    <a:cubicBezTo>
                      <a:pt x="2069" y="1735"/>
                      <a:pt x="0" y="6705"/>
                      <a:pt x="2669" y="6705"/>
                    </a:cubicBezTo>
                    <a:cubicBezTo>
                      <a:pt x="5304" y="6705"/>
                      <a:pt x="3370" y="1868"/>
                      <a:pt x="26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1" name="Google Shape;3321;p16"/>
              <p:cNvSpPr/>
              <p:nvPr/>
            </p:nvSpPr>
            <p:spPr>
              <a:xfrm>
                <a:off x="2451000" y="1156675"/>
                <a:ext cx="128450" cy="16347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39" extrusionOk="0">
                    <a:moveTo>
                      <a:pt x="2569" y="0"/>
                    </a:moveTo>
                    <a:cubicBezTo>
                      <a:pt x="2002" y="1702"/>
                      <a:pt x="0" y="6538"/>
                      <a:pt x="2569" y="6538"/>
                    </a:cubicBezTo>
                    <a:cubicBezTo>
                      <a:pt x="5137" y="6538"/>
                      <a:pt x="3269" y="1802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2" name="Google Shape;3322;p16"/>
              <p:cNvSpPr/>
              <p:nvPr/>
            </p:nvSpPr>
            <p:spPr>
              <a:xfrm>
                <a:off x="3384150" y="1302600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2002" y="1669"/>
                      <a:pt x="1" y="6506"/>
                      <a:pt x="2569" y="6506"/>
                    </a:cubicBezTo>
                    <a:cubicBezTo>
                      <a:pt x="5138" y="6506"/>
                      <a:pt x="3270" y="1769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3" name="Google Shape;3323;p16"/>
              <p:cNvSpPr/>
              <p:nvPr/>
            </p:nvSpPr>
            <p:spPr>
              <a:xfrm>
                <a:off x="724750" y="1423525"/>
                <a:ext cx="128450" cy="16347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39" extrusionOk="0">
                    <a:moveTo>
                      <a:pt x="2569" y="1"/>
                    </a:moveTo>
                    <a:cubicBezTo>
                      <a:pt x="2002" y="1702"/>
                      <a:pt x="1" y="6539"/>
                      <a:pt x="2569" y="6539"/>
                    </a:cubicBezTo>
                    <a:cubicBezTo>
                      <a:pt x="5138" y="6539"/>
                      <a:pt x="3270" y="1802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4" name="Google Shape;3324;p16"/>
              <p:cNvSpPr/>
              <p:nvPr/>
            </p:nvSpPr>
            <p:spPr>
              <a:xfrm>
                <a:off x="4220600" y="1657025"/>
                <a:ext cx="132600" cy="167650"/>
              </a:xfrm>
              <a:custGeom>
                <a:avLst/>
                <a:gdLst/>
                <a:ahLst/>
                <a:cxnLst/>
                <a:rect l="l" t="t" r="r" b="b"/>
                <a:pathLst>
                  <a:path w="5304" h="6706" extrusionOk="0">
                    <a:moveTo>
                      <a:pt x="2669" y="1"/>
                    </a:moveTo>
                    <a:cubicBezTo>
                      <a:pt x="2068" y="1735"/>
                      <a:pt x="0" y="6706"/>
                      <a:pt x="2669" y="6706"/>
                    </a:cubicBezTo>
                    <a:cubicBezTo>
                      <a:pt x="5304" y="6706"/>
                      <a:pt x="3369" y="1835"/>
                      <a:pt x="26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5" name="Google Shape;3325;p16"/>
              <p:cNvSpPr/>
              <p:nvPr/>
            </p:nvSpPr>
            <p:spPr>
              <a:xfrm>
                <a:off x="4859375" y="1383500"/>
                <a:ext cx="132625" cy="167650"/>
              </a:xfrm>
              <a:custGeom>
                <a:avLst/>
                <a:gdLst/>
                <a:ahLst/>
                <a:cxnLst/>
                <a:rect l="l" t="t" r="r" b="b"/>
                <a:pathLst>
                  <a:path w="5305" h="6706" extrusionOk="0">
                    <a:moveTo>
                      <a:pt x="2669" y="1"/>
                    </a:moveTo>
                    <a:cubicBezTo>
                      <a:pt x="2069" y="1735"/>
                      <a:pt x="1" y="6705"/>
                      <a:pt x="2669" y="6705"/>
                    </a:cubicBezTo>
                    <a:cubicBezTo>
                      <a:pt x="5305" y="6705"/>
                      <a:pt x="3370" y="1869"/>
                      <a:pt x="26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6" name="Google Shape;3326;p16"/>
              <p:cNvSpPr/>
              <p:nvPr/>
            </p:nvSpPr>
            <p:spPr>
              <a:xfrm>
                <a:off x="6357225" y="337750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1969" y="1668"/>
                      <a:pt x="1" y="6505"/>
                      <a:pt x="2569" y="6505"/>
                    </a:cubicBezTo>
                    <a:cubicBezTo>
                      <a:pt x="5138" y="6505"/>
                      <a:pt x="3236" y="1769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7" name="Google Shape;3327;p16"/>
              <p:cNvSpPr/>
              <p:nvPr/>
            </p:nvSpPr>
            <p:spPr>
              <a:xfrm>
                <a:off x="8689725" y="701350"/>
                <a:ext cx="128450" cy="16262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5" extrusionOk="0">
                    <a:moveTo>
                      <a:pt x="2569" y="0"/>
                    </a:moveTo>
                    <a:cubicBezTo>
                      <a:pt x="1969" y="1702"/>
                      <a:pt x="0" y="6505"/>
                      <a:pt x="2569" y="6505"/>
                    </a:cubicBezTo>
                    <a:cubicBezTo>
                      <a:pt x="5137" y="6505"/>
                      <a:pt x="3236" y="1802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8" name="Google Shape;3328;p16"/>
              <p:cNvSpPr/>
              <p:nvPr/>
            </p:nvSpPr>
            <p:spPr>
              <a:xfrm>
                <a:off x="6021975" y="1893025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1969" y="1669"/>
                      <a:pt x="1" y="6505"/>
                      <a:pt x="2569" y="6505"/>
                    </a:cubicBezTo>
                    <a:cubicBezTo>
                      <a:pt x="5138" y="6505"/>
                      <a:pt x="3237" y="1802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9" name="Google Shape;3329;p16"/>
              <p:cNvSpPr/>
              <p:nvPr/>
            </p:nvSpPr>
            <p:spPr>
              <a:xfrm>
                <a:off x="5178875" y="182650"/>
                <a:ext cx="128450" cy="16262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5" extrusionOk="0">
                    <a:moveTo>
                      <a:pt x="2569" y="0"/>
                    </a:moveTo>
                    <a:cubicBezTo>
                      <a:pt x="2002" y="1668"/>
                      <a:pt x="1" y="6505"/>
                      <a:pt x="2569" y="6505"/>
                    </a:cubicBezTo>
                    <a:cubicBezTo>
                      <a:pt x="5138" y="6505"/>
                      <a:pt x="3270" y="1801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0" name="Google Shape;3330;p16"/>
              <p:cNvSpPr/>
              <p:nvPr/>
            </p:nvSpPr>
            <p:spPr>
              <a:xfrm>
                <a:off x="4781100" y="1704575"/>
                <a:ext cx="128450" cy="16347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39" extrusionOk="0">
                    <a:moveTo>
                      <a:pt x="2569" y="0"/>
                    </a:moveTo>
                    <a:cubicBezTo>
                      <a:pt x="2002" y="1701"/>
                      <a:pt x="1" y="6538"/>
                      <a:pt x="2569" y="6538"/>
                    </a:cubicBezTo>
                    <a:cubicBezTo>
                      <a:pt x="5138" y="6538"/>
                      <a:pt x="3270" y="1801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1" name="Google Shape;3331;p16"/>
              <p:cNvSpPr/>
              <p:nvPr/>
            </p:nvSpPr>
            <p:spPr>
              <a:xfrm>
                <a:off x="7091925" y="492875"/>
                <a:ext cx="128450" cy="16262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5" extrusionOk="0">
                    <a:moveTo>
                      <a:pt x="2569" y="0"/>
                    </a:moveTo>
                    <a:cubicBezTo>
                      <a:pt x="2002" y="1701"/>
                      <a:pt x="0" y="6505"/>
                      <a:pt x="2569" y="6505"/>
                    </a:cubicBezTo>
                    <a:cubicBezTo>
                      <a:pt x="5137" y="6505"/>
                      <a:pt x="3269" y="1801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2" name="Google Shape;3332;p16"/>
              <p:cNvSpPr/>
              <p:nvPr/>
            </p:nvSpPr>
            <p:spPr>
              <a:xfrm>
                <a:off x="5881050" y="411975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0"/>
                    </a:moveTo>
                    <a:cubicBezTo>
                      <a:pt x="2002" y="1668"/>
                      <a:pt x="1" y="6505"/>
                      <a:pt x="2569" y="6505"/>
                    </a:cubicBezTo>
                    <a:cubicBezTo>
                      <a:pt x="5138" y="6505"/>
                      <a:pt x="3270" y="1802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3" name="Google Shape;3333;p16"/>
              <p:cNvSpPr/>
              <p:nvPr/>
            </p:nvSpPr>
            <p:spPr>
              <a:xfrm>
                <a:off x="7908325" y="386125"/>
                <a:ext cx="131800" cy="167650"/>
              </a:xfrm>
              <a:custGeom>
                <a:avLst/>
                <a:gdLst/>
                <a:ahLst/>
                <a:cxnLst/>
                <a:rect l="l" t="t" r="r" b="b"/>
                <a:pathLst>
                  <a:path w="5272" h="6706" extrusionOk="0">
                    <a:moveTo>
                      <a:pt x="2636" y="0"/>
                    </a:moveTo>
                    <a:cubicBezTo>
                      <a:pt x="2036" y="1735"/>
                      <a:pt x="1" y="6705"/>
                      <a:pt x="2636" y="6705"/>
                    </a:cubicBezTo>
                    <a:cubicBezTo>
                      <a:pt x="5271" y="6705"/>
                      <a:pt x="3337" y="1835"/>
                      <a:pt x="2636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4" name="Google Shape;3334;p16"/>
              <p:cNvSpPr/>
              <p:nvPr/>
            </p:nvSpPr>
            <p:spPr>
              <a:xfrm>
                <a:off x="6872600" y="1156675"/>
                <a:ext cx="128450" cy="16347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39" extrusionOk="0">
                    <a:moveTo>
                      <a:pt x="2569" y="0"/>
                    </a:moveTo>
                    <a:cubicBezTo>
                      <a:pt x="2002" y="1702"/>
                      <a:pt x="0" y="6538"/>
                      <a:pt x="2569" y="6538"/>
                    </a:cubicBezTo>
                    <a:cubicBezTo>
                      <a:pt x="5137" y="6538"/>
                      <a:pt x="3269" y="1802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5" name="Google Shape;3335;p16"/>
              <p:cNvSpPr/>
              <p:nvPr/>
            </p:nvSpPr>
            <p:spPr>
              <a:xfrm>
                <a:off x="7805750" y="1302600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2002" y="1669"/>
                      <a:pt x="1" y="6506"/>
                      <a:pt x="2569" y="6506"/>
                    </a:cubicBezTo>
                    <a:cubicBezTo>
                      <a:pt x="5138" y="6506"/>
                      <a:pt x="3270" y="1769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6" name="Google Shape;3336;p16"/>
              <p:cNvSpPr/>
              <p:nvPr/>
            </p:nvSpPr>
            <p:spPr>
              <a:xfrm>
                <a:off x="5146350" y="1423525"/>
                <a:ext cx="128450" cy="16347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39" extrusionOk="0">
                    <a:moveTo>
                      <a:pt x="2569" y="1"/>
                    </a:moveTo>
                    <a:cubicBezTo>
                      <a:pt x="2002" y="1702"/>
                      <a:pt x="1" y="6539"/>
                      <a:pt x="2569" y="6539"/>
                    </a:cubicBezTo>
                    <a:cubicBezTo>
                      <a:pt x="5138" y="6539"/>
                      <a:pt x="3270" y="1802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7" name="Google Shape;3337;p16"/>
              <p:cNvSpPr/>
              <p:nvPr/>
            </p:nvSpPr>
            <p:spPr>
              <a:xfrm>
                <a:off x="7038550" y="1740425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0"/>
                    </a:moveTo>
                    <a:cubicBezTo>
                      <a:pt x="2002" y="1702"/>
                      <a:pt x="0" y="6505"/>
                      <a:pt x="2569" y="6505"/>
                    </a:cubicBezTo>
                    <a:cubicBezTo>
                      <a:pt x="5137" y="6505"/>
                      <a:pt x="3269" y="1802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8" name="Google Shape;3338;p16"/>
              <p:cNvSpPr/>
              <p:nvPr/>
            </p:nvSpPr>
            <p:spPr>
              <a:xfrm>
                <a:off x="7994225" y="1893025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2002" y="1669"/>
                      <a:pt x="1" y="6505"/>
                      <a:pt x="2569" y="6505"/>
                    </a:cubicBezTo>
                    <a:cubicBezTo>
                      <a:pt x="5138" y="6505"/>
                      <a:pt x="3270" y="1802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9" name="Google Shape;3339;p16"/>
              <p:cNvSpPr/>
              <p:nvPr/>
            </p:nvSpPr>
            <p:spPr>
              <a:xfrm>
                <a:off x="8642200" y="1657025"/>
                <a:ext cx="132600" cy="167650"/>
              </a:xfrm>
              <a:custGeom>
                <a:avLst/>
                <a:gdLst/>
                <a:ahLst/>
                <a:cxnLst/>
                <a:rect l="l" t="t" r="r" b="b"/>
                <a:pathLst>
                  <a:path w="5304" h="6706" extrusionOk="0">
                    <a:moveTo>
                      <a:pt x="2669" y="1"/>
                    </a:moveTo>
                    <a:cubicBezTo>
                      <a:pt x="2068" y="1735"/>
                      <a:pt x="0" y="6706"/>
                      <a:pt x="2669" y="6706"/>
                    </a:cubicBezTo>
                    <a:cubicBezTo>
                      <a:pt x="5304" y="6706"/>
                      <a:pt x="3369" y="1835"/>
                      <a:pt x="26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0" name="Google Shape;3340;p16"/>
              <p:cNvSpPr/>
              <p:nvPr/>
            </p:nvSpPr>
            <p:spPr>
              <a:xfrm>
                <a:off x="5374950" y="966325"/>
                <a:ext cx="128450" cy="16347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39" extrusionOk="0">
                    <a:moveTo>
                      <a:pt x="2569" y="1"/>
                    </a:moveTo>
                    <a:cubicBezTo>
                      <a:pt x="2002" y="1702"/>
                      <a:pt x="1" y="6539"/>
                      <a:pt x="2569" y="6539"/>
                    </a:cubicBezTo>
                    <a:cubicBezTo>
                      <a:pt x="5138" y="6539"/>
                      <a:pt x="3270" y="1802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1" name="Google Shape;3341;p16"/>
              <p:cNvSpPr/>
              <p:nvPr/>
            </p:nvSpPr>
            <p:spPr>
              <a:xfrm>
                <a:off x="5679750" y="1271125"/>
                <a:ext cx="128450" cy="16347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39" extrusionOk="0">
                    <a:moveTo>
                      <a:pt x="2569" y="1"/>
                    </a:moveTo>
                    <a:cubicBezTo>
                      <a:pt x="2002" y="1702"/>
                      <a:pt x="1" y="6539"/>
                      <a:pt x="2569" y="6539"/>
                    </a:cubicBezTo>
                    <a:cubicBezTo>
                      <a:pt x="5138" y="6539"/>
                      <a:pt x="3270" y="1802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2" name="Google Shape;3342;p16"/>
              <p:cNvSpPr/>
              <p:nvPr/>
            </p:nvSpPr>
            <p:spPr>
              <a:xfrm flipH="1">
                <a:off x="1208475" y="948188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2002" y="1669"/>
                      <a:pt x="1" y="6506"/>
                      <a:pt x="2569" y="6506"/>
                    </a:cubicBezTo>
                    <a:cubicBezTo>
                      <a:pt x="5138" y="6506"/>
                      <a:pt x="3270" y="1769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3" name="Google Shape;3343;p16"/>
              <p:cNvSpPr/>
              <p:nvPr/>
            </p:nvSpPr>
            <p:spPr>
              <a:xfrm>
                <a:off x="8060825" y="938175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1969" y="1669"/>
                      <a:pt x="1" y="6505"/>
                      <a:pt x="2569" y="6505"/>
                    </a:cubicBezTo>
                    <a:cubicBezTo>
                      <a:pt x="5138" y="6505"/>
                      <a:pt x="3237" y="1802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4" name="Google Shape;3344;p16"/>
              <p:cNvSpPr/>
              <p:nvPr/>
            </p:nvSpPr>
            <p:spPr>
              <a:xfrm>
                <a:off x="3645163" y="894800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1969" y="1669"/>
                      <a:pt x="1" y="6505"/>
                      <a:pt x="2569" y="6505"/>
                    </a:cubicBezTo>
                    <a:cubicBezTo>
                      <a:pt x="5138" y="6505"/>
                      <a:pt x="3237" y="1802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5" name="Google Shape;3345;p16"/>
              <p:cNvSpPr/>
              <p:nvPr/>
            </p:nvSpPr>
            <p:spPr>
              <a:xfrm>
                <a:off x="4358375" y="2806875"/>
                <a:ext cx="128450" cy="16262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5" extrusionOk="0">
                    <a:moveTo>
                      <a:pt x="2569" y="0"/>
                    </a:moveTo>
                    <a:cubicBezTo>
                      <a:pt x="1969" y="1702"/>
                      <a:pt x="0" y="6505"/>
                      <a:pt x="2569" y="6505"/>
                    </a:cubicBezTo>
                    <a:cubicBezTo>
                      <a:pt x="5137" y="6505"/>
                      <a:pt x="3236" y="1802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6" name="Google Shape;3346;p16"/>
              <p:cNvSpPr/>
              <p:nvPr/>
            </p:nvSpPr>
            <p:spPr>
              <a:xfrm>
                <a:off x="1690625" y="3998550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1969" y="1669"/>
                      <a:pt x="1" y="6505"/>
                      <a:pt x="2569" y="6505"/>
                    </a:cubicBezTo>
                    <a:cubicBezTo>
                      <a:pt x="5138" y="6505"/>
                      <a:pt x="3237" y="1802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7" name="Google Shape;3347;p16"/>
              <p:cNvSpPr/>
              <p:nvPr/>
            </p:nvSpPr>
            <p:spPr>
              <a:xfrm>
                <a:off x="847525" y="2288175"/>
                <a:ext cx="128450" cy="16262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5" extrusionOk="0">
                    <a:moveTo>
                      <a:pt x="2569" y="0"/>
                    </a:moveTo>
                    <a:cubicBezTo>
                      <a:pt x="2002" y="1668"/>
                      <a:pt x="1" y="6505"/>
                      <a:pt x="2569" y="6505"/>
                    </a:cubicBezTo>
                    <a:cubicBezTo>
                      <a:pt x="5138" y="6505"/>
                      <a:pt x="3270" y="1801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8" name="Google Shape;3348;p16"/>
              <p:cNvSpPr/>
              <p:nvPr/>
            </p:nvSpPr>
            <p:spPr>
              <a:xfrm>
                <a:off x="449750" y="3810100"/>
                <a:ext cx="128450" cy="16347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39" extrusionOk="0">
                    <a:moveTo>
                      <a:pt x="2569" y="0"/>
                    </a:moveTo>
                    <a:cubicBezTo>
                      <a:pt x="2002" y="1701"/>
                      <a:pt x="1" y="6538"/>
                      <a:pt x="2569" y="6538"/>
                    </a:cubicBezTo>
                    <a:cubicBezTo>
                      <a:pt x="5138" y="6538"/>
                      <a:pt x="3270" y="1801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9" name="Google Shape;3349;p16"/>
              <p:cNvSpPr/>
              <p:nvPr/>
            </p:nvSpPr>
            <p:spPr>
              <a:xfrm>
                <a:off x="2760575" y="2598400"/>
                <a:ext cx="128450" cy="16262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5" extrusionOk="0">
                    <a:moveTo>
                      <a:pt x="2569" y="0"/>
                    </a:moveTo>
                    <a:cubicBezTo>
                      <a:pt x="2002" y="1701"/>
                      <a:pt x="0" y="6505"/>
                      <a:pt x="2569" y="6505"/>
                    </a:cubicBezTo>
                    <a:cubicBezTo>
                      <a:pt x="5137" y="6505"/>
                      <a:pt x="3269" y="1801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0" name="Google Shape;3350;p16"/>
              <p:cNvSpPr/>
              <p:nvPr/>
            </p:nvSpPr>
            <p:spPr>
              <a:xfrm>
                <a:off x="1549700" y="2517500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0"/>
                    </a:moveTo>
                    <a:cubicBezTo>
                      <a:pt x="2002" y="1668"/>
                      <a:pt x="1" y="6505"/>
                      <a:pt x="2569" y="6505"/>
                    </a:cubicBezTo>
                    <a:cubicBezTo>
                      <a:pt x="5138" y="6505"/>
                      <a:pt x="3270" y="1802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1" name="Google Shape;3351;p16"/>
              <p:cNvSpPr/>
              <p:nvPr/>
            </p:nvSpPr>
            <p:spPr>
              <a:xfrm>
                <a:off x="4916275" y="2575050"/>
                <a:ext cx="132625" cy="167625"/>
              </a:xfrm>
              <a:custGeom>
                <a:avLst/>
                <a:gdLst/>
                <a:ahLst/>
                <a:cxnLst/>
                <a:rect l="l" t="t" r="r" b="b"/>
                <a:pathLst>
                  <a:path w="5305" h="6705" extrusionOk="0">
                    <a:moveTo>
                      <a:pt x="2669" y="0"/>
                    </a:moveTo>
                    <a:cubicBezTo>
                      <a:pt x="2069" y="1735"/>
                      <a:pt x="0" y="6705"/>
                      <a:pt x="2669" y="6705"/>
                    </a:cubicBezTo>
                    <a:cubicBezTo>
                      <a:pt x="5304" y="6705"/>
                      <a:pt x="3370" y="1868"/>
                      <a:pt x="26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2" name="Google Shape;3352;p16"/>
              <p:cNvSpPr/>
              <p:nvPr/>
            </p:nvSpPr>
            <p:spPr>
              <a:xfrm>
                <a:off x="2541250" y="3262200"/>
                <a:ext cx="128450" cy="16347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39" extrusionOk="0">
                    <a:moveTo>
                      <a:pt x="2569" y="0"/>
                    </a:moveTo>
                    <a:cubicBezTo>
                      <a:pt x="2002" y="1702"/>
                      <a:pt x="0" y="6538"/>
                      <a:pt x="2569" y="6538"/>
                    </a:cubicBezTo>
                    <a:cubicBezTo>
                      <a:pt x="5137" y="6538"/>
                      <a:pt x="3269" y="1802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3" name="Google Shape;3353;p16"/>
              <p:cNvSpPr/>
              <p:nvPr/>
            </p:nvSpPr>
            <p:spPr>
              <a:xfrm>
                <a:off x="3474400" y="3408125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2002" y="1669"/>
                      <a:pt x="1" y="6506"/>
                      <a:pt x="2569" y="6506"/>
                    </a:cubicBezTo>
                    <a:cubicBezTo>
                      <a:pt x="5138" y="6506"/>
                      <a:pt x="3270" y="1769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4" name="Google Shape;3354;p16"/>
              <p:cNvSpPr/>
              <p:nvPr/>
            </p:nvSpPr>
            <p:spPr>
              <a:xfrm>
                <a:off x="815000" y="3529050"/>
                <a:ext cx="128450" cy="16347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39" extrusionOk="0">
                    <a:moveTo>
                      <a:pt x="2569" y="1"/>
                    </a:moveTo>
                    <a:cubicBezTo>
                      <a:pt x="2002" y="1702"/>
                      <a:pt x="1" y="6539"/>
                      <a:pt x="2569" y="6539"/>
                    </a:cubicBezTo>
                    <a:cubicBezTo>
                      <a:pt x="5138" y="6539"/>
                      <a:pt x="3270" y="1802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5" name="Google Shape;3355;p16"/>
              <p:cNvSpPr/>
              <p:nvPr/>
            </p:nvSpPr>
            <p:spPr>
              <a:xfrm>
                <a:off x="3662875" y="3998550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2002" y="1669"/>
                      <a:pt x="1" y="6505"/>
                      <a:pt x="2569" y="6505"/>
                    </a:cubicBezTo>
                    <a:cubicBezTo>
                      <a:pt x="5138" y="6505"/>
                      <a:pt x="3270" y="1802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6" name="Google Shape;3356;p16"/>
              <p:cNvSpPr/>
              <p:nvPr/>
            </p:nvSpPr>
            <p:spPr>
              <a:xfrm>
                <a:off x="4310850" y="3762550"/>
                <a:ext cx="132600" cy="167650"/>
              </a:xfrm>
              <a:custGeom>
                <a:avLst/>
                <a:gdLst/>
                <a:ahLst/>
                <a:cxnLst/>
                <a:rect l="l" t="t" r="r" b="b"/>
                <a:pathLst>
                  <a:path w="5304" h="6706" extrusionOk="0">
                    <a:moveTo>
                      <a:pt x="2669" y="1"/>
                    </a:moveTo>
                    <a:cubicBezTo>
                      <a:pt x="2068" y="1735"/>
                      <a:pt x="0" y="6706"/>
                      <a:pt x="2669" y="6706"/>
                    </a:cubicBezTo>
                    <a:cubicBezTo>
                      <a:pt x="5304" y="6706"/>
                      <a:pt x="3369" y="1835"/>
                      <a:pt x="26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7" name="Google Shape;3357;p16"/>
              <p:cNvSpPr/>
              <p:nvPr/>
            </p:nvSpPr>
            <p:spPr>
              <a:xfrm>
                <a:off x="4949625" y="3489025"/>
                <a:ext cx="132625" cy="167650"/>
              </a:xfrm>
              <a:custGeom>
                <a:avLst/>
                <a:gdLst/>
                <a:ahLst/>
                <a:cxnLst/>
                <a:rect l="l" t="t" r="r" b="b"/>
                <a:pathLst>
                  <a:path w="5305" h="6706" extrusionOk="0">
                    <a:moveTo>
                      <a:pt x="2669" y="1"/>
                    </a:moveTo>
                    <a:cubicBezTo>
                      <a:pt x="2069" y="1735"/>
                      <a:pt x="1" y="6705"/>
                      <a:pt x="2669" y="6705"/>
                    </a:cubicBezTo>
                    <a:cubicBezTo>
                      <a:pt x="5305" y="6705"/>
                      <a:pt x="3370" y="1869"/>
                      <a:pt x="26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8" name="Google Shape;3358;p16"/>
              <p:cNvSpPr/>
              <p:nvPr/>
            </p:nvSpPr>
            <p:spPr>
              <a:xfrm>
                <a:off x="6447475" y="2443275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1969" y="1668"/>
                      <a:pt x="1" y="6505"/>
                      <a:pt x="2569" y="6505"/>
                    </a:cubicBezTo>
                    <a:cubicBezTo>
                      <a:pt x="5138" y="6505"/>
                      <a:pt x="3236" y="1769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9" name="Google Shape;3359;p16"/>
              <p:cNvSpPr/>
              <p:nvPr/>
            </p:nvSpPr>
            <p:spPr>
              <a:xfrm>
                <a:off x="8779975" y="2806875"/>
                <a:ext cx="128450" cy="16262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5" extrusionOk="0">
                    <a:moveTo>
                      <a:pt x="2569" y="0"/>
                    </a:moveTo>
                    <a:cubicBezTo>
                      <a:pt x="1969" y="1702"/>
                      <a:pt x="0" y="6505"/>
                      <a:pt x="2569" y="6505"/>
                    </a:cubicBezTo>
                    <a:cubicBezTo>
                      <a:pt x="5137" y="6505"/>
                      <a:pt x="3236" y="1802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0" name="Google Shape;3360;p16"/>
              <p:cNvSpPr/>
              <p:nvPr/>
            </p:nvSpPr>
            <p:spPr>
              <a:xfrm>
                <a:off x="6112225" y="3998550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1969" y="1669"/>
                      <a:pt x="1" y="6505"/>
                      <a:pt x="2569" y="6505"/>
                    </a:cubicBezTo>
                    <a:cubicBezTo>
                      <a:pt x="5138" y="6505"/>
                      <a:pt x="3237" y="1802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1" name="Google Shape;3361;p16"/>
              <p:cNvSpPr/>
              <p:nvPr/>
            </p:nvSpPr>
            <p:spPr>
              <a:xfrm>
                <a:off x="5269125" y="2288175"/>
                <a:ext cx="128450" cy="16262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5" extrusionOk="0">
                    <a:moveTo>
                      <a:pt x="2569" y="0"/>
                    </a:moveTo>
                    <a:cubicBezTo>
                      <a:pt x="2002" y="1668"/>
                      <a:pt x="1" y="6505"/>
                      <a:pt x="2569" y="6505"/>
                    </a:cubicBezTo>
                    <a:cubicBezTo>
                      <a:pt x="5138" y="6505"/>
                      <a:pt x="3270" y="1801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2" name="Google Shape;3362;p16"/>
              <p:cNvSpPr/>
              <p:nvPr/>
            </p:nvSpPr>
            <p:spPr>
              <a:xfrm>
                <a:off x="4871350" y="3810100"/>
                <a:ext cx="128450" cy="16347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39" extrusionOk="0">
                    <a:moveTo>
                      <a:pt x="2569" y="0"/>
                    </a:moveTo>
                    <a:cubicBezTo>
                      <a:pt x="2002" y="1701"/>
                      <a:pt x="1" y="6538"/>
                      <a:pt x="2569" y="6538"/>
                    </a:cubicBezTo>
                    <a:cubicBezTo>
                      <a:pt x="5138" y="6538"/>
                      <a:pt x="3270" y="1801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3" name="Google Shape;3363;p16"/>
              <p:cNvSpPr/>
              <p:nvPr/>
            </p:nvSpPr>
            <p:spPr>
              <a:xfrm>
                <a:off x="7182175" y="2598400"/>
                <a:ext cx="128450" cy="16262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5" extrusionOk="0">
                    <a:moveTo>
                      <a:pt x="2569" y="0"/>
                    </a:moveTo>
                    <a:cubicBezTo>
                      <a:pt x="2002" y="1701"/>
                      <a:pt x="0" y="6505"/>
                      <a:pt x="2569" y="6505"/>
                    </a:cubicBezTo>
                    <a:cubicBezTo>
                      <a:pt x="5137" y="6505"/>
                      <a:pt x="3269" y="1801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4" name="Google Shape;3364;p16"/>
              <p:cNvSpPr/>
              <p:nvPr/>
            </p:nvSpPr>
            <p:spPr>
              <a:xfrm>
                <a:off x="5971300" y="2517500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0"/>
                    </a:moveTo>
                    <a:cubicBezTo>
                      <a:pt x="2002" y="1668"/>
                      <a:pt x="1" y="6505"/>
                      <a:pt x="2569" y="6505"/>
                    </a:cubicBezTo>
                    <a:cubicBezTo>
                      <a:pt x="5138" y="6505"/>
                      <a:pt x="3270" y="1802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5" name="Google Shape;3365;p16"/>
              <p:cNvSpPr/>
              <p:nvPr/>
            </p:nvSpPr>
            <p:spPr>
              <a:xfrm>
                <a:off x="7998575" y="2491650"/>
                <a:ext cx="131800" cy="167650"/>
              </a:xfrm>
              <a:custGeom>
                <a:avLst/>
                <a:gdLst/>
                <a:ahLst/>
                <a:cxnLst/>
                <a:rect l="l" t="t" r="r" b="b"/>
                <a:pathLst>
                  <a:path w="5272" h="6706" extrusionOk="0">
                    <a:moveTo>
                      <a:pt x="2636" y="0"/>
                    </a:moveTo>
                    <a:cubicBezTo>
                      <a:pt x="2036" y="1735"/>
                      <a:pt x="1" y="6705"/>
                      <a:pt x="2636" y="6705"/>
                    </a:cubicBezTo>
                    <a:cubicBezTo>
                      <a:pt x="5271" y="6705"/>
                      <a:pt x="3337" y="1835"/>
                      <a:pt x="2636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6" name="Google Shape;3366;p16"/>
              <p:cNvSpPr/>
              <p:nvPr/>
            </p:nvSpPr>
            <p:spPr>
              <a:xfrm>
                <a:off x="6962850" y="3262200"/>
                <a:ext cx="128450" cy="16347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39" extrusionOk="0">
                    <a:moveTo>
                      <a:pt x="2569" y="0"/>
                    </a:moveTo>
                    <a:cubicBezTo>
                      <a:pt x="2002" y="1702"/>
                      <a:pt x="0" y="6538"/>
                      <a:pt x="2569" y="6538"/>
                    </a:cubicBezTo>
                    <a:cubicBezTo>
                      <a:pt x="5137" y="6538"/>
                      <a:pt x="3269" y="1802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7" name="Google Shape;3367;p16"/>
              <p:cNvSpPr/>
              <p:nvPr/>
            </p:nvSpPr>
            <p:spPr>
              <a:xfrm>
                <a:off x="7896000" y="3408125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2002" y="1669"/>
                      <a:pt x="1" y="6506"/>
                      <a:pt x="2569" y="6506"/>
                    </a:cubicBezTo>
                    <a:cubicBezTo>
                      <a:pt x="5138" y="6506"/>
                      <a:pt x="3270" y="1769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8" name="Google Shape;3368;p16"/>
              <p:cNvSpPr/>
              <p:nvPr/>
            </p:nvSpPr>
            <p:spPr>
              <a:xfrm>
                <a:off x="5236600" y="3529050"/>
                <a:ext cx="128450" cy="16347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39" extrusionOk="0">
                    <a:moveTo>
                      <a:pt x="2569" y="1"/>
                    </a:moveTo>
                    <a:cubicBezTo>
                      <a:pt x="2002" y="1702"/>
                      <a:pt x="1" y="6539"/>
                      <a:pt x="2569" y="6539"/>
                    </a:cubicBezTo>
                    <a:cubicBezTo>
                      <a:pt x="5138" y="6539"/>
                      <a:pt x="3270" y="1802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9" name="Google Shape;3369;p16"/>
              <p:cNvSpPr/>
              <p:nvPr/>
            </p:nvSpPr>
            <p:spPr>
              <a:xfrm>
                <a:off x="7128800" y="3845950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0"/>
                    </a:moveTo>
                    <a:cubicBezTo>
                      <a:pt x="2002" y="1702"/>
                      <a:pt x="0" y="6505"/>
                      <a:pt x="2569" y="6505"/>
                    </a:cubicBezTo>
                    <a:cubicBezTo>
                      <a:pt x="5137" y="6505"/>
                      <a:pt x="3269" y="1802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0" name="Google Shape;3370;p16"/>
              <p:cNvSpPr/>
              <p:nvPr/>
            </p:nvSpPr>
            <p:spPr>
              <a:xfrm>
                <a:off x="8084475" y="3998550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2002" y="1669"/>
                      <a:pt x="1" y="6505"/>
                      <a:pt x="2569" y="6505"/>
                    </a:cubicBezTo>
                    <a:cubicBezTo>
                      <a:pt x="5138" y="6505"/>
                      <a:pt x="3270" y="1802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1" name="Google Shape;3371;p16"/>
              <p:cNvSpPr/>
              <p:nvPr/>
            </p:nvSpPr>
            <p:spPr>
              <a:xfrm>
                <a:off x="8732450" y="3762550"/>
                <a:ext cx="132600" cy="167650"/>
              </a:xfrm>
              <a:custGeom>
                <a:avLst/>
                <a:gdLst/>
                <a:ahLst/>
                <a:cxnLst/>
                <a:rect l="l" t="t" r="r" b="b"/>
                <a:pathLst>
                  <a:path w="5304" h="6706" extrusionOk="0">
                    <a:moveTo>
                      <a:pt x="2669" y="1"/>
                    </a:moveTo>
                    <a:cubicBezTo>
                      <a:pt x="2068" y="1735"/>
                      <a:pt x="0" y="6706"/>
                      <a:pt x="2669" y="6706"/>
                    </a:cubicBezTo>
                    <a:cubicBezTo>
                      <a:pt x="5304" y="6706"/>
                      <a:pt x="3369" y="1835"/>
                      <a:pt x="26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2" name="Google Shape;3372;p16"/>
              <p:cNvSpPr/>
              <p:nvPr/>
            </p:nvSpPr>
            <p:spPr>
              <a:xfrm>
                <a:off x="5465200" y="3071850"/>
                <a:ext cx="128450" cy="16347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39" extrusionOk="0">
                    <a:moveTo>
                      <a:pt x="2569" y="1"/>
                    </a:moveTo>
                    <a:cubicBezTo>
                      <a:pt x="2002" y="1702"/>
                      <a:pt x="1" y="6539"/>
                      <a:pt x="2569" y="6539"/>
                    </a:cubicBezTo>
                    <a:cubicBezTo>
                      <a:pt x="5138" y="6539"/>
                      <a:pt x="3270" y="1802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3" name="Google Shape;3373;p16"/>
              <p:cNvSpPr/>
              <p:nvPr/>
            </p:nvSpPr>
            <p:spPr>
              <a:xfrm>
                <a:off x="5770000" y="3376650"/>
                <a:ext cx="128450" cy="16347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39" extrusionOk="0">
                    <a:moveTo>
                      <a:pt x="2569" y="1"/>
                    </a:moveTo>
                    <a:cubicBezTo>
                      <a:pt x="2002" y="1702"/>
                      <a:pt x="1" y="6539"/>
                      <a:pt x="2569" y="6539"/>
                    </a:cubicBezTo>
                    <a:cubicBezTo>
                      <a:pt x="5138" y="6539"/>
                      <a:pt x="3270" y="1802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4" name="Google Shape;3374;p16"/>
              <p:cNvSpPr/>
              <p:nvPr/>
            </p:nvSpPr>
            <p:spPr>
              <a:xfrm flipH="1">
                <a:off x="1298725" y="3053713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2002" y="1669"/>
                      <a:pt x="1" y="6506"/>
                      <a:pt x="2569" y="6506"/>
                    </a:cubicBezTo>
                    <a:cubicBezTo>
                      <a:pt x="5138" y="6506"/>
                      <a:pt x="3270" y="1769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5" name="Google Shape;3375;p16"/>
              <p:cNvSpPr/>
              <p:nvPr/>
            </p:nvSpPr>
            <p:spPr>
              <a:xfrm>
                <a:off x="8151075" y="3043700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1969" y="1669"/>
                      <a:pt x="1" y="6505"/>
                      <a:pt x="2569" y="6505"/>
                    </a:cubicBezTo>
                    <a:cubicBezTo>
                      <a:pt x="5138" y="6505"/>
                      <a:pt x="3237" y="1802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6" name="Google Shape;3376;p16"/>
              <p:cNvSpPr/>
              <p:nvPr/>
            </p:nvSpPr>
            <p:spPr>
              <a:xfrm>
                <a:off x="3735413" y="3000325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1969" y="1669"/>
                      <a:pt x="1" y="6505"/>
                      <a:pt x="2569" y="6505"/>
                    </a:cubicBezTo>
                    <a:cubicBezTo>
                      <a:pt x="5138" y="6505"/>
                      <a:pt x="3237" y="1802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377" name="Google Shape;3377;p16"/>
            <p:cNvSpPr/>
            <p:nvPr/>
          </p:nvSpPr>
          <p:spPr>
            <a:xfrm>
              <a:off x="2011825" y="433547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1969" y="1668"/>
                    <a:pt x="1" y="6505"/>
                    <a:pt x="2569" y="6505"/>
                  </a:cubicBezTo>
                  <a:cubicBezTo>
                    <a:pt x="5138" y="6505"/>
                    <a:pt x="3236" y="1769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8" name="Google Shape;3378;p16"/>
            <p:cNvSpPr/>
            <p:nvPr/>
          </p:nvSpPr>
          <p:spPr>
            <a:xfrm>
              <a:off x="4344325" y="4699075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1969" y="1702"/>
                    <a:pt x="0" y="6505"/>
                    <a:pt x="2569" y="6505"/>
                  </a:cubicBezTo>
                  <a:cubicBezTo>
                    <a:pt x="5137" y="6505"/>
                    <a:pt x="3236" y="1802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9" name="Google Shape;3379;p16"/>
            <p:cNvSpPr/>
            <p:nvPr/>
          </p:nvSpPr>
          <p:spPr>
            <a:xfrm>
              <a:off x="833475" y="4180375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2002" y="1668"/>
                    <a:pt x="1" y="6505"/>
                    <a:pt x="2569" y="6505"/>
                  </a:cubicBezTo>
                  <a:cubicBezTo>
                    <a:pt x="5138" y="6505"/>
                    <a:pt x="3270" y="1801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0" name="Google Shape;3380;p16"/>
            <p:cNvSpPr/>
            <p:nvPr/>
          </p:nvSpPr>
          <p:spPr>
            <a:xfrm>
              <a:off x="2746525" y="4490600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2002" y="1701"/>
                    <a:pt x="0" y="6505"/>
                    <a:pt x="2569" y="6505"/>
                  </a:cubicBezTo>
                  <a:cubicBezTo>
                    <a:pt x="5137" y="6505"/>
                    <a:pt x="3269" y="1801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1" name="Google Shape;3381;p16"/>
            <p:cNvSpPr/>
            <p:nvPr/>
          </p:nvSpPr>
          <p:spPr>
            <a:xfrm>
              <a:off x="1535650" y="4409700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0"/>
                  </a:moveTo>
                  <a:cubicBezTo>
                    <a:pt x="2002" y="1668"/>
                    <a:pt x="1" y="6505"/>
                    <a:pt x="2569" y="6505"/>
                  </a:cubicBezTo>
                  <a:cubicBezTo>
                    <a:pt x="5138" y="6505"/>
                    <a:pt x="3270" y="1802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2" name="Google Shape;3382;p16"/>
            <p:cNvSpPr/>
            <p:nvPr/>
          </p:nvSpPr>
          <p:spPr>
            <a:xfrm>
              <a:off x="3562925" y="4383850"/>
              <a:ext cx="131800" cy="167650"/>
            </a:xfrm>
            <a:custGeom>
              <a:avLst/>
              <a:gdLst/>
              <a:ahLst/>
              <a:cxnLst/>
              <a:rect l="l" t="t" r="r" b="b"/>
              <a:pathLst>
                <a:path w="5272" h="6706" extrusionOk="0">
                  <a:moveTo>
                    <a:pt x="2636" y="0"/>
                  </a:moveTo>
                  <a:cubicBezTo>
                    <a:pt x="2036" y="1735"/>
                    <a:pt x="1" y="6705"/>
                    <a:pt x="2636" y="6705"/>
                  </a:cubicBezTo>
                  <a:cubicBezTo>
                    <a:pt x="5271" y="6705"/>
                    <a:pt x="3337" y="1835"/>
                    <a:pt x="2636" y="0"/>
                  </a:cubicBezTo>
                  <a:close/>
                </a:path>
              </a:pathLst>
            </a:custGeom>
            <a:solidFill>
              <a:srgbClr val="191919">
                <a:alpha val="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3" name="Google Shape;3383;p16"/>
            <p:cNvSpPr/>
            <p:nvPr/>
          </p:nvSpPr>
          <p:spPr>
            <a:xfrm>
              <a:off x="4902225" y="4467250"/>
              <a:ext cx="132625" cy="167625"/>
            </a:xfrm>
            <a:custGeom>
              <a:avLst/>
              <a:gdLst/>
              <a:ahLst/>
              <a:cxnLst/>
              <a:rect l="l" t="t" r="r" b="b"/>
              <a:pathLst>
                <a:path w="5305" h="6705" extrusionOk="0">
                  <a:moveTo>
                    <a:pt x="2669" y="0"/>
                  </a:moveTo>
                  <a:cubicBezTo>
                    <a:pt x="2069" y="1735"/>
                    <a:pt x="0" y="6705"/>
                    <a:pt x="2669" y="6705"/>
                  </a:cubicBezTo>
                  <a:cubicBezTo>
                    <a:pt x="5304" y="6705"/>
                    <a:pt x="3370" y="1868"/>
                    <a:pt x="2669" y="0"/>
                  </a:cubicBezTo>
                  <a:close/>
                </a:path>
              </a:pathLst>
            </a:custGeom>
            <a:solidFill>
              <a:srgbClr val="191919">
                <a:alpha val="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4" name="Google Shape;3384;p16"/>
            <p:cNvSpPr/>
            <p:nvPr/>
          </p:nvSpPr>
          <p:spPr>
            <a:xfrm>
              <a:off x="2527200" y="5154400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0"/>
                  </a:moveTo>
                  <a:cubicBezTo>
                    <a:pt x="2002" y="1702"/>
                    <a:pt x="0" y="6538"/>
                    <a:pt x="2569" y="6538"/>
                  </a:cubicBezTo>
                  <a:cubicBezTo>
                    <a:pt x="5137" y="6538"/>
                    <a:pt x="3269" y="1802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5" name="Google Shape;3385;p16"/>
            <p:cNvSpPr/>
            <p:nvPr/>
          </p:nvSpPr>
          <p:spPr>
            <a:xfrm>
              <a:off x="6433425" y="433547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1969" y="1668"/>
                    <a:pt x="1" y="6505"/>
                    <a:pt x="2569" y="6505"/>
                  </a:cubicBezTo>
                  <a:cubicBezTo>
                    <a:pt x="5138" y="6505"/>
                    <a:pt x="3236" y="1769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6" name="Google Shape;3386;p16"/>
            <p:cNvSpPr/>
            <p:nvPr/>
          </p:nvSpPr>
          <p:spPr>
            <a:xfrm>
              <a:off x="8765925" y="4699075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1969" y="1702"/>
                    <a:pt x="0" y="6505"/>
                    <a:pt x="2569" y="6505"/>
                  </a:cubicBezTo>
                  <a:cubicBezTo>
                    <a:pt x="5137" y="6505"/>
                    <a:pt x="3236" y="1802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7" name="Google Shape;3387;p16"/>
            <p:cNvSpPr/>
            <p:nvPr/>
          </p:nvSpPr>
          <p:spPr>
            <a:xfrm>
              <a:off x="5255075" y="4180375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2002" y="1668"/>
                    <a:pt x="1" y="6505"/>
                    <a:pt x="2569" y="6505"/>
                  </a:cubicBezTo>
                  <a:cubicBezTo>
                    <a:pt x="5138" y="6505"/>
                    <a:pt x="3270" y="1801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8" name="Google Shape;3388;p16"/>
            <p:cNvSpPr/>
            <p:nvPr/>
          </p:nvSpPr>
          <p:spPr>
            <a:xfrm>
              <a:off x="7168125" y="4490600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2002" y="1701"/>
                    <a:pt x="0" y="6505"/>
                    <a:pt x="2569" y="6505"/>
                  </a:cubicBezTo>
                  <a:cubicBezTo>
                    <a:pt x="5137" y="6505"/>
                    <a:pt x="3269" y="1801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9" name="Google Shape;3389;p16"/>
            <p:cNvSpPr/>
            <p:nvPr/>
          </p:nvSpPr>
          <p:spPr>
            <a:xfrm>
              <a:off x="5957250" y="4409700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0"/>
                  </a:moveTo>
                  <a:cubicBezTo>
                    <a:pt x="2002" y="1668"/>
                    <a:pt x="1" y="6505"/>
                    <a:pt x="2569" y="6505"/>
                  </a:cubicBezTo>
                  <a:cubicBezTo>
                    <a:pt x="5138" y="6505"/>
                    <a:pt x="3270" y="1802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0" name="Google Shape;3390;p16"/>
            <p:cNvSpPr/>
            <p:nvPr/>
          </p:nvSpPr>
          <p:spPr>
            <a:xfrm>
              <a:off x="7984525" y="4383850"/>
              <a:ext cx="131800" cy="167650"/>
            </a:xfrm>
            <a:custGeom>
              <a:avLst/>
              <a:gdLst/>
              <a:ahLst/>
              <a:cxnLst/>
              <a:rect l="l" t="t" r="r" b="b"/>
              <a:pathLst>
                <a:path w="5272" h="6706" extrusionOk="0">
                  <a:moveTo>
                    <a:pt x="2636" y="0"/>
                  </a:moveTo>
                  <a:cubicBezTo>
                    <a:pt x="2036" y="1735"/>
                    <a:pt x="1" y="6705"/>
                    <a:pt x="2636" y="6705"/>
                  </a:cubicBezTo>
                  <a:cubicBezTo>
                    <a:pt x="5271" y="6705"/>
                    <a:pt x="3337" y="1835"/>
                    <a:pt x="2636" y="0"/>
                  </a:cubicBezTo>
                  <a:close/>
                </a:path>
              </a:pathLst>
            </a:custGeom>
            <a:solidFill>
              <a:srgbClr val="191919">
                <a:alpha val="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1" name="Google Shape;3391;p16"/>
            <p:cNvSpPr/>
            <p:nvPr/>
          </p:nvSpPr>
          <p:spPr>
            <a:xfrm>
              <a:off x="6948800" y="5154400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0"/>
                  </a:moveTo>
                  <a:cubicBezTo>
                    <a:pt x="2002" y="1702"/>
                    <a:pt x="0" y="6538"/>
                    <a:pt x="2569" y="6538"/>
                  </a:cubicBezTo>
                  <a:cubicBezTo>
                    <a:pt x="5137" y="6538"/>
                    <a:pt x="3269" y="1802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2" name="Google Shape;3392;p16"/>
            <p:cNvSpPr/>
            <p:nvPr/>
          </p:nvSpPr>
          <p:spPr>
            <a:xfrm>
              <a:off x="5451150" y="4964050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1" y="6539"/>
                    <a:pt x="2569" y="6539"/>
                  </a:cubicBezTo>
                  <a:cubicBezTo>
                    <a:pt x="5138" y="6539"/>
                    <a:pt x="3270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3" name="Google Shape;3393;p16"/>
            <p:cNvSpPr/>
            <p:nvPr/>
          </p:nvSpPr>
          <p:spPr>
            <a:xfrm flipH="1">
              <a:off x="1284675" y="4945913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669"/>
                    <a:pt x="1" y="6506"/>
                    <a:pt x="2569" y="6506"/>
                  </a:cubicBezTo>
                  <a:cubicBezTo>
                    <a:pt x="5138" y="6506"/>
                    <a:pt x="3270" y="1769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4" name="Google Shape;3394;p16"/>
            <p:cNvSpPr/>
            <p:nvPr/>
          </p:nvSpPr>
          <p:spPr>
            <a:xfrm>
              <a:off x="8137025" y="4935900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1969" y="1669"/>
                    <a:pt x="1" y="6505"/>
                    <a:pt x="2569" y="6505"/>
                  </a:cubicBezTo>
                  <a:cubicBezTo>
                    <a:pt x="5138" y="6505"/>
                    <a:pt x="3237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5" name="Google Shape;3395;p16"/>
            <p:cNvSpPr/>
            <p:nvPr/>
          </p:nvSpPr>
          <p:spPr>
            <a:xfrm>
              <a:off x="3721363" y="489252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1969" y="1669"/>
                    <a:pt x="1" y="6505"/>
                    <a:pt x="2569" y="6505"/>
                  </a:cubicBezTo>
                  <a:cubicBezTo>
                    <a:pt x="5138" y="6505"/>
                    <a:pt x="3237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396" name="Google Shape;3396;p16"/>
          <p:cNvGrpSpPr/>
          <p:nvPr/>
        </p:nvGrpSpPr>
        <p:grpSpPr>
          <a:xfrm>
            <a:off x="2023804" y="4488761"/>
            <a:ext cx="3369488" cy="1707138"/>
            <a:chOff x="4054650" y="529913"/>
            <a:chExt cx="3624275" cy="1836225"/>
          </a:xfrm>
        </p:grpSpPr>
        <p:sp>
          <p:nvSpPr>
            <p:cNvPr id="3397" name="Google Shape;3397;p16"/>
            <p:cNvSpPr/>
            <p:nvPr/>
          </p:nvSpPr>
          <p:spPr>
            <a:xfrm>
              <a:off x="4054650" y="812613"/>
              <a:ext cx="1777125" cy="1163775"/>
            </a:xfrm>
            <a:custGeom>
              <a:avLst/>
              <a:gdLst/>
              <a:ahLst/>
              <a:cxnLst/>
              <a:rect l="l" t="t" r="r" b="b"/>
              <a:pathLst>
                <a:path w="71085" h="46551" extrusionOk="0">
                  <a:moveTo>
                    <a:pt x="71051" y="1"/>
                  </a:moveTo>
                  <a:cubicBezTo>
                    <a:pt x="59209" y="601"/>
                    <a:pt x="18213" y="15879"/>
                    <a:pt x="1301" y="29722"/>
                  </a:cubicBezTo>
                  <a:cubicBezTo>
                    <a:pt x="100" y="30723"/>
                    <a:pt x="0" y="32524"/>
                    <a:pt x="1101" y="33625"/>
                  </a:cubicBezTo>
                  <a:cubicBezTo>
                    <a:pt x="3569" y="36060"/>
                    <a:pt x="5371" y="39762"/>
                    <a:pt x="5904" y="44166"/>
                  </a:cubicBezTo>
                  <a:cubicBezTo>
                    <a:pt x="6057" y="45630"/>
                    <a:pt x="7285" y="46551"/>
                    <a:pt x="8555" y="46551"/>
                  </a:cubicBezTo>
                  <a:cubicBezTo>
                    <a:pt x="9222" y="46551"/>
                    <a:pt x="9901" y="46296"/>
                    <a:pt x="10441" y="45733"/>
                  </a:cubicBezTo>
                  <a:cubicBezTo>
                    <a:pt x="24151" y="31390"/>
                    <a:pt x="50203" y="12610"/>
                    <a:pt x="71051" y="568"/>
                  </a:cubicBezTo>
                  <a:cubicBezTo>
                    <a:pt x="71051" y="401"/>
                    <a:pt x="71051" y="201"/>
                    <a:pt x="7108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8" name="Google Shape;3398;p16"/>
            <p:cNvSpPr/>
            <p:nvPr/>
          </p:nvSpPr>
          <p:spPr>
            <a:xfrm>
              <a:off x="4303150" y="826788"/>
              <a:ext cx="1529450" cy="1427300"/>
            </a:xfrm>
            <a:custGeom>
              <a:avLst/>
              <a:gdLst/>
              <a:ahLst/>
              <a:cxnLst/>
              <a:rect l="l" t="t" r="r" b="b"/>
              <a:pathLst>
                <a:path w="61178" h="57092" extrusionOk="0">
                  <a:moveTo>
                    <a:pt x="61111" y="1"/>
                  </a:moveTo>
                  <a:cubicBezTo>
                    <a:pt x="40830" y="11709"/>
                    <a:pt x="15678" y="29789"/>
                    <a:pt x="1668" y="43932"/>
                  </a:cubicBezTo>
                  <a:cubicBezTo>
                    <a:pt x="1" y="45633"/>
                    <a:pt x="1235" y="48435"/>
                    <a:pt x="3603" y="48435"/>
                  </a:cubicBezTo>
                  <a:cubicBezTo>
                    <a:pt x="10441" y="48469"/>
                    <a:pt x="18947" y="51604"/>
                    <a:pt x="23250" y="56208"/>
                  </a:cubicBezTo>
                  <a:cubicBezTo>
                    <a:pt x="23794" y="56806"/>
                    <a:pt x="24517" y="57091"/>
                    <a:pt x="25231" y="57091"/>
                  </a:cubicBezTo>
                  <a:cubicBezTo>
                    <a:pt x="26228" y="57091"/>
                    <a:pt x="27207" y="56537"/>
                    <a:pt x="27654" y="55507"/>
                  </a:cubicBezTo>
                  <a:cubicBezTo>
                    <a:pt x="34525" y="39529"/>
                    <a:pt x="48001" y="18180"/>
                    <a:pt x="61178" y="101"/>
                  </a:cubicBezTo>
                  <a:cubicBezTo>
                    <a:pt x="61144" y="34"/>
                    <a:pt x="61144" y="67"/>
                    <a:pt x="6111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9" name="Google Shape;3399;p16"/>
            <p:cNvSpPr/>
            <p:nvPr/>
          </p:nvSpPr>
          <p:spPr>
            <a:xfrm>
              <a:off x="4989825" y="832638"/>
              <a:ext cx="858600" cy="1520275"/>
            </a:xfrm>
            <a:custGeom>
              <a:avLst/>
              <a:gdLst/>
              <a:ahLst/>
              <a:cxnLst/>
              <a:rect l="l" t="t" r="r" b="b"/>
              <a:pathLst>
                <a:path w="34344" h="60811" extrusionOk="0">
                  <a:moveTo>
                    <a:pt x="33610" y="0"/>
                  </a:moveTo>
                  <a:lnTo>
                    <a:pt x="33610" y="0"/>
                  </a:lnTo>
                  <a:cubicBezTo>
                    <a:pt x="20868" y="17479"/>
                    <a:pt x="7859" y="38027"/>
                    <a:pt x="820" y="53805"/>
                  </a:cubicBezTo>
                  <a:cubicBezTo>
                    <a:pt x="1" y="55627"/>
                    <a:pt x="1392" y="57532"/>
                    <a:pt x="3259" y="57532"/>
                  </a:cubicBezTo>
                  <a:cubicBezTo>
                    <a:pt x="3442" y="57532"/>
                    <a:pt x="3631" y="57514"/>
                    <a:pt x="3823" y="57475"/>
                  </a:cubicBezTo>
                  <a:cubicBezTo>
                    <a:pt x="5960" y="57013"/>
                    <a:pt x="8473" y="56796"/>
                    <a:pt x="11131" y="56796"/>
                  </a:cubicBezTo>
                  <a:cubicBezTo>
                    <a:pt x="17887" y="56796"/>
                    <a:pt x="25582" y="58197"/>
                    <a:pt x="30442" y="60543"/>
                  </a:cubicBezTo>
                  <a:cubicBezTo>
                    <a:pt x="30815" y="60727"/>
                    <a:pt x="31200" y="60811"/>
                    <a:pt x="31574" y="60811"/>
                  </a:cubicBezTo>
                  <a:cubicBezTo>
                    <a:pt x="33038" y="60811"/>
                    <a:pt x="34344" y="59529"/>
                    <a:pt x="34211" y="57908"/>
                  </a:cubicBezTo>
                  <a:cubicBezTo>
                    <a:pt x="32443" y="37794"/>
                    <a:pt x="32777" y="16745"/>
                    <a:pt x="3361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0" name="Google Shape;3400;p16"/>
            <p:cNvSpPr/>
            <p:nvPr/>
          </p:nvSpPr>
          <p:spPr>
            <a:xfrm>
              <a:off x="5845925" y="811788"/>
              <a:ext cx="1833000" cy="1095200"/>
            </a:xfrm>
            <a:custGeom>
              <a:avLst/>
              <a:gdLst/>
              <a:ahLst/>
              <a:cxnLst/>
              <a:rect l="l" t="t" r="r" b="b"/>
              <a:pathLst>
                <a:path w="73320" h="43808" extrusionOk="0">
                  <a:moveTo>
                    <a:pt x="100" y="0"/>
                  </a:moveTo>
                  <a:lnTo>
                    <a:pt x="0" y="334"/>
                  </a:lnTo>
                  <a:cubicBezTo>
                    <a:pt x="23450" y="12276"/>
                    <a:pt x="51837" y="29588"/>
                    <a:pt x="67248" y="43131"/>
                  </a:cubicBezTo>
                  <a:cubicBezTo>
                    <a:pt x="67767" y="43597"/>
                    <a:pt x="68383" y="43807"/>
                    <a:pt x="68988" y="43807"/>
                  </a:cubicBezTo>
                  <a:cubicBezTo>
                    <a:pt x="70289" y="43807"/>
                    <a:pt x="71538" y="42833"/>
                    <a:pt x="71651" y="41330"/>
                  </a:cubicBezTo>
                  <a:cubicBezTo>
                    <a:pt x="71818" y="38961"/>
                    <a:pt x="72218" y="36326"/>
                    <a:pt x="72986" y="34125"/>
                  </a:cubicBezTo>
                  <a:cubicBezTo>
                    <a:pt x="73319" y="33091"/>
                    <a:pt x="73052" y="31956"/>
                    <a:pt x="72252" y="31256"/>
                  </a:cubicBezTo>
                  <a:cubicBezTo>
                    <a:pt x="56274" y="16712"/>
                    <a:pt x="11275" y="0"/>
                    <a:pt x="10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1" name="Google Shape;3401;p16"/>
            <p:cNvSpPr/>
            <p:nvPr/>
          </p:nvSpPr>
          <p:spPr>
            <a:xfrm>
              <a:off x="5841750" y="818463"/>
              <a:ext cx="1687900" cy="1388950"/>
            </a:xfrm>
            <a:custGeom>
              <a:avLst/>
              <a:gdLst/>
              <a:ahLst/>
              <a:cxnLst/>
              <a:rect l="l" t="t" r="r" b="b"/>
              <a:pathLst>
                <a:path w="67516" h="55558" extrusionOk="0">
                  <a:moveTo>
                    <a:pt x="67" y="0"/>
                  </a:moveTo>
                  <a:cubicBezTo>
                    <a:pt x="34" y="67"/>
                    <a:pt x="34" y="33"/>
                    <a:pt x="0" y="67"/>
                  </a:cubicBezTo>
                  <a:cubicBezTo>
                    <a:pt x="16979" y="16979"/>
                    <a:pt x="36593" y="38361"/>
                    <a:pt x="44466" y="54072"/>
                  </a:cubicBezTo>
                  <a:cubicBezTo>
                    <a:pt x="44945" y="55049"/>
                    <a:pt x="45883" y="55558"/>
                    <a:pt x="46835" y="55558"/>
                  </a:cubicBezTo>
                  <a:cubicBezTo>
                    <a:pt x="47605" y="55558"/>
                    <a:pt x="48384" y="55225"/>
                    <a:pt x="48935" y="54539"/>
                  </a:cubicBezTo>
                  <a:cubicBezTo>
                    <a:pt x="53238" y="49135"/>
                    <a:pt x="58676" y="46367"/>
                    <a:pt x="64080" y="46033"/>
                  </a:cubicBezTo>
                  <a:cubicBezTo>
                    <a:pt x="66481" y="45900"/>
                    <a:pt x="67515" y="42931"/>
                    <a:pt x="65681" y="41363"/>
                  </a:cubicBezTo>
                  <a:cubicBezTo>
                    <a:pt x="49936" y="28053"/>
                    <a:pt x="22650" y="11508"/>
                    <a:pt x="6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2" name="Google Shape;3402;p16"/>
            <p:cNvSpPr/>
            <p:nvPr/>
          </p:nvSpPr>
          <p:spPr>
            <a:xfrm>
              <a:off x="5800875" y="820113"/>
              <a:ext cx="1148675" cy="1546025"/>
            </a:xfrm>
            <a:custGeom>
              <a:avLst/>
              <a:gdLst/>
              <a:ahLst/>
              <a:cxnLst/>
              <a:rect l="l" t="t" r="r" b="b"/>
              <a:pathLst>
                <a:path w="45947" h="61841" extrusionOk="0">
                  <a:moveTo>
                    <a:pt x="1635" y="1"/>
                  </a:moveTo>
                  <a:cubicBezTo>
                    <a:pt x="1602" y="34"/>
                    <a:pt x="1569" y="34"/>
                    <a:pt x="1502" y="34"/>
                  </a:cubicBezTo>
                  <a:cubicBezTo>
                    <a:pt x="1402" y="168"/>
                    <a:pt x="1302" y="334"/>
                    <a:pt x="1168" y="501"/>
                  </a:cubicBezTo>
                  <a:cubicBezTo>
                    <a:pt x="301" y="17547"/>
                    <a:pt x="1" y="38995"/>
                    <a:pt x="1869" y="59443"/>
                  </a:cubicBezTo>
                  <a:cubicBezTo>
                    <a:pt x="1989" y="60884"/>
                    <a:pt x="3215" y="61841"/>
                    <a:pt x="4515" y="61841"/>
                  </a:cubicBezTo>
                  <a:cubicBezTo>
                    <a:pt x="5021" y="61841"/>
                    <a:pt x="5538" y="61696"/>
                    <a:pt x="6005" y="61378"/>
                  </a:cubicBezTo>
                  <a:cubicBezTo>
                    <a:pt x="12280" y="57075"/>
                    <a:pt x="22400" y="54418"/>
                    <a:pt x="31722" y="54418"/>
                  </a:cubicBezTo>
                  <a:cubicBezTo>
                    <a:pt x="35335" y="54418"/>
                    <a:pt x="38828" y="54817"/>
                    <a:pt x="41931" y="55674"/>
                  </a:cubicBezTo>
                  <a:cubicBezTo>
                    <a:pt x="42172" y="55738"/>
                    <a:pt x="42409" y="55768"/>
                    <a:pt x="42637" y="55768"/>
                  </a:cubicBezTo>
                  <a:cubicBezTo>
                    <a:pt x="44562" y="55768"/>
                    <a:pt x="45947" y="53653"/>
                    <a:pt x="44933" y="51805"/>
                  </a:cubicBezTo>
                  <a:cubicBezTo>
                    <a:pt x="36427" y="36360"/>
                    <a:pt x="17847" y="16112"/>
                    <a:pt x="163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403" name="Google Shape;3403;p16"/>
            <p:cNvGrpSpPr/>
            <p:nvPr/>
          </p:nvGrpSpPr>
          <p:grpSpPr>
            <a:xfrm>
              <a:off x="4054650" y="529913"/>
              <a:ext cx="3624275" cy="1836225"/>
              <a:chOff x="112275" y="2665738"/>
              <a:chExt cx="3624275" cy="1836225"/>
            </a:xfrm>
          </p:grpSpPr>
          <p:sp>
            <p:nvSpPr>
              <p:cNvPr id="3404" name="Google Shape;3404;p16"/>
              <p:cNvSpPr/>
              <p:nvPr/>
            </p:nvSpPr>
            <p:spPr>
              <a:xfrm>
                <a:off x="112275" y="2948438"/>
                <a:ext cx="1777125" cy="1163775"/>
              </a:xfrm>
              <a:custGeom>
                <a:avLst/>
                <a:gdLst/>
                <a:ahLst/>
                <a:cxnLst/>
                <a:rect l="l" t="t" r="r" b="b"/>
                <a:pathLst>
                  <a:path w="71085" h="46551" extrusionOk="0">
                    <a:moveTo>
                      <a:pt x="71051" y="1"/>
                    </a:moveTo>
                    <a:cubicBezTo>
                      <a:pt x="59209" y="601"/>
                      <a:pt x="18213" y="15879"/>
                      <a:pt x="1301" y="29722"/>
                    </a:cubicBezTo>
                    <a:cubicBezTo>
                      <a:pt x="100" y="30723"/>
                      <a:pt x="0" y="32524"/>
                      <a:pt x="1101" y="33625"/>
                    </a:cubicBezTo>
                    <a:cubicBezTo>
                      <a:pt x="3569" y="36060"/>
                      <a:pt x="5371" y="39762"/>
                      <a:pt x="5904" y="44166"/>
                    </a:cubicBezTo>
                    <a:cubicBezTo>
                      <a:pt x="6057" y="45630"/>
                      <a:pt x="7285" y="46551"/>
                      <a:pt x="8555" y="46551"/>
                    </a:cubicBezTo>
                    <a:cubicBezTo>
                      <a:pt x="9222" y="46551"/>
                      <a:pt x="9901" y="46296"/>
                      <a:pt x="10441" y="45733"/>
                    </a:cubicBezTo>
                    <a:cubicBezTo>
                      <a:pt x="24151" y="31390"/>
                      <a:pt x="50203" y="12610"/>
                      <a:pt x="71051" y="568"/>
                    </a:cubicBezTo>
                    <a:cubicBezTo>
                      <a:pt x="71051" y="401"/>
                      <a:pt x="71051" y="201"/>
                      <a:pt x="71084" y="1"/>
                    </a:cubicBezTo>
                    <a:close/>
                  </a:path>
                </a:pathLst>
              </a:custGeom>
              <a:solidFill>
                <a:srgbClr val="191919">
                  <a:alpha val="284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5" name="Google Shape;3405;p16"/>
              <p:cNvSpPr/>
              <p:nvPr/>
            </p:nvSpPr>
            <p:spPr>
              <a:xfrm>
                <a:off x="360775" y="2962613"/>
                <a:ext cx="1529450" cy="1427300"/>
              </a:xfrm>
              <a:custGeom>
                <a:avLst/>
                <a:gdLst/>
                <a:ahLst/>
                <a:cxnLst/>
                <a:rect l="l" t="t" r="r" b="b"/>
                <a:pathLst>
                  <a:path w="61178" h="57092" extrusionOk="0">
                    <a:moveTo>
                      <a:pt x="61111" y="1"/>
                    </a:moveTo>
                    <a:cubicBezTo>
                      <a:pt x="40830" y="11709"/>
                      <a:pt x="15678" y="29789"/>
                      <a:pt x="1668" y="43932"/>
                    </a:cubicBezTo>
                    <a:cubicBezTo>
                      <a:pt x="1" y="45633"/>
                      <a:pt x="1235" y="48435"/>
                      <a:pt x="3603" y="48435"/>
                    </a:cubicBezTo>
                    <a:cubicBezTo>
                      <a:pt x="10441" y="48469"/>
                      <a:pt x="18947" y="51604"/>
                      <a:pt x="23250" y="56208"/>
                    </a:cubicBezTo>
                    <a:cubicBezTo>
                      <a:pt x="23794" y="56806"/>
                      <a:pt x="24517" y="57091"/>
                      <a:pt x="25231" y="57091"/>
                    </a:cubicBezTo>
                    <a:cubicBezTo>
                      <a:pt x="26228" y="57091"/>
                      <a:pt x="27207" y="56537"/>
                      <a:pt x="27654" y="55507"/>
                    </a:cubicBezTo>
                    <a:cubicBezTo>
                      <a:pt x="34525" y="39529"/>
                      <a:pt x="48001" y="18180"/>
                      <a:pt x="61178" y="101"/>
                    </a:cubicBezTo>
                    <a:cubicBezTo>
                      <a:pt x="61144" y="34"/>
                      <a:pt x="61144" y="67"/>
                      <a:pt x="61111" y="1"/>
                    </a:cubicBezTo>
                    <a:close/>
                  </a:path>
                </a:pathLst>
              </a:custGeom>
              <a:solidFill>
                <a:srgbClr val="191919">
                  <a:alpha val="189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6" name="Google Shape;3406;p16"/>
              <p:cNvSpPr/>
              <p:nvPr/>
            </p:nvSpPr>
            <p:spPr>
              <a:xfrm>
                <a:off x="1047450" y="2968463"/>
                <a:ext cx="858600" cy="1520275"/>
              </a:xfrm>
              <a:custGeom>
                <a:avLst/>
                <a:gdLst/>
                <a:ahLst/>
                <a:cxnLst/>
                <a:rect l="l" t="t" r="r" b="b"/>
                <a:pathLst>
                  <a:path w="34344" h="60811" extrusionOk="0">
                    <a:moveTo>
                      <a:pt x="33610" y="0"/>
                    </a:moveTo>
                    <a:lnTo>
                      <a:pt x="33610" y="0"/>
                    </a:lnTo>
                    <a:cubicBezTo>
                      <a:pt x="20868" y="17479"/>
                      <a:pt x="7859" y="38027"/>
                      <a:pt x="820" y="53805"/>
                    </a:cubicBezTo>
                    <a:cubicBezTo>
                      <a:pt x="1" y="55627"/>
                      <a:pt x="1392" y="57532"/>
                      <a:pt x="3259" y="57532"/>
                    </a:cubicBezTo>
                    <a:cubicBezTo>
                      <a:pt x="3442" y="57532"/>
                      <a:pt x="3631" y="57514"/>
                      <a:pt x="3823" y="57475"/>
                    </a:cubicBezTo>
                    <a:cubicBezTo>
                      <a:pt x="5960" y="57013"/>
                      <a:pt x="8473" y="56796"/>
                      <a:pt x="11131" y="56796"/>
                    </a:cubicBezTo>
                    <a:cubicBezTo>
                      <a:pt x="17887" y="56796"/>
                      <a:pt x="25582" y="58197"/>
                      <a:pt x="30442" y="60543"/>
                    </a:cubicBezTo>
                    <a:cubicBezTo>
                      <a:pt x="30815" y="60727"/>
                      <a:pt x="31200" y="60811"/>
                      <a:pt x="31574" y="60811"/>
                    </a:cubicBezTo>
                    <a:cubicBezTo>
                      <a:pt x="33038" y="60811"/>
                      <a:pt x="34344" y="59529"/>
                      <a:pt x="34211" y="57908"/>
                    </a:cubicBezTo>
                    <a:cubicBezTo>
                      <a:pt x="32443" y="37794"/>
                      <a:pt x="32777" y="16745"/>
                      <a:pt x="33610" y="0"/>
                    </a:cubicBezTo>
                    <a:close/>
                  </a:path>
                </a:pathLst>
              </a:custGeom>
              <a:solidFill>
                <a:srgbClr val="191919">
                  <a:alpha val="150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7" name="Google Shape;3407;p16"/>
              <p:cNvSpPr/>
              <p:nvPr/>
            </p:nvSpPr>
            <p:spPr>
              <a:xfrm>
                <a:off x="1903550" y="2947613"/>
                <a:ext cx="1833000" cy="1095200"/>
              </a:xfrm>
              <a:custGeom>
                <a:avLst/>
                <a:gdLst/>
                <a:ahLst/>
                <a:cxnLst/>
                <a:rect l="l" t="t" r="r" b="b"/>
                <a:pathLst>
                  <a:path w="73320" h="43808" extrusionOk="0">
                    <a:moveTo>
                      <a:pt x="100" y="0"/>
                    </a:moveTo>
                    <a:lnTo>
                      <a:pt x="0" y="334"/>
                    </a:lnTo>
                    <a:cubicBezTo>
                      <a:pt x="23450" y="12276"/>
                      <a:pt x="51837" y="29588"/>
                      <a:pt x="67248" y="43131"/>
                    </a:cubicBezTo>
                    <a:cubicBezTo>
                      <a:pt x="67767" y="43597"/>
                      <a:pt x="68383" y="43807"/>
                      <a:pt x="68988" y="43807"/>
                    </a:cubicBezTo>
                    <a:cubicBezTo>
                      <a:pt x="70289" y="43807"/>
                      <a:pt x="71538" y="42833"/>
                      <a:pt x="71651" y="41330"/>
                    </a:cubicBezTo>
                    <a:cubicBezTo>
                      <a:pt x="71818" y="38961"/>
                      <a:pt x="72218" y="36326"/>
                      <a:pt x="72986" y="34125"/>
                    </a:cubicBezTo>
                    <a:cubicBezTo>
                      <a:pt x="73319" y="33091"/>
                      <a:pt x="73052" y="31956"/>
                      <a:pt x="72252" y="31256"/>
                    </a:cubicBezTo>
                    <a:cubicBezTo>
                      <a:pt x="56274" y="16712"/>
                      <a:pt x="11275" y="0"/>
                      <a:pt x="100" y="0"/>
                    </a:cubicBezTo>
                    <a:close/>
                  </a:path>
                </a:pathLst>
              </a:custGeom>
              <a:solidFill>
                <a:srgbClr val="191919">
                  <a:alpha val="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8" name="Google Shape;3408;p16"/>
              <p:cNvSpPr/>
              <p:nvPr/>
            </p:nvSpPr>
            <p:spPr>
              <a:xfrm>
                <a:off x="1899375" y="2954288"/>
                <a:ext cx="1687900" cy="1388950"/>
              </a:xfrm>
              <a:custGeom>
                <a:avLst/>
                <a:gdLst/>
                <a:ahLst/>
                <a:cxnLst/>
                <a:rect l="l" t="t" r="r" b="b"/>
                <a:pathLst>
                  <a:path w="67516" h="55558" extrusionOk="0">
                    <a:moveTo>
                      <a:pt x="67" y="0"/>
                    </a:moveTo>
                    <a:cubicBezTo>
                      <a:pt x="34" y="67"/>
                      <a:pt x="34" y="33"/>
                      <a:pt x="0" y="67"/>
                    </a:cubicBezTo>
                    <a:cubicBezTo>
                      <a:pt x="16979" y="16979"/>
                      <a:pt x="36593" y="38361"/>
                      <a:pt x="44466" y="54072"/>
                    </a:cubicBezTo>
                    <a:cubicBezTo>
                      <a:pt x="44945" y="55049"/>
                      <a:pt x="45883" y="55558"/>
                      <a:pt x="46835" y="55558"/>
                    </a:cubicBezTo>
                    <a:cubicBezTo>
                      <a:pt x="47605" y="55558"/>
                      <a:pt x="48384" y="55225"/>
                      <a:pt x="48935" y="54539"/>
                    </a:cubicBezTo>
                    <a:cubicBezTo>
                      <a:pt x="53238" y="49135"/>
                      <a:pt x="58676" y="46367"/>
                      <a:pt x="64080" y="46033"/>
                    </a:cubicBezTo>
                    <a:cubicBezTo>
                      <a:pt x="66481" y="45900"/>
                      <a:pt x="67515" y="42931"/>
                      <a:pt x="65681" y="41363"/>
                    </a:cubicBezTo>
                    <a:cubicBezTo>
                      <a:pt x="49936" y="28053"/>
                      <a:pt x="22650" y="11508"/>
                      <a:pt x="67" y="0"/>
                    </a:cubicBezTo>
                    <a:close/>
                  </a:path>
                </a:pathLst>
              </a:custGeom>
              <a:solidFill>
                <a:srgbClr val="191919">
                  <a:alpha val="61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9" name="Google Shape;3409;p16"/>
              <p:cNvSpPr/>
              <p:nvPr/>
            </p:nvSpPr>
            <p:spPr>
              <a:xfrm>
                <a:off x="1858500" y="2955938"/>
                <a:ext cx="1148675" cy="1546025"/>
              </a:xfrm>
              <a:custGeom>
                <a:avLst/>
                <a:gdLst/>
                <a:ahLst/>
                <a:cxnLst/>
                <a:rect l="l" t="t" r="r" b="b"/>
                <a:pathLst>
                  <a:path w="45947" h="61841" extrusionOk="0">
                    <a:moveTo>
                      <a:pt x="1635" y="1"/>
                    </a:moveTo>
                    <a:cubicBezTo>
                      <a:pt x="1602" y="34"/>
                      <a:pt x="1569" y="34"/>
                      <a:pt x="1502" y="34"/>
                    </a:cubicBezTo>
                    <a:cubicBezTo>
                      <a:pt x="1402" y="168"/>
                      <a:pt x="1302" y="334"/>
                      <a:pt x="1168" y="501"/>
                    </a:cubicBezTo>
                    <a:cubicBezTo>
                      <a:pt x="301" y="17547"/>
                      <a:pt x="1" y="38995"/>
                      <a:pt x="1869" y="59443"/>
                    </a:cubicBezTo>
                    <a:cubicBezTo>
                      <a:pt x="1989" y="60884"/>
                      <a:pt x="3215" y="61841"/>
                      <a:pt x="4515" y="61841"/>
                    </a:cubicBezTo>
                    <a:cubicBezTo>
                      <a:pt x="5021" y="61841"/>
                      <a:pt x="5538" y="61696"/>
                      <a:pt x="6005" y="61378"/>
                    </a:cubicBezTo>
                    <a:cubicBezTo>
                      <a:pt x="12280" y="57075"/>
                      <a:pt x="22400" y="54418"/>
                      <a:pt x="31722" y="54418"/>
                    </a:cubicBezTo>
                    <a:cubicBezTo>
                      <a:pt x="35335" y="54418"/>
                      <a:pt x="38828" y="54817"/>
                      <a:pt x="41931" y="55674"/>
                    </a:cubicBezTo>
                    <a:cubicBezTo>
                      <a:pt x="42172" y="55738"/>
                      <a:pt x="42409" y="55768"/>
                      <a:pt x="42637" y="55768"/>
                    </a:cubicBezTo>
                    <a:cubicBezTo>
                      <a:pt x="44562" y="55768"/>
                      <a:pt x="45947" y="53653"/>
                      <a:pt x="44933" y="51805"/>
                    </a:cubicBezTo>
                    <a:cubicBezTo>
                      <a:pt x="36427" y="36360"/>
                      <a:pt x="17847" y="16112"/>
                      <a:pt x="1635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0" name="Google Shape;3410;p16"/>
              <p:cNvSpPr/>
              <p:nvPr/>
            </p:nvSpPr>
            <p:spPr>
              <a:xfrm>
                <a:off x="112275" y="2948438"/>
                <a:ext cx="2249125" cy="1553525"/>
              </a:xfrm>
              <a:custGeom>
                <a:avLst/>
                <a:gdLst/>
                <a:ahLst/>
                <a:cxnLst/>
                <a:rect l="l" t="t" r="r" b="b"/>
                <a:pathLst>
                  <a:path w="89965" h="62141" extrusionOk="0">
                    <a:moveTo>
                      <a:pt x="71585" y="58242"/>
                    </a:moveTo>
                    <a:lnTo>
                      <a:pt x="71585" y="58242"/>
                    </a:lnTo>
                    <a:cubicBezTo>
                      <a:pt x="71590" y="58323"/>
                      <a:pt x="71595" y="58404"/>
                      <a:pt x="71601" y="58485"/>
                    </a:cubicBezTo>
                    <a:lnTo>
                      <a:pt x="71601" y="58485"/>
                    </a:lnTo>
                    <a:cubicBezTo>
                      <a:pt x="71593" y="58407"/>
                      <a:pt x="71585" y="58324"/>
                      <a:pt x="71585" y="58242"/>
                    </a:cubicBezTo>
                    <a:close/>
                    <a:moveTo>
                      <a:pt x="71017" y="1"/>
                    </a:moveTo>
                    <a:lnTo>
                      <a:pt x="71017" y="1"/>
                    </a:lnTo>
                    <a:cubicBezTo>
                      <a:pt x="59142" y="634"/>
                      <a:pt x="18180" y="15879"/>
                      <a:pt x="1301" y="29722"/>
                    </a:cubicBezTo>
                    <a:cubicBezTo>
                      <a:pt x="100" y="30723"/>
                      <a:pt x="0" y="32524"/>
                      <a:pt x="1101" y="33625"/>
                    </a:cubicBezTo>
                    <a:cubicBezTo>
                      <a:pt x="3569" y="36060"/>
                      <a:pt x="5371" y="39762"/>
                      <a:pt x="5871" y="44166"/>
                    </a:cubicBezTo>
                    <a:cubicBezTo>
                      <a:pt x="6046" y="45630"/>
                      <a:pt x="7281" y="46551"/>
                      <a:pt x="8544" y="46551"/>
                    </a:cubicBezTo>
                    <a:cubicBezTo>
                      <a:pt x="9208" y="46551"/>
                      <a:pt x="9879" y="46296"/>
                      <a:pt x="10408" y="45733"/>
                    </a:cubicBezTo>
                    <a:cubicBezTo>
                      <a:pt x="10808" y="45333"/>
                      <a:pt x="11208" y="44933"/>
                      <a:pt x="11608" y="44532"/>
                    </a:cubicBezTo>
                    <a:lnTo>
                      <a:pt x="11608" y="44532"/>
                    </a:lnTo>
                    <a:cubicBezTo>
                      <a:pt x="9974" y="46200"/>
                      <a:pt x="11175" y="49002"/>
                      <a:pt x="13543" y="49002"/>
                    </a:cubicBezTo>
                    <a:cubicBezTo>
                      <a:pt x="20381" y="49036"/>
                      <a:pt x="28887" y="52171"/>
                      <a:pt x="33190" y="56775"/>
                    </a:cubicBezTo>
                    <a:cubicBezTo>
                      <a:pt x="33734" y="57373"/>
                      <a:pt x="34457" y="57658"/>
                      <a:pt x="35171" y="57658"/>
                    </a:cubicBezTo>
                    <a:cubicBezTo>
                      <a:pt x="36168" y="57658"/>
                      <a:pt x="37147" y="57104"/>
                      <a:pt x="37594" y="56074"/>
                    </a:cubicBezTo>
                    <a:cubicBezTo>
                      <a:pt x="37794" y="55574"/>
                      <a:pt x="37994" y="55107"/>
                      <a:pt x="38227" y="54606"/>
                    </a:cubicBezTo>
                    <a:lnTo>
                      <a:pt x="38227" y="54606"/>
                    </a:lnTo>
                    <a:cubicBezTo>
                      <a:pt x="37408" y="56428"/>
                      <a:pt x="38799" y="58333"/>
                      <a:pt x="40666" y="58333"/>
                    </a:cubicBezTo>
                    <a:cubicBezTo>
                      <a:pt x="40849" y="58333"/>
                      <a:pt x="41038" y="58315"/>
                      <a:pt x="41230" y="58276"/>
                    </a:cubicBezTo>
                    <a:cubicBezTo>
                      <a:pt x="43367" y="57814"/>
                      <a:pt x="45880" y="57597"/>
                      <a:pt x="48538" y="57597"/>
                    </a:cubicBezTo>
                    <a:cubicBezTo>
                      <a:pt x="55294" y="57597"/>
                      <a:pt x="62989" y="58998"/>
                      <a:pt x="67849" y="61344"/>
                    </a:cubicBezTo>
                    <a:cubicBezTo>
                      <a:pt x="68217" y="61519"/>
                      <a:pt x="68597" y="61599"/>
                      <a:pt x="68967" y="61599"/>
                    </a:cubicBezTo>
                    <a:cubicBezTo>
                      <a:pt x="70405" y="61599"/>
                      <a:pt x="71694" y="60389"/>
                      <a:pt x="71625" y="58814"/>
                    </a:cubicBezTo>
                    <a:lnTo>
                      <a:pt x="71625" y="58814"/>
                    </a:lnTo>
                    <a:cubicBezTo>
                      <a:pt x="71648" y="59124"/>
                      <a:pt x="71677" y="59434"/>
                      <a:pt x="71718" y="59743"/>
                    </a:cubicBezTo>
                    <a:cubicBezTo>
                      <a:pt x="71838" y="61184"/>
                      <a:pt x="73064" y="62141"/>
                      <a:pt x="74364" y="62141"/>
                    </a:cubicBezTo>
                    <a:cubicBezTo>
                      <a:pt x="74870" y="62141"/>
                      <a:pt x="75387" y="61996"/>
                      <a:pt x="75854" y="61678"/>
                    </a:cubicBezTo>
                    <a:cubicBezTo>
                      <a:pt x="79557" y="59143"/>
                      <a:pt x="84560" y="57175"/>
                      <a:pt x="89964" y="56007"/>
                    </a:cubicBezTo>
                    <a:cubicBezTo>
                      <a:pt x="89764" y="55974"/>
                      <a:pt x="89531" y="55874"/>
                      <a:pt x="89331" y="55774"/>
                    </a:cubicBezTo>
                    <a:cubicBezTo>
                      <a:pt x="84466" y="53426"/>
                      <a:pt x="76762" y="52041"/>
                      <a:pt x="70001" y="52041"/>
                    </a:cubicBezTo>
                    <a:cubicBezTo>
                      <a:pt x="67350" y="52041"/>
                      <a:pt x="64844" y="52254"/>
                      <a:pt x="62712" y="52705"/>
                    </a:cubicBezTo>
                    <a:cubicBezTo>
                      <a:pt x="62205" y="52816"/>
                      <a:pt x="61561" y="52870"/>
                      <a:pt x="60853" y="52870"/>
                    </a:cubicBezTo>
                    <a:cubicBezTo>
                      <a:pt x="58578" y="52870"/>
                      <a:pt x="55657" y="52306"/>
                      <a:pt x="54639" y="51237"/>
                    </a:cubicBezTo>
                    <a:cubicBezTo>
                      <a:pt x="50369" y="46601"/>
                      <a:pt x="41830" y="43498"/>
                      <a:pt x="35025" y="43465"/>
                    </a:cubicBezTo>
                    <a:cubicBezTo>
                      <a:pt x="32657" y="43465"/>
                      <a:pt x="27620" y="40863"/>
                      <a:pt x="27353" y="38628"/>
                    </a:cubicBezTo>
                    <a:cubicBezTo>
                      <a:pt x="26853" y="34225"/>
                      <a:pt x="25051" y="30522"/>
                      <a:pt x="22550" y="28054"/>
                    </a:cubicBezTo>
                    <a:cubicBezTo>
                      <a:pt x="21449" y="26987"/>
                      <a:pt x="21582" y="25152"/>
                      <a:pt x="22783" y="24185"/>
                    </a:cubicBezTo>
                    <a:cubicBezTo>
                      <a:pt x="33624" y="15278"/>
                      <a:pt x="54406" y="5805"/>
                      <a:pt x="71017" y="1"/>
                    </a:cubicBezTo>
                    <a:close/>
                  </a:path>
                </a:pathLst>
              </a:custGeom>
              <a:solidFill>
                <a:srgbClr val="191919">
                  <a:alpha val="284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1" name="Google Shape;3411;p16"/>
              <p:cNvSpPr/>
              <p:nvPr/>
            </p:nvSpPr>
            <p:spPr>
              <a:xfrm>
                <a:off x="1820150" y="2665738"/>
                <a:ext cx="184325" cy="255200"/>
              </a:xfrm>
              <a:custGeom>
                <a:avLst/>
                <a:gdLst/>
                <a:ahLst/>
                <a:cxnLst/>
                <a:rect l="l" t="t" r="r" b="b"/>
                <a:pathLst>
                  <a:path w="7373" h="10208" extrusionOk="0">
                    <a:moveTo>
                      <a:pt x="3670" y="0"/>
                    </a:moveTo>
                    <a:cubicBezTo>
                      <a:pt x="1835" y="0"/>
                      <a:pt x="1" y="10208"/>
                      <a:pt x="1" y="10208"/>
                    </a:cubicBezTo>
                    <a:lnTo>
                      <a:pt x="7372" y="10208"/>
                    </a:lnTo>
                    <a:cubicBezTo>
                      <a:pt x="7372" y="10208"/>
                      <a:pt x="5538" y="0"/>
                      <a:pt x="36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2" name="Google Shape;3412;p16"/>
              <p:cNvSpPr/>
              <p:nvPr/>
            </p:nvSpPr>
            <p:spPr>
              <a:xfrm>
                <a:off x="1765100" y="2865038"/>
                <a:ext cx="293575" cy="111775"/>
              </a:xfrm>
              <a:custGeom>
                <a:avLst/>
                <a:gdLst/>
                <a:ahLst/>
                <a:cxnLst/>
                <a:rect l="l" t="t" r="r" b="b"/>
                <a:pathLst>
                  <a:path w="11743" h="4471" extrusionOk="0">
                    <a:moveTo>
                      <a:pt x="2002" y="1"/>
                    </a:moveTo>
                    <a:cubicBezTo>
                      <a:pt x="902" y="1"/>
                      <a:pt x="1" y="902"/>
                      <a:pt x="1" y="2002"/>
                    </a:cubicBezTo>
                    <a:lnTo>
                      <a:pt x="1" y="2469"/>
                    </a:lnTo>
                    <a:cubicBezTo>
                      <a:pt x="1" y="3570"/>
                      <a:pt x="902" y="4471"/>
                      <a:pt x="2002" y="4471"/>
                    </a:cubicBezTo>
                    <a:lnTo>
                      <a:pt x="9741" y="4471"/>
                    </a:lnTo>
                    <a:cubicBezTo>
                      <a:pt x="10875" y="4471"/>
                      <a:pt x="11743" y="3570"/>
                      <a:pt x="11743" y="2469"/>
                    </a:cubicBezTo>
                    <a:lnTo>
                      <a:pt x="11743" y="2002"/>
                    </a:lnTo>
                    <a:cubicBezTo>
                      <a:pt x="11743" y="902"/>
                      <a:pt x="10875" y="1"/>
                      <a:pt x="974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413" name="Google Shape;3413;p16"/>
          <p:cNvGrpSpPr/>
          <p:nvPr/>
        </p:nvGrpSpPr>
        <p:grpSpPr>
          <a:xfrm>
            <a:off x="-779296" y="4550554"/>
            <a:ext cx="3369488" cy="1707138"/>
            <a:chOff x="-2125575" y="3574325"/>
            <a:chExt cx="3624275" cy="1836225"/>
          </a:xfrm>
        </p:grpSpPr>
        <p:sp>
          <p:nvSpPr>
            <p:cNvPr id="3414" name="Google Shape;3414;p16"/>
            <p:cNvSpPr/>
            <p:nvPr/>
          </p:nvSpPr>
          <p:spPr>
            <a:xfrm>
              <a:off x="-2125575" y="3857025"/>
              <a:ext cx="1777125" cy="1163775"/>
            </a:xfrm>
            <a:custGeom>
              <a:avLst/>
              <a:gdLst/>
              <a:ahLst/>
              <a:cxnLst/>
              <a:rect l="l" t="t" r="r" b="b"/>
              <a:pathLst>
                <a:path w="71085" h="46551" extrusionOk="0">
                  <a:moveTo>
                    <a:pt x="71051" y="1"/>
                  </a:moveTo>
                  <a:cubicBezTo>
                    <a:pt x="59209" y="601"/>
                    <a:pt x="18213" y="15879"/>
                    <a:pt x="1301" y="29722"/>
                  </a:cubicBezTo>
                  <a:cubicBezTo>
                    <a:pt x="100" y="30723"/>
                    <a:pt x="0" y="32524"/>
                    <a:pt x="1101" y="33625"/>
                  </a:cubicBezTo>
                  <a:cubicBezTo>
                    <a:pt x="3569" y="36060"/>
                    <a:pt x="5371" y="39762"/>
                    <a:pt x="5904" y="44166"/>
                  </a:cubicBezTo>
                  <a:cubicBezTo>
                    <a:pt x="6057" y="45630"/>
                    <a:pt x="7285" y="46551"/>
                    <a:pt x="8555" y="46551"/>
                  </a:cubicBezTo>
                  <a:cubicBezTo>
                    <a:pt x="9222" y="46551"/>
                    <a:pt x="9901" y="46296"/>
                    <a:pt x="10441" y="45733"/>
                  </a:cubicBezTo>
                  <a:cubicBezTo>
                    <a:pt x="24151" y="31390"/>
                    <a:pt x="50203" y="12610"/>
                    <a:pt x="71051" y="568"/>
                  </a:cubicBezTo>
                  <a:cubicBezTo>
                    <a:pt x="71051" y="401"/>
                    <a:pt x="71051" y="201"/>
                    <a:pt x="7108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5" name="Google Shape;3415;p16"/>
            <p:cNvSpPr/>
            <p:nvPr/>
          </p:nvSpPr>
          <p:spPr>
            <a:xfrm>
              <a:off x="-1877075" y="3871200"/>
              <a:ext cx="1529450" cy="1427300"/>
            </a:xfrm>
            <a:custGeom>
              <a:avLst/>
              <a:gdLst/>
              <a:ahLst/>
              <a:cxnLst/>
              <a:rect l="l" t="t" r="r" b="b"/>
              <a:pathLst>
                <a:path w="61178" h="57092" extrusionOk="0">
                  <a:moveTo>
                    <a:pt x="61111" y="1"/>
                  </a:moveTo>
                  <a:cubicBezTo>
                    <a:pt x="40830" y="11709"/>
                    <a:pt x="15678" y="29789"/>
                    <a:pt x="1668" y="43932"/>
                  </a:cubicBezTo>
                  <a:cubicBezTo>
                    <a:pt x="1" y="45633"/>
                    <a:pt x="1235" y="48435"/>
                    <a:pt x="3603" y="48435"/>
                  </a:cubicBezTo>
                  <a:cubicBezTo>
                    <a:pt x="10441" y="48469"/>
                    <a:pt x="18947" y="51604"/>
                    <a:pt x="23250" y="56208"/>
                  </a:cubicBezTo>
                  <a:cubicBezTo>
                    <a:pt x="23794" y="56806"/>
                    <a:pt x="24517" y="57091"/>
                    <a:pt x="25231" y="57091"/>
                  </a:cubicBezTo>
                  <a:cubicBezTo>
                    <a:pt x="26228" y="57091"/>
                    <a:pt x="27207" y="56537"/>
                    <a:pt x="27654" y="55507"/>
                  </a:cubicBezTo>
                  <a:cubicBezTo>
                    <a:pt x="34525" y="39529"/>
                    <a:pt x="48001" y="18180"/>
                    <a:pt x="61178" y="101"/>
                  </a:cubicBezTo>
                  <a:cubicBezTo>
                    <a:pt x="61144" y="34"/>
                    <a:pt x="61144" y="67"/>
                    <a:pt x="611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6" name="Google Shape;3416;p16"/>
            <p:cNvSpPr/>
            <p:nvPr/>
          </p:nvSpPr>
          <p:spPr>
            <a:xfrm>
              <a:off x="-1190400" y="3877050"/>
              <a:ext cx="858600" cy="1520275"/>
            </a:xfrm>
            <a:custGeom>
              <a:avLst/>
              <a:gdLst/>
              <a:ahLst/>
              <a:cxnLst/>
              <a:rect l="l" t="t" r="r" b="b"/>
              <a:pathLst>
                <a:path w="34344" h="60811" extrusionOk="0">
                  <a:moveTo>
                    <a:pt x="33610" y="0"/>
                  </a:moveTo>
                  <a:lnTo>
                    <a:pt x="33610" y="0"/>
                  </a:lnTo>
                  <a:cubicBezTo>
                    <a:pt x="20868" y="17479"/>
                    <a:pt x="7859" y="38027"/>
                    <a:pt x="820" y="53805"/>
                  </a:cubicBezTo>
                  <a:cubicBezTo>
                    <a:pt x="1" y="55627"/>
                    <a:pt x="1392" y="57532"/>
                    <a:pt x="3259" y="57532"/>
                  </a:cubicBezTo>
                  <a:cubicBezTo>
                    <a:pt x="3442" y="57532"/>
                    <a:pt x="3631" y="57514"/>
                    <a:pt x="3823" y="57475"/>
                  </a:cubicBezTo>
                  <a:cubicBezTo>
                    <a:pt x="5960" y="57013"/>
                    <a:pt x="8473" y="56796"/>
                    <a:pt x="11131" y="56796"/>
                  </a:cubicBezTo>
                  <a:cubicBezTo>
                    <a:pt x="17887" y="56796"/>
                    <a:pt x="25582" y="58197"/>
                    <a:pt x="30442" y="60543"/>
                  </a:cubicBezTo>
                  <a:cubicBezTo>
                    <a:pt x="30815" y="60727"/>
                    <a:pt x="31200" y="60811"/>
                    <a:pt x="31574" y="60811"/>
                  </a:cubicBezTo>
                  <a:cubicBezTo>
                    <a:pt x="33038" y="60811"/>
                    <a:pt x="34344" y="59529"/>
                    <a:pt x="34211" y="57908"/>
                  </a:cubicBezTo>
                  <a:cubicBezTo>
                    <a:pt x="32443" y="37794"/>
                    <a:pt x="32777" y="16745"/>
                    <a:pt x="336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7" name="Google Shape;3417;p16"/>
            <p:cNvSpPr/>
            <p:nvPr/>
          </p:nvSpPr>
          <p:spPr>
            <a:xfrm>
              <a:off x="-334300" y="3856200"/>
              <a:ext cx="1833000" cy="1095200"/>
            </a:xfrm>
            <a:custGeom>
              <a:avLst/>
              <a:gdLst/>
              <a:ahLst/>
              <a:cxnLst/>
              <a:rect l="l" t="t" r="r" b="b"/>
              <a:pathLst>
                <a:path w="73320" h="43808" extrusionOk="0">
                  <a:moveTo>
                    <a:pt x="100" y="0"/>
                  </a:moveTo>
                  <a:lnTo>
                    <a:pt x="0" y="334"/>
                  </a:lnTo>
                  <a:cubicBezTo>
                    <a:pt x="23450" y="12276"/>
                    <a:pt x="51837" y="29588"/>
                    <a:pt x="67248" y="43131"/>
                  </a:cubicBezTo>
                  <a:cubicBezTo>
                    <a:pt x="67767" y="43597"/>
                    <a:pt x="68383" y="43807"/>
                    <a:pt x="68988" y="43807"/>
                  </a:cubicBezTo>
                  <a:cubicBezTo>
                    <a:pt x="70289" y="43807"/>
                    <a:pt x="71538" y="42833"/>
                    <a:pt x="71651" y="41330"/>
                  </a:cubicBezTo>
                  <a:cubicBezTo>
                    <a:pt x="71818" y="38961"/>
                    <a:pt x="72218" y="36326"/>
                    <a:pt x="72986" y="34125"/>
                  </a:cubicBezTo>
                  <a:cubicBezTo>
                    <a:pt x="73319" y="33091"/>
                    <a:pt x="73052" y="31956"/>
                    <a:pt x="72252" y="31256"/>
                  </a:cubicBezTo>
                  <a:cubicBezTo>
                    <a:pt x="56274" y="16712"/>
                    <a:pt x="11275" y="0"/>
                    <a:pt x="10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8" name="Google Shape;3418;p16"/>
            <p:cNvSpPr/>
            <p:nvPr/>
          </p:nvSpPr>
          <p:spPr>
            <a:xfrm>
              <a:off x="-338475" y="3862875"/>
              <a:ext cx="1687900" cy="1388950"/>
            </a:xfrm>
            <a:custGeom>
              <a:avLst/>
              <a:gdLst/>
              <a:ahLst/>
              <a:cxnLst/>
              <a:rect l="l" t="t" r="r" b="b"/>
              <a:pathLst>
                <a:path w="67516" h="55558" extrusionOk="0">
                  <a:moveTo>
                    <a:pt x="67" y="0"/>
                  </a:moveTo>
                  <a:cubicBezTo>
                    <a:pt x="34" y="67"/>
                    <a:pt x="34" y="33"/>
                    <a:pt x="0" y="67"/>
                  </a:cubicBezTo>
                  <a:cubicBezTo>
                    <a:pt x="16979" y="16979"/>
                    <a:pt x="36593" y="38361"/>
                    <a:pt x="44466" y="54072"/>
                  </a:cubicBezTo>
                  <a:cubicBezTo>
                    <a:pt x="44945" y="55049"/>
                    <a:pt x="45883" y="55558"/>
                    <a:pt x="46835" y="55558"/>
                  </a:cubicBezTo>
                  <a:cubicBezTo>
                    <a:pt x="47605" y="55558"/>
                    <a:pt x="48384" y="55225"/>
                    <a:pt x="48935" y="54539"/>
                  </a:cubicBezTo>
                  <a:cubicBezTo>
                    <a:pt x="53238" y="49135"/>
                    <a:pt x="58676" y="46367"/>
                    <a:pt x="64080" y="46033"/>
                  </a:cubicBezTo>
                  <a:cubicBezTo>
                    <a:pt x="66481" y="45900"/>
                    <a:pt x="67515" y="42931"/>
                    <a:pt x="65681" y="41363"/>
                  </a:cubicBezTo>
                  <a:cubicBezTo>
                    <a:pt x="49936" y="28053"/>
                    <a:pt x="22650" y="11508"/>
                    <a:pt x="6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9" name="Google Shape;3419;p16"/>
            <p:cNvSpPr/>
            <p:nvPr/>
          </p:nvSpPr>
          <p:spPr>
            <a:xfrm>
              <a:off x="-379350" y="3864525"/>
              <a:ext cx="1148675" cy="1546025"/>
            </a:xfrm>
            <a:custGeom>
              <a:avLst/>
              <a:gdLst/>
              <a:ahLst/>
              <a:cxnLst/>
              <a:rect l="l" t="t" r="r" b="b"/>
              <a:pathLst>
                <a:path w="45947" h="61841" extrusionOk="0">
                  <a:moveTo>
                    <a:pt x="1635" y="1"/>
                  </a:moveTo>
                  <a:cubicBezTo>
                    <a:pt x="1602" y="34"/>
                    <a:pt x="1569" y="34"/>
                    <a:pt x="1502" y="34"/>
                  </a:cubicBezTo>
                  <a:cubicBezTo>
                    <a:pt x="1402" y="168"/>
                    <a:pt x="1302" y="334"/>
                    <a:pt x="1168" y="501"/>
                  </a:cubicBezTo>
                  <a:cubicBezTo>
                    <a:pt x="301" y="17547"/>
                    <a:pt x="1" y="38995"/>
                    <a:pt x="1869" y="59443"/>
                  </a:cubicBezTo>
                  <a:cubicBezTo>
                    <a:pt x="1989" y="60884"/>
                    <a:pt x="3215" y="61841"/>
                    <a:pt x="4515" y="61841"/>
                  </a:cubicBezTo>
                  <a:cubicBezTo>
                    <a:pt x="5021" y="61841"/>
                    <a:pt x="5538" y="61696"/>
                    <a:pt x="6005" y="61378"/>
                  </a:cubicBezTo>
                  <a:cubicBezTo>
                    <a:pt x="12280" y="57075"/>
                    <a:pt x="22400" y="54418"/>
                    <a:pt x="31722" y="54418"/>
                  </a:cubicBezTo>
                  <a:cubicBezTo>
                    <a:pt x="35335" y="54418"/>
                    <a:pt x="38828" y="54817"/>
                    <a:pt x="41931" y="55674"/>
                  </a:cubicBezTo>
                  <a:cubicBezTo>
                    <a:pt x="42172" y="55738"/>
                    <a:pt x="42409" y="55768"/>
                    <a:pt x="42637" y="55768"/>
                  </a:cubicBezTo>
                  <a:cubicBezTo>
                    <a:pt x="44562" y="55768"/>
                    <a:pt x="45947" y="53653"/>
                    <a:pt x="44933" y="51805"/>
                  </a:cubicBezTo>
                  <a:cubicBezTo>
                    <a:pt x="36427" y="36360"/>
                    <a:pt x="17847" y="16112"/>
                    <a:pt x="16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420" name="Google Shape;3420;p16"/>
            <p:cNvGrpSpPr/>
            <p:nvPr/>
          </p:nvGrpSpPr>
          <p:grpSpPr>
            <a:xfrm>
              <a:off x="-2125575" y="3574325"/>
              <a:ext cx="3624275" cy="1836225"/>
              <a:chOff x="-4100775" y="3456250"/>
              <a:chExt cx="3624275" cy="1836225"/>
            </a:xfrm>
          </p:grpSpPr>
          <p:sp>
            <p:nvSpPr>
              <p:cNvPr id="3421" name="Google Shape;3421;p16"/>
              <p:cNvSpPr/>
              <p:nvPr/>
            </p:nvSpPr>
            <p:spPr>
              <a:xfrm>
                <a:off x="-4100775" y="3738950"/>
                <a:ext cx="1777125" cy="1163775"/>
              </a:xfrm>
              <a:custGeom>
                <a:avLst/>
                <a:gdLst/>
                <a:ahLst/>
                <a:cxnLst/>
                <a:rect l="l" t="t" r="r" b="b"/>
                <a:pathLst>
                  <a:path w="71085" h="46551" extrusionOk="0">
                    <a:moveTo>
                      <a:pt x="71051" y="1"/>
                    </a:moveTo>
                    <a:cubicBezTo>
                      <a:pt x="59209" y="601"/>
                      <a:pt x="18213" y="15879"/>
                      <a:pt x="1301" y="29722"/>
                    </a:cubicBezTo>
                    <a:cubicBezTo>
                      <a:pt x="100" y="30723"/>
                      <a:pt x="0" y="32524"/>
                      <a:pt x="1101" y="33625"/>
                    </a:cubicBezTo>
                    <a:cubicBezTo>
                      <a:pt x="3569" y="36060"/>
                      <a:pt x="5371" y="39762"/>
                      <a:pt x="5904" y="44166"/>
                    </a:cubicBezTo>
                    <a:cubicBezTo>
                      <a:pt x="6057" y="45630"/>
                      <a:pt x="7285" y="46551"/>
                      <a:pt x="8555" y="46551"/>
                    </a:cubicBezTo>
                    <a:cubicBezTo>
                      <a:pt x="9222" y="46551"/>
                      <a:pt x="9901" y="46296"/>
                      <a:pt x="10441" y="45733"/>
                    </a:cubicBezTo>
                    <a:cubicBezTo>
                      <a:pt x="24151" y="31390"/>
                      <a:pt x="50203" y="12610"/>
                      <a:pt x="71051" y="568"/>
                    </a:cubicBezTo>
                    <a:cubicBezTo>
                      <a:pt x="71051" y="401"/>
                      <a:pt x="71051" y="201"/>
                      <a:pt x="71084" y="1"/>
                    </a:cubicBezTo>
                    <a:close/>
                  </a:path>
                </a:pathLst>
              </a:custGeom>
              <a:solidFill>
                <a:srgbClr val="191919">
                  <a:alpha val="284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2" name="Google Shape;3422;p16"/>
              <p:cNvSpPr/>
              <p:nvPr/>
            </p:nvSpPr>
            <p:spPr>
              <a:xfrm>
                <a:off x="-3852275" y="3753125"/>
                <a:ext cx="1529450" cy="1427300"/>
              </a:xfrm>
              <a:custGeom>
                <a:avLst/>
                <a:gdLst/>
                <a:ahLst/>
                <a:cxnLst/>
                <a:rect l="l" t="t" r="r" b="b"/>
                <a:pathLst>
                  <a:path w="61178" h="57092" extrusionOk="0">
                    <a:moveTo>
                      <a:pt x="61111" y="1"/>
                    </a:moveTo>
                    <a:cubicBezTo>
                      <a:pt x="40830" y="11709"/>
                      <a:pt x="15678" y="29789"/>
                      <a:pt x="1668" y="43932"/>
                    </a:cubicBezTo>
                    <a:cubicBezTo>
                      <a:pt x="1" y="45633"/>
                      <a:pt x="1235" y="48435"/>
                      <a:pt x="3603" y="48435"/>
                    </a:cubicBezTo>
                    <a:cubicBezTo>
                      <a:pt x="10441" y="48469"/>
                      <a:pt x="18947" y="51604"/>
                      <a:pt x="23250" y="56208"/>
                    </a:cubicBezTo>
                    <a:cubicBezTo>
                      <a:pt x="23794" y="56806"/>
                      <a:pt x="24517" y="57091"/>
                      <a:pt x="25231" y="57091"/>
                    </a:cubicBezTo>
                    <a:cubicBezTo>
                      <a:pt x="26228" y="57091"/>
                      <a:pt x="27207" y="56537"/>
                      <a:pt x="27654" y="55507"/>
                    </a:cubicBezTo>
                    <a:cubicBezTo>
                      <a:pt x="34525" y="39529"/>
                      <a:pt x="48001" y="18180"/>
                      <a:pt x="61178" y="101"/>
                    </a:cubicBezTo>
                    <a:cubicBezTo>
                      <a:pt x="61144" y="34"/>
                      <a:pt x="61144" y="67"/>
                      <a:pt x="61111" y="1"/>
                    </a:cubicBezTo>
                    <a:close/>
                  </a:path>
                </a:pathLst>
              </a:custGeom>
              <a:solidFill>
                <a:srgbClr val="191919">
                  <a:alpha val="189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3" name="Google Shape;3423;p16"/>
              <p:cNvSpPr/>
              <p:nvPr/>
            </p:nvSpPr>
            <p:spPr>
              <a:xfrm>
                <a:off x="-3165600" y="3758975"/>
                <a:ext cx="858600" cy="1520275"/>
              </a:xfrm>
              <a:custGeom>
                <a:avLst/>
                <a:gdLst/>
                <a:ahLst/>
                <a:cxnLst/>
                <a:rect l="l" t="t" r="r" b="b"/>
                <a:pathLst>
                  <a:path w="34344" h="60811" extrusionOk="0">
                    <a:moveTo>
                      <a:pt x="33610" y="0"/>
                    </a:moveTo>
                    <a:lnTo>
                      <a:pt x="33610" y="0"/>
                    </a:lnTo>
                    <a:cubicBezTo>
                      <a:pt x="20868" y="17479"/>
                      <a:pt x="7859" y="38027"/>
                      <a:pt x="820" y="53805"/>
                    </a:cubicBezTo>
                    <a:cubicBezTo>
                      <a:pt x="1" y="55627"/>
                      <a:pt x="1392" y="57532"/>
                      <a:pt x="3259" y="57532"/>
                    </a:cubicBezTo>
                    <a:cubicBezTo>
                      <a:pt x="3442" y="57532"/>
                      <a:pt x="3631" y="57514"/>
                      <a:pt x="3823" y="57475"/>
                    </a:cubicBezTo>
                    <a:cubicBezTo>
                      <a:pt x="5960" y="57013"/>
                      <a:pt x="8473" y="56796"/>
                      <a:pt x="11131" y="56796"/>
                    </a:cubicBezTo>
                    <a:cubicBezTo>
                      <a:pt x="17887" y="56796"/>
                      <a:pt x="25582" y="58197"/>
                      <a:pt x="30442" y="60543"/>
                    </a:cubicBezTo>
                    <a:cubicBezTo>
                      <a:pt x="30815" y="60727"/>
                      <a:pt x="31200" y="60811"/>
                      <a:pt x="31574" y="60811"/>
                    </a:cubicBezTo>
                    <a:cubicBezTo>
                      <a:pt x="33038" y="60811"/>
                      <a:pt x="34344" y="59529"/>
                      <a:pt x="34211" y="57908"/>
                    </a:cubicBezTo>
                    <a:cubicBezTo>
                      <a:pt x="32443" y="37794"/>
                      <a:pt x="32777" y="16745"/>
                      <a:pt x="33610" y="0"/>
                    </a:cubicBezTo>
                    <a:close/>
                  </a:path>
                </a:pathLst>
              </a:custGeom>
              <a:solidFill>
                <a:srgbClr val="191919">
                  <a:alpha val="150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4" name="Google Shape;3424;p16"/>
              <p:cNvSpPr/>
              <p:nvPr/>
            </p:nvSpPr>
            <p:spPr>
              <a:xfrm>
                <a:off x="-2309500" y="3738125"/>
                <a:ext cx="1833000" cy="1095200"/>
              </a:xfrm>
              <a:custGeom>
                <a:avLst/>
                <a:gdLst/>
                <a:ahLst/>
                <a:cxnLst/>
                <a:rect l="l" t="t" r="r" b="b"/>
                <a:pathLst>
                  <a:path w="73320" h="43808" extrusionOk="0">
                    <a:moveTo>
                      <a:pt x="100" y="0"/>
                    </a:moveTo>
                    <a:lnTo>
                      <a:pt x="0" y="334"/>
                    </a:lnTo>
                    <a:cubicBezTo>
                      <a:pt x="23450" y="12276"/>
                      <a:pt x="51837" y="29588"/>
                      <a:pt x="67248" y="43131"/>
                    </a:cubicBezTo>
                    <a:cubicBezTo>
                      <a:pt x="67767" y="43597"/>
                      <a:pt x="68383" y="43807"/>
                      <a:pt x="68988" y="43807"/>
                    </a:cubicBezTo>
                    <a:cubicBezTo>
                      <a:pt x="70289" y="43807"/>
                      <a:pt x="71538" y="42833"/>
                      <a:pt x="71651" y="41330"/>
                    </a:cubicBezTo>
                    <a:cubicBezTo>
                      <a:pt x="71818" y="38961"/>
                      <a:pt x="72218" y="36326"/>
                      <a:pt x="72986" y="34125"/>
                    </a:cubicBezTo>
                    <a:cubicBezTo>
                      <a:pt x="73319" y="33091"/>
                      <a:pt x="73052" y="31956"/>
                      <a:pt x="72252" y="31256"/>
                    </a:cubicBezTo>
                    <a:cubicBezTo>
                      <a:pt x="56274" y="16712"/>
                      <a:pt x="11275" y="0"/>
                      <a:pt x="100" y="0"/>
                    </a:cubicBezTo>
                    <a:close/>
                  </a:path>
                </a:pathLst>
              </a:custGeom>
              <a:solidFill>
                <a:srgbClr val="191919">
                  <a:alpha val="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5" name="Google Shape;3425;p16"/>
              <p:cNvSpPr/>
              <p:nvPr/>
            </p:nvSpPr>
            <p:spPr>
              <a:xfrm>
                <a:off x="-2313675" y="3744800"/>
                <a:ext cx="1687900" cy="1388950"/>
              </a:xfrm>
              <a:custGeom>
                <a:avLst/>
                <a:gdLst/>
                <a:ahLst/>
                <a:cxnLst/>
                <a:rect l="l" t="t" r="r" b="b"/>
                <a:pathLst>
                  <a:path w="67516" h="55558" extrusionOk="0">
                    <a:moveTo>
                      <a:pt x="67" y="0"/>
                    </a:moveTo>
                    <a:cubicBezTo>
                      <a:pt x="34" y="67"/>
                      <a:pt x="34" y="33"/>
                      <a:pt x="0" y="67"/>
                    </a:cubicBezTo>
                    <a:cubicBezTo>
                      <a:pt x="16979" y="16979"/>
                      <a:pt x="36593" y="38361"/>
                      <a:pt x="44466" y="54072"/>
                    </a:cubicBezTo>
                    <a:cubicBezTo>
                      <a:pt x="44945" y="55049"/>
                      <a:pt x="45883" y="55558"/>
                      <a:pt x="46835" y="55558"/>
                    </a:cubicBezTo>
                    <a:cubicBezTo>
                      <a:pt x="47605" y="55558"/>
                      <a:pt x="48384" y="55225"/>
                      <a:pt x="48935" y="54539"/>
                    </a:cubicBezTo>
                    <a:cubicBezTo>
                      <a:pt x="53238" y="49135"/>
                      <a:pt x="58676" y="46367"/>
                      <a:pt x="64080" y="46033"/>
                    </a:cubicBezTo>
                    <a:cubicBezTo>
                      <a:pt x="66481" y="45900"/>
                      <a:pt x="67515" y="42931"/>
                      <a:pt x="65681" y="41363"/>
                    </a:cubicBezTo>
                    <a:cubicBezTo>
                      <a:pt x="49936" y="28053"/>
                      <a:pt x="22650" y="11508"/>
                      <a:pt x="67" y="0"/>
                    </a:cubicBezTo>
                    <a:close/>
                  </a:path>
                </a:pathLst>
              </a:custGeom>
              <a:solidFill>
                <a:srgbClr val="191919">
                  <a:alpha val="61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6" name="Google Shape;3426;p16"/>
              <p:cNvSpPr/>
              <p:nvPr/>
            </p:nvSpPr>
            <p:spPr>
              <a:xfrm>
                <a:off x="-2354550" y="3746450"/>
                <a:ext cx="1148675" cy="1546025"/>
              </a:xfrm>
              <a:custGeom>
                <a:avLst/>
                <a:gdLst/>
                <a:ahLst/>
                <a:cxnLst/>
                <a:rect l="l" t="t" r="r" b="b"/>
                <a:pathLst>
                  <a:path w="45947" h="61841" extrusionOk="0">
                    <a:moveTo>
                      <a:pt x="1635" y="1"/>
                    </a:moveTo>
                    <a:cubicBezTo>
                      <a:pt x="1602" y="34"/>
                      <a:pt x="1569" y="34"/>
                      <a:pt x="1502" y="34"/>
                    </a:cubicBezTo>
                    <a:cubicBezTo>
                      <a:pt x="1402" y="168"/>
                      <a:pt x="1302" y="334"/>
                      <a:pt x="1168" y="501"/>
                    </a:cubicBezTo>
                    <a:cubicBezTo>
                      <a:pt x="301" y="17547"/>
                      <a:pt x="1" y="38995"/>
                      <a:pt x="1869" y="59443"/>
                    </a:cubicBezTo>
                    <a:cubicBezTo>
                      <a:pt x="1989" y="60884"/>
                      <a:pt x="3215" y="61841"/>
                      <a:pt x="4515" y="61841"/>
                    </a:cubicBezTo>
                    <a:cubicBezTo>
                      <a:pt x="5021" y="61841"/>
                      <a:pt x="5538" y="61696"/>
                      <a:pt x="6005" y="61378"/>
                    </a:cubicBezTo>
                    <a:cubicBezTo>
                      <a:pt x="12280" y="57075"/>
                      <a:pt x="22400" y="54418"/>
                      <a:pt x="31722" y="54418"/>
                    </a:cubicBezTo>
                    <a:cubicBezTo>
                      <a:pt x="35335" y="54418"/>
                      <a:pt x="38828" y="54817"/>
                      <a:pt x="41931" y="55674"/>
                    </a:cubicBezTo>
                    <a:cubicBezTo>
                      <a:pt x="42172" y="55738"/>
                      <a:pt x="42409" y="55768"/>
                      <a:pt x="42637" y="55768"/>
                    </a:cubicBezTo>
                    <a:cubicBezTo>
                      <a:pt x="44562" y="55768"/>
                      <a:pt x="45947" y="53653"/>
                      <a:pt x="44933" y="51805"/>
                    </a:cubicBezTo>
                    <a:cubicBezTo>
                      <a:pt x="36427" y="36360"/>
                      <a:pt x="17847" y="16112"/>
                      <a:pt x="1635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7" name="Google Shape;3427;p16"/>
              <p:cNvSpPr/>
              <p:nvPr/>
            </p:nvSpPr>
            <p:spPr>
              <a:xfrm>
                <a:off x="-4100775" y="3738950"/>
                <a:ext cx="2249125" cy="1553525"/>
              </a:xfrm>
              <a:custGeom>
                <a:avLst/>
                <a:gdLst/>
                <a:ahLst/>
                <a:cxnLst/>
                <a:rect l="l" t="t" r="r" b="b"/>
                <a:pathLst>
                  <a:path w="89965" h="62141" extrusionOk="0">
                    <a:moveTo>
                      <a:pt x="71585" y="58242"/>
                    </a:moveTo>
                    <a:lnTo>
                      <a:pt x="71585" y="58242"/>
                    </a:lnTo>
                    <a:cubicBezTo>
                      <a:pt x="71590" y="58323"/>
                      <a:pt x="71595" y="58404"/>
                      <a:pt x="71601" y="58485"/>
                    </a:cubicBezTo>
                    <a:lnTo>
                      <a:pt x="71601" y="58485"/>
                    </a:lnTo>
                    <a:cubicBezTo>
                      <a:pt x="71593" y="58407"/>
                      <a:pt x="71585" y="58324"/>
                      <a:pt x="71585" y="58242"/>
                    </a:cubicBezTo>
                    <a:close/>
                    <a:moveTo>
                      <a:pt x="71017" y="1"/>
                    </a:moveTo>
                    <a:lnTo>
                      <a:pt x="71017" y="1"/>
                    </a:lnTo>
                    <a:cubicBezTo>
                      <a:pt x="59142" y="634"/>
                      <a:pt x="18180" y="15879"/>
                      <a:pt x="1301" y="29722"/>
                    </a:cubicBezTo>
                    <a:cubicBezTo>
                      <a:pt x="100" y="30723"/>
                      <a:pt x="0" y="32524"/>
                      <a:pt x="1101" y="33625"/>
                    </a:cubicBezTo>
                    <a:cubicBezTo>
                      <a:pt x="3569" y="36060"/>
                      <a:pt x="5371" y="39762"/>
                      <a:pt x="5871" y="44166"/>
                    </a:cubicBezTo>
                    <a:cubicBezTo>
                      <a:pt x="6046" y="45630"/>
                      <a:pt x="7281" y="46551"/>
                      <a:pt x="8544" y="46551"/>
                    </a:cubicBezTo>
                    <a:cubicBezTo>
                      <a:pt x="9208" y="46551"/>
                      <a:pt x="9879" y="46296"/>
                      <a:pt x="10408" y="45733"/>
                    </a:cubicBezTo>
                    <a:cubicBezTo>
                      <a:pt x="10808" y="45333"/>
                      <a:pt x="11208" y="44933"/>
                      <a:pt x="11608" y="44532"/>
                    </a:cubicBezTo>
                    <a:lnTo>
                      <a:pt x="11608" y="44532"/>
                    </a:lnTo>
                    <a:cubicBezTo>
                      <a:pt x="9974" y="46200"/>
                      <a:pt x="11175" y="49002"/>
                      <a:pt x="13543" y="49002"/>
                    </a:cubicBezTo>
                    <a:cubicBezTo>
                      <a:pt x="20381" y="49036"/>
                      <a:pt x="28887" y="52171"/>
                      <a:pt x="33190" y="56775"/>
                    </a:cubicBezTo>
                    <a:cubicBezTo>
                      <a:pt x="33734" y="57373"/>
                      <a:pt x="34457" y="57658"/>
                      <a:pt x="35171" y="57658"/>
                    </a:cubicBezTo>
                    <a:cubicBezTo>
                      <a:pt x="36168" y="57658"/>
                      <a:pt x="37147" y="57104"/>
                      <a:pt x="37594" y="56074"/>
                    </a:cubicBezTo>
                    <a:cubicBezTo>
                      <a:pt x="37794" y="55574"/>
                      <a:pt x="37994" y="55107"/>
                      <a:pt x="38227" y="54606"/>
                    </a:cubicBezTo>
                    <a:lnTo>
                      <a:pt x="38227" y="54606"/>
                    </a:lnTo>
                    <a:cubicBezTo>
                      <a:pt x="37408" y="56428"/>
                      <a:pt x="38799" y="58333"/>
                      <a:pt x="40666" y="58333"/>
                    </a:cubicBezTo>
                    <a:cubicBezTo>
                      <a:pt x="40849" y="58333"/>
                      <a:pt x="41038" y="58315"/>
                      <a:pt x="41230" y="58276"/>
                    </a:cubicBezTo>
                    <a:cubicBezTo>
                      <a:pt x="43367" y="57814"/>
                      <a:pt x="45880" y="57597"/>
                      <a:pt x="48538" y="57597"/>
                    </a:cubicBezTo>
                    <a:cubicBezTo>
                      <a:pt x="55294" y="57597"/>
                      <a:pt x="62989" y="58998"/>
                      <a:pt x="67849" y="61344"/>
                    </a:cubicBezTo>
                    <a:cubicBezTo>
                      <a:pt x="68217" y="61519"/>
                      <a:pt x="68597" y="61599"/>
                      <a:pt x="68967" y="61599"/>
                    </a:cubicBezTo>
                    <a:cubicBezTo>
                      <a:pt x="70405" y="61599"/>
                      <a:pt x="71694" y="60389"/>
                      <a:pt x="71625" y="58814"/>
                    </a:cubicBezTo>
                    <a:lnTo>
                      <a:pt x="71625" y="58814"/>
                    </a:lnTo>
                    <a:cubicBezTo>
                      <a:pt x="71648" y="59124"/>
                      <a:pt x="71677" y="59434"/>
                      <a:pt x="71718" y="59743"/>
                    </a:cubicBezTo>
                    <a:cubicBezTo>
                      <a:pt x="71838" y="61184"/>
                      <a:pt x="73064" y="62141"/>
                      <a:pt x="74364" y="62141"/>
                    </a:cubicBezTo>
                    <a:cubicBezTo>
                      <a:pt x="74870" y="62141"/>
                      <a:pt x="75387" y="61996"/>
                      <a:pt x="75854" y="61678"/>
                    </a:cubicBezTo>
                    <a:cubicBezTo>
                      <a:pt x="79557" y="59143"/>
                      <a:pt x="84560" y="57175"/>
                      <a:pt x="89964" y="56007"/>
                    </a:cubicBezTo>
                    <a:cubicBezTo>
                      <a:pt x="89764" y="55974"/>
                      <a:pt x="89531" y="55874"/>
                      <a:pt x="89331" y="55774"/>
                    </a:cubicBezTo>
                    <a:cubicBezTo>
                      <a:pt x="84466" y="53426"/>
                      <a:pt x="76762" y="52041"/>
                      <a:pt x="70001" y="52041"/>
                    </a:cubicBezTo>
                    <a:cubicBezTo>
                      <a:pt x="67350" y="52041"/>
                      <a:pt x="64844" y="52254"/>
                      <a:pt x="62712" y="52705"/>
                    </a:cubicBezTo>
                    <a:cubicBezTo>
                      <a:pt x="62205" y="52816"/>
                      <a:pt x="61561" y="52870"/>
                      <a:pt x="60853" y="52870"/>
                    </a:cubicBezTo>
                    <a:cubicBezTo>
                      <a:pt x="58578" y="52870"/>
                      <a:pt x="55657" y="52306"/>
                      <a:pt x="54639" y="51237"/>
                    </a:cubicBezTo>
                    <a:cubicBezTo>
                      <a:pt x="50369" y="46601"/>
                      <a:pt x="41830" y="43498"/>
                      <a:pt x="35025" y="43465"/>
                    </a:cubicBezTo>
                    <a:cubicBezTo>
                      <a:pt x="32657" y="43465"/>
                      <a:pt x="27620" y="40863"/>
                      <a:pt x="27353" y="38628"/>
                    </a:cubicBezTo>
                    <a:cubicBezTo>
                      <a:pt x="26853" y="34225"/>
                      <a:pt x="25051" y="30522"/>
                      <a:pt x="22550" y="28054"/>
                    </a:cubicBezTo>
                    <a:cubicBezTo>
                      <a:pt x="21449" y="26987"/>
                      <a:pt x="21582" y="25152"/>
                      <a:pt x="22783" y="24185"/>
                    </a:cubicBezTo>
                    <a:cubicBezTo>
                      <a:pt x="33624" y="15278"/>
                      <a:pt x="54406" y="5805"/>
                      <a:pt x="71017" y="1"/>
                    </a:cubicBezTo>
                    <a:close/>
                  </a:path>
                </a:pathLst>
              </a:custGeom>
              <a:solidFill>
                <a:srgbClr val="191919">
                  <a:alpha val="284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8" name="Google Shape;3428;p16"/>
              <p:cNvSpPr/>
              <p:nvPr/>
            </p:nvSpPr>
            <p:spPr>
              <a:xfrm>
                <a:off x="-2392900" y="3456250"/>
                <a:ext cx="184325" cy="255200"/>
              </a:xfrm>
              <a:custGeom>
                <a:avLst/>
                <a:gdLst/>
                <a:ahLst/>
                <a:cxnLst/>
                <a:rect l="l" t="t" r="r" b="b"/>
                <a:pathLst>
                  <a:path w="7373" h="10208" extrusionOk="0">
                    <a:moveTo>
                      <a:pt x="3670" y="0"/>
                    </a:moveTo>
                    <a:cubicBezTo>
                      <a:pt x="1835" y="0"/>
                      <a:pt x="1" y="10208"/>
                      <a:pt x="1" y="10208"/>
                    </a:cubicBezTo>
                    <a:lnTo>
                      <a:pt x="7372" y="10208"/>
                    </a:lnTo>
                    <a:cubicBezTo>
                      <a:pt x="7372" y="10208"/>
                      <a:pt x="5538" y="0"/>
                      <a:pt x="36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9" name="Google Shape;3429;p16"/>
              <p:cNvSpPr/>
              <p:nvPr/>
            </p:nvSpPr>
            <p:spPr>
              <a:xfrm>
                <a:off x="-2447950" y="3655550"/>
                <a:ext cx="293575" cy="111775"/>
              </a:xfrm>
              <a:custGeom>
                <a:avLst/>
                <a:gdLst/>
                <a:ahLst/>
                <a:cxnLst/>
                <a:rect l="l" t="t" r="r" b="b"/>
                <a:pathLst>
                  <a:path w="11743" h="4471" extrusionOk="0">
                    <a:moveTo>
                      <a:pt x="2002" y="1"/>
                    </a:moveTo>
                    <a:cubicBezTo>
                      <a:pt x="902" y="1"/>
                      <a:pt x="1" y="902"/>
                      <a:pt x="1" y="2002"/>
                    </a:cubicBezTo>
                    <a:lnTo>
                      <a:pt x="1" y="2469"/>
                    </a:lnTo>
                    <a:cubicBezTo>
                      <a:pt x="1" y="3570"/>
                      <a:pt x="902" y="4471"/>
                      <a:pt x="2002" y="4471"/>
                    </a:cubicBezTo>
                    <a:lnTo>
                      <a:pt x="9741" y="4471"/>
                    </a:lnTo>
                    <a:cubicBezTo>
                      <a:pt x="10875" y="4471"/>
                      <a:pt x="11743" y="3570"/>
                      <a:pt x="11743" y="2469"/>
                    </a:cubicBezTo>
                    <a:lnTo>
                      <a:pt x="11743" y="2002"/>
                    </a:lnTo>
                    <a:cubicBezTo>
                      <a:pt x="11743" y="902"/>
                      <a:pt x="10875" y="1"/>
                      <a:pt x="974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430" name="Google Shape;3430;p16"/>
          <p:cNvGrpSpPr/>
          <p:nvPr/>
        </p:nvGrpSpPr>
        <p:grpSpPr>
          <a:xfrm>
            <a:off x="451898" y="4758781"/>
            <a:ext cx="3369488" cy="1707138"/>
            <a:chOff x="-939100" y="529913"/>
            <a:chExt cx="3624275" cy="1836225"/>
          </a:xfrm>
        </p:grpSpPr>
        <p:sp>
          <p:nvSpPr>
            <p:cNvPr id="3431" name="Google Shape;3431;p16"/>
            <p:cNvSpPr/>
            <p:nvPr/>
          </p:nvSpPr>
          <p:spPr>
            <a:xfrm>
              <a:off x="-939100" y="812613"/>
              <a:ext cx="1777125" cy="1163775"/>
            </a:xfrm>
            <a:custGeom>
              <a:avLst/>
              <a:gdLst/>
              <a:ahLst/>
              <a:cxnLst/>
              <a:rect l="l" t="t" r="r" b="b"/>
              <a:pathLst>
                <a:path w="71085" h="46551" extrusionOk="0">
                  <a:moveTo>
                    <a:pt x="71051" y="1"/>
                  </a:moveTo>
                  <a:cubicBezTo>
                    <a:pt x="59209" y="601"/>
                    <a:pt x="18213" y="15879"/>
                    <a:pt x="1301" y="29722"/>
                  </a:cubicBezTo>
                  <a:cubicBezTo>
                    <a:pt x="100" y="30723"/>
                    <a:pt x="0" y="32524"/>
                    <a:pt x="1101" y="33625"/>
                  </a:cubicBezTo>
                  <a:cubicBezTo>
                    <a:pt x="3569" y="36060"/>
                    <a:pt x="5371" y="39762"/>
                    <a:pt x="5904" y="44166"/>
                  </a:cubicBezTo>
                  <a:cubicBezTo>
                    <a:pt x="6057" y="45630"/>
                    <a:pt x="7285" y="46551"/>
                    <a:pt x="8555" y="46551"/>
                  </a:cubicBezTo>
                  <a:cubicBezTo>
                    <a:pt x="9222" y="46551"/>
                    <a:pt x="9901" y="46296"/>
                    <a:pt x="10441" y="45733"/>
                  </a:cubicBezTo>
                  <a:cubicBezTo>
                    <a:pt x="24151" y="31390"/>
                    <a:pt x="50203" y="12610"/>
                    <a:pt x="71051" y="568"/>
                  </a:cubicBezTo>
                  <a:cubicBezTo>
                    <a:pt x="71051" y="401"/>
                    <a:pt x="71051" y="201"/>
                    <a:pt x="7108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2" name="Google Shape;3432;p16"/>
            <p:cNvSpPr/>
            <p:nvPr/>
          </p:nvSpPr>
          <p:spPr>
            <a:xfrm>
              <a:off x="-690600" y="826788"/>
              <a:ext cx="1529450" cy="1427300"/>
            </a:xfrm>
            <a:custGeom>
              <a:avLst/>
              <a:gdLst/>
              <a:ahLst/>
              <a:cxnLst/>
              <a:rect l="l" t="t" r="r" b="b"/>
              <a:pathLst>
                <a:path w="61178" h="57092" extrusionOk="0">
                  <a:moveTo>
                    <a:pt x="61111" y="1"/>
                  </a:moveTo>
                  <a:cubicBezTo>
                    <a:pt x="40830" y="11709"/>
                    <a:pt x="15678" y="29789"/>
                    <a:pt x="1668" y="43932"/>
                  </a:cubicBezTo>
                  <a:cubicBezTo>
                    <a:pt x="1" y="45633"/>
                    <a:pt x="1235" y="48435"/>
                    <a:pt x="3603" y="48435"/>
                  </a:cubicBezTo>
                  <a:cubicBezTo>
                    <a:pt x="10441" y="48469"/>
                    <a:pt x="18947" y="51604"/>
                    <a:pt x="23250" y="56208"/>
                  </a:cubicBezTo>
                  <a:cubicBezTo>
                    <a:pt x="23794" y="56806"/>
                    <a:pt x="24517" y="57091"/>
                    <a:pt x="25231" y="57091"/>
                  </a:cubicBezTo>
                  <a:cubicBezTo>
                    <a:pt x="26228" y="57091"/>
                    <a:pt x="27207" y="56537"/>
                    <a:pt x="27654" y="55507"/>
                  </a:cubicBezTo>
                  <a:cubicBezTo>
                    <a:pt x="34525" y="39529"/>
                    <a:pt x="48001" y="18180"/>
                    <a:pt x="61178" y="101"/>
                  </a:cubicBezTo>
                  <a:cubicBezTo>
                    <a:pt x="61144" y="34"/>
                    <a:pt x="61144" y="67"/>
                    <a:pt x="611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3" name="Google Shape;3433;p16"/>
            <p:cNvSpPr/>
            <p:nvPr/>
          </p:nvSpPr>
          <p:spPr>
            <a:xfrm>
              <a:off x="-3925" y="832638"/>
              <a:ext cx="858600" cy="1520275"/>
            </a:xfrm>
            <a:custGeom>
              <a:avLst/>
              <a:gdLst/>
              <a:ahLst/>
              <a:cxnLst/>
              <a:rect l="l" t="t" r="r" b="b"/>
              <a:pathLst>
                <a:path w="34344" h="60811" extrusionOk="0">
                  <a:moveTo>
                    <a:pt x="33610" y="0"/>
                  </a:moveTo>
                  <a:lnTo>
                    <a:pt x="33610" y="0"/>
                  </a:lnTo>
                  <a:cubicBezTo>
                    <a:pt x="20868" y="17479"/>
                    <a:pt x="7859" y="38027"/>
                    <a:pt x="820" y="53805"/>
                  </a:cubicBezTo>
                  <a:cubicBezTo>
                    <a:pt x="1" y="55627"/>
                    <a:pt x="1392" y="57532"/>
                    <a:pt x="3259" y="57532"/>
                  </a:cubicBezTo>
                  <a:cubicBezTo>
                    <a:pt x="3442" y="57532"/>
                    <a:pt x="3631" y="57514"/>
                    <a:pt x="3823" y="57475"/>
                  </a:cubicBezTo>
                  <a:cubicBezTo>
                    <a:pt x="5960" y="57013"/>
                    <a:pt x="8473" y="56796"/>
                    <a:pt x="11131" y="56796"/>
                  </a:cubicBezTo>
                  <a:cubicBezTo>
                    <a:pt x="17887" y="56796"/>
                    <a:pt x="25582" y="58197"/>
                    <a:pt x="30442" y="60543"/>
                  </a:cubicBezTo>
                  <a:cubicBezTo>
                    <a:pt x="30815" y="60727"/>
                    <a:pt x="31200" y="60811"/>
                    <a:pt x="31574" y="60811"/>
                  </a:cubicBezTo>
                  <a:cubicBezTo>
                    <a:pt x="33038" y="60811"/>
                    <a:pt x="34344" y="59529"/>
                    <a:pt x="34211" y="57908"/>
                  </a:cubicBezTo>
                  <a:cubicBezTo>
                    <a:pt x="32443" y="37794"/>
                    <a:pt x="32777" y="16745"/>
                    <a:pt x="3361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4" name="Google Shape;3434;p16"/>
            <p:cNvSpPr/>
            <p:nvPr/>
          </p:nvSpPr>
          <p:spPr>
            <a:xfrm>
              <a:off x="852175" y="811788"/>
              <a:ext cx="1833000" cy="1095200"/>
            </a:xfrm>
            <a:custGeom>
              <a:avLst/>
              <a:gdLst/>
              <a:ahLst/>
              <a:cxnLst/>
              <a:rect l="l" t="t" r="r" b="b"/>
              <a:pathLst>
                <a:path w="73320" h="43808" extrusionOk="0">
                  <a:moveTo>
                    <a:pt x="100" y="0"/>
                  </a:moveTo>
                  <a:lnTo>
                    <a:pt x="0" y="334"/>
                  </a:lnTo>
                  <a:cubicBezTo>
                    <a:pt x="23450" y="12276"/>
                    <a:pt x="51837" y="29588"/>
                    <a:pt x="67248" y="43131"/>
                  </a:cubicBezTo>
                  <a:cubicBezTo>
                    <a:pt x="67767" y="43597"/>
                    <a:pt x="68383" y="43807"/>
                    <a:pt x="68988" y="43807"/>
                  </a:cubicBezTo>
                  <a:cubicBezTo>
                    <a:pt x="70289" y="43807"/>
                    <a:pt x="71538" y="42833"/>
                    <a:pt x="71651" y="41330"/>
                  </a:cubicBezTo>
                  <a:cubicBezTo>
                    <a:pt x="71818" y="38961"/>
                    <a:pt x="72218" y="36326"/>
                    <a:pt x="72986" y="34125"/>
                  </a:cubicBezTo>
                  <a:cubicBezTo>
                    <a:pt x="73319" y="33091"/>
                    <a:pt x="73052" y="31956"/>
                    <a:pt x="72252" y="31256"/>
                  </a:cubicBezTo>
                  <a:cubicBezTo>
                    <a:pt x="56274" y="16712"/>
                    <a:pt x="11275" y="0"/>
                    <a:pt x="10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5" name="Google Shape;3435;p16"/>
            <p:cNvSpPr/>
            <p:nvPr/>
          </p:nvSpPr>
          <p:spPr>
            <a:xfrm>
              <a:off x="848000" y="818463"/>
              <a:ext cx="1687900" cy="1388950"/>
            </a:xfrm>
            <a:custGeom>
              <a:avLst/>
              <a:gdLst/>
              <a:ahLst/>
              <a:cxnLst/>
              <a:rect l="l" t="t" r="r" b="b"/>
              <a:pathLst>
                <a:path w="67516" h="55558" extrusionOk="0">
                  <a:moveTo>
                    <a:pt x="67" y="0"/>
                  </a:moveTo>
                  <a:cubicBezTo>
                    <a:pt x="34" y="67"/>
                    <a:pt x="34" y="33"/>
                    <a:pt x="0" y="67"/>
                  </a:cubicBezTo>
                  <a:cubicBezTo>
                    <a:pt x="16979" y="16979"/>
                    <a:pt x="36593" y="38361"/>
                    <a:pt x="44466" y="54072"/>
                  </a:cubicBezTo>
                  <a:cubicBezTo>
                    <a:pt x="44945" y="55049"/>
                    <a:pt x="45883" y="55558"/>
                    <a:pt x="46835" y="55558"/>
                  </a:cubicBezTo>
                  <a:cubicBezTo>
                    <a:pt x="47605" y="55558"/>
                    <a:pt x="48384" y="55225"/>
                    <a:pt x="48935" y="54539"/>
                  </a:cubicBezTo>
                  <a:cubicBezTo>
                    <a:pt x="53238" y="49135"/>
                    <a:pt x="58676" y="46367"/>
                    <a:pt x="64080" y="46033"/>
                  </a:cubicBezTo>
                  <a:cubicBezTo>
                    <a:pt x="66481" y="45900"/>
                    <a:pt x="67515" y="42931"/>
                    <a:pt x="65681" y="41363"/>
                  </a:cubicBezTo>
                  <a:cubicBezTo>
                    <a:pt x="49936" y="28053"/>
                    <a:pt x="22650" y="11508"/>
                    <a:pt x="6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6" name="Google Shape;3436;p16"/>
            <p:cNvSpPr/>
            <p:nvPr/>
          </p:nvSpPr>
          <p:spPr>
            <a:xfrm>
              <a:off x="807125" y="820113"/>
              <a:ext cx="1148675" cy="1546025"/>
            </a:xfrm>
            <a:custGeom>
              <a:avLst/>
              <a:gdLst/>
              <a:ahLst/>
              <a:cxnLst/>
              <a:rect l="l" t="t" r="r" b="b"/>
              <a:pathLst>
                <a:path w="45947" h="61841" extrusionOk="0">
                  <a:moveTo>
                    <a:pt x="1635" y="1"/>
                  </a:moveTo>
                  <a:cubicBezTo>
                    <a:pt x="1602" y="34"/>
                    <a:pt x="1569" y="34"/>
                    <a:pt x="1502" y="34"/>
                  </a:cubicBezTo>
                  <a:cubicBezTo>
                    <a:pt x="1402" y="168"/>
                    <a:pt x="1302" y="334"/>
                    <a:pt x="1168" y="501"/>
                  </a:cubicBezTo>
                  <a:cubicBezTo>
                    <a:pt x="301" y="17547"/>
                    <a:pt x="1" y="38995"/>
                    <a:pt x="1869" y="59443"/>
                  </a:cubicBezTo>
                  <a:cubicBezTo>
                    <a:pt x="1989" y="60884"/>
                    <a:pt x="3215" y="61841"/>
                    <a:pt x="4515" y="61841"/>
                  </a:cubicBezTo>
                  <a:cubicBezTo>
                    <a:pt x="5021" y="61841"/>
                    <a:pt x="5538" y="61696"/>
                    <a:pt x="6005" y="61378"/>
                  </a:cubicBezTo>
                  <a:cubicBezTo>
                    <a:pt x="12280" y="57075"/>
                    <a:pt x="22400" y="54418"/>
                    <a:pt x="31722" y="54418"/>
                  </a:cubicBezTo>
                  <a:cubicBezTo>
                    <a:pt x="35335" y="54418"/>
                    <a:pt x="38828" y="54817"/>
                    <a:pt x="41931" y="55674"/>
                  </a:cubicBezTo>
                  <a:cubicBezTo>
                    <a:pt x="42172" y="55738"/>
                    <a:pt x="42409" y="55768"/>
                    <a:pt x="42637" y="55768"/>
                  </a:cubicBezTo>
                  <a:cubicBezTo>
                    <a:pt x="44562" y="55768"/>
                    <a:pt x="45947" y="53653"/>
                    <a:pt x="44933" y="51805"/>
                  </a:cubicBezTo>
                  <a:cubicBezTo>
                    <a:pt x="36427" y="36360"/>
                    <a:pt x="17847" y="16112"/>
                    <a:pt x="163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437" name="Google Shape;3437;p16"/>
            <p:cNvGrpSpPr/>
            <p:nvPr/>
          </p:nvGrpSpPr>
          <p:grpSpPr>
            <a:xfrm>
              <a:off x="-939100" y="529913"/>
              <a:ext cx="3624275" cy="1836225"/>
              <a:chOff x="112275" y="2665738"/>
              <a:chExt cx="3624275" cy="1836225"/>
            </a:xfrm>
          </p:grpSpPr>
          <p:sp>
            <p:nvSpPr>
              <p:cNvPr id="3438" name="Google Shape;3438;p16"/>
              <p:cNvSpPr/>
              <p:nvPr/>
            </p:nvSpPr>
            <p:spPr>
              <a:xfrm>
                <a:off x="112275" y="2948438"/>
                <a:ext cx="1777125" cy="1163775"/>
              </a:xfrm>
              <a:custGeom>
                <a:avLst/>
                <a:gdLst/>
                <a:ahLst/>
                <a:cxnLst/>
                <a:rect l="l" t="t" r="r" b="b"/>
                <a:pathLst>
                  <a:path w="71085" h="46551" extrusionOk="0">
                    <a:moveTo>
                      <a:pt x="71051" y="1"/>
                    </a:moveTo>
                    <a:cubicBezTo>
                      <a:pt x="59209" y="601"/>
                      <a:pt x="18213" y="15879"/>
                      <a:pt x="1301" y="29722"/>
                    </a:cubicBezTo>
                    <a:cubicBezTo>
                      <a:pt x="100" y="30723"/>
                      <a:pt x="0" y="32524"/>
                      <a:pt x="1101" y="33625"/>
                    </a:cubicBezTo>
                    <a:cubicBezTo>
                      <a:pt x="3569" y="36060"/>
                      <a:pt x="5371" y="39762"/>
                      <a:pt x="5904" y="44166"/>
                    </a:cubicBezTo>
                    <a:cubicBezTo>
                      <a:pt x="6057" y="45630"/>
                      <a:pt x="7285" y="46551"/>
                      <a:pt x="8555" y="46551"/>
                    </a:cubicBezTo>
                    <a:cubicBezTo>
                      <a:pt x="9222" y="46551"/>
                      <a:pt x="9901" y="46296"/>
                      <a:pt x="10441" y="45733"/>
                    </a:cubicBezTo>
                    <a:cubicBezTo>
                      <a:pt x="24151" y="31390"/>
                      <a:pt x="50203" y="12610"/>
                      <a:pt x="71051" y="568"/>
                    </a:cubicBezTo>
                    <a:cubicBezTo>
                      <a:pt x="71051" y="401"/>
                      <a:pt x="71051" y="201"/>
                      <a:pt x="71084" y="1"/>
                    </a:cubicBezTo>
                    <a:close/>
                  </a:path>
                </a:pathLst>
              </a:custGeom>
              <a:solidFill>
                <a:srgbClr val="191919">
                  <a:alpha val="284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9" name="Google Shape;3439;p16"/>
              <p:cNvSpPr/>
              <p:nvPr/>
            </p:nvSpPr>
            <p:spPr>
              <a:xfrm>
                <a:off x="360775" y="2962613"/>
                <a:ext cx="1529450" cy="1427300"/>
              </a:xfrm>
              <a:custGeom>
                <a:avLst/>
                <a:gdLst/>
                <a:ahLst/>
                <a:cxnLst/>
                <a:rect l="l" t="t" r="r" b="b"/>
                <a:pathLst>
                  <a:path w="61178" h="57092" extrusionOk="0">
                    <a:moveTo>
                      <a:pt x="61111" y="1"/>
                    </a:moveTo>
                    <a:cubicBezTo>
                      <a:pt x="40830" y="11709"/>
                      <a:pt x="15678" y="29789"/>
                      <a:pt x="1668" y="43932"/>
                    </a:cubicBezTo>
                    <a:cubicBezTo>
                      <a:pt x="1" y="45633"/>
                      <a:pt x="1235" y="48435"/>
                      <a:pt x="3603" y="48435"/>
                    </a:cubicBezTo>
                    <a:cubicBezTo>
                      <a:pt x="10441" y="48469"/>
                      <a:pt x="18947" y="51604"/>
                      <a:pt x="23250" y="56208"/>
                    </a:cubicBezTo>
                    <a:cubicBezTo>
                      <a:pt x="23794" y="56806"/>
                      <a:pt x="24517" y="57091"/>
                      <a:pt x="25231" y="57091"/>
                    </a:cubicBezTo>
                    <a:cubicBezTo>
                      <a:pt x="26228" y="57091"/>
                      <a:pt x="27207" y="56537"/>
                      <a:pt x="27654" y="55507"/>
                    </a:cubicBezTo>
                    <a:cubicBezTo>
                      <a:pt x="34525" y="39529"/>
                      <a:pt x="48001" y="18180"/>
                      <a:pt x="61178" y="101"/>
                    </a:cubicBezTo>
                    <a:cubicBezTo>
                      <a:pt x="61144" y="34"/>
                      <a:pt x="61144" y="67"/>
                      <a:pt x="61111" y="1"/>
                    </a:cubicBezTo>
                    <a:close/>
                  </a:path>
                </a:pathLst>
              </a:custGeom>
              <a:solidFill>
                <a:srgbClr val="191919">
                  <a:alpha val="189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0" name="Google Shape;3440;p16"/>
              <p:cNvSpPr/>
              <p:nvPr/>
            </p:nvSpPr>
            <p:spPr>
              <a:xfrm>
                <a:off x="1047450" y="2968463"/>
                <a:ext cx="858600" cy="1520275"/>
              </a:xfrm>
              <a:custGeom>
                <a:avLst/>
                <a:gdLst/>
                <a:ahLst/>
                <a:cxnLst/>
                <a:rect l="l" t="t" r="r" b="b"/>
                <a:pathLst>
                  <a:path w="34344" h="60811" extrusionOk="0">
                    <a:moveTo>
                      <a:pt x="33610" y="0"/>
                    </a:moveTo>
                    <a:lnTo>
                      <a:pt x="33610" y="0"/>
                    </a:lnTo>
                    <a:cubicBezTo>
                      <a:pt x="20868" y="17479"/>
                      <a:pt x="7859" y="38027"/>
                      <a:pt x="820" y="53805"/>
                    </a:cubicBezTo>
                    <a:cubicBezTo>
                      <a:pt x="1" y="55627"/>
                      <a:pt x="1392" y="57532"/>
                      <a:pt x="3259" y="57532"/>
                    </a:cubicBezTo>
                    <a:cubicBezTo>
                      <a:pt x="3442" y="57532"/>
                      <a:pt x="3631" y="57514"/>
                      <a:pt x="3823" y="57475"/>
                    </a:cubicBezTo>
                    <a:cubicBezTo>
                      <a:pt x="5960" y="57013"/>
                      <a:pt x="8473" y="56796"/>
                      <a:pt x="11131" y="56796"/>
                    </a:cubicBezTo>
                    <a:cubicBezTo>
                      <a:pt x="17887" y="56796"/>
                      <a:pt x="25582" y="58197"/>
                      <a:pt x="30442" y="60543"/>
                    </a:cubicBezTo>
                    <a:cubicBezTo>
                      <a:pt x="30815" y="60727"/>
                      <a:pt x="31200" y="60811"/>
                      <a:pt x="31574" y="60811"/>
                    </a:cubicBezTo>
                    <a:cubicBezTo>
                      <a:pt x="33038" y="60811"/>
                      <a:pt x="34344" y="59529"/>
                      <a:pt x="34211" y="57908"/>
                    </a:cubicBezTo>
                    <a:cubicBezTo>
                      <a:pt x="32443" y="37794"/>
                      <a:pt x="32777" y="16745"/>
                      <a:pt x="33610" y="0"/>
                    </a:cubicBezTo>
                    <a:close/>
                  </a:path>
                </a:pathLst>
              </a:custGeom>
              <a:solidFill>
                <a:srgbClr val="191919">
                  <a:alpha val="150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1" name="Google Shape;3441;p16"/>
              <p:cNvSpPr/>
              <p:nvPr/>
            </p:nvSpPr>
            <p:spPr>
              <a:xfrm>
                <a:off x="1903550" y="2947613"/>
                <a:ext cx="1833000" cy="1095200"/>
              </a:xfrm>
              <a:custGeom>
                <a:avLst/>
                <a:gdLst/>
                <a:ahLst/>
                <a:cxnLst/>
                <a:rect l="l" t="t" r="r" b="b"/>
                <a:pathLst>
                  <a:path w="73320" h="43808" extrusionOk="0">
                    <a:moveTo>
                      <a:pt x="100" y="0"/>
                    </a:moveTo>
                    <a:lnTo>
                      <a:pt x="0" y="334"/>
                    </a:lnTo>
                    <a:cubicBezTo>
                      <a:pt x="23450" y="12276"/>
                      <a:pt x="51837" y="29588"/>
                      <a:pt x="67248" y="43131"/>
                    </a:cubicBezTo>
                    <a:cubicBezTo>
                      <a:pt x="67767" y="43597"/>
                      <a:pt x="68383" y="43807"/>
                      <a:pt x="68988" y="43807"/>
                    </a:cubicBezTo>
                    <a:cubicBezTo>
                      <a:pt x="70289" y="43807"/>
                      <a:pt x="71538" y="42833"/>
                      <a:pt x="71651" y="41330"/>
                    </a:cubicBezTo>
                    <a:cubicBezTo>
                      <a:pt x="71818" y="38961"/>
                      <a:pt x="72218" y="36326"/>
                      <a:pt x="72986" y="34125"/>
                    </a:cubicBezTo>
                    <a:cubicBezTo>
                      <a:pt x="73319" y="33091"/>
                      <a:pt x="73052" y="31956"/>
                      <a:pt x="72252" y="31256"/>
                    </a:cubicBezTo>
                    <a:cubicBezTo>
                      <a:pt x="56274" y="16712"/>
                      <a:pt x="11275" y="0"/>
                      <a:pt x="100" y="0"/>
                    </a:cubicBezTo>
                    <a:close/>
                  </a:path>
                </a:pathLst>
              </a:custGeom>
              <a:solidFill>
                <a:srgbClr val="191919">
                  <a:alpha val="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2" name="Google Shape;3442;p16"/>
              <p:cNvSpPr/>
              <p:nvPr/>
            </p:nvSpPr>
            <p:spPr>
              <a:xfrm>
                <a:off x="1899375" y="2954288"/>
                <a:ext cx="1687900" cy="1388950"/>
              </a:xfrm>
              <a:custGeom>
                <a:avLst/>
                <a:gdLst/>
                <a:ahLst/>
                <a:cxnLst/>
                <a:rect l="l" t="t" r="r" b="b"/>
                <a:pathLst>
                  <a:path w="67516" h="55558" extrusionOk="0">
                    <a:moveTo>
                      <a:pt x="67" y="0"/>
                    </a:moveTo>
                    <a:cubicBezTo>
                      <a:pt x="34" y="67"/>
                      <a:pt x="34" y="33"/>
                      <a:pt x="0" y="67"/>
                    </a:cubicBezTo>
                    <a:cubicBezTo>
                      <a:pt x="16979" y="16979"/>
                      <a:pt x="36593" y="38361"/>
                      <a:pt x="44466" y="54072"/>
                    </a:cubicBezTo>
                    <a:cubicBezTo>
                      <a:pt x="44945" y="55049"/>
                      <a:pt x="45883" y="55558"/>
                      <a:pt x="46835" y="55558"/>
                    </a:cubicBezTo>
                    <a:cubicBezTo>
                      <a:pt x="47605" y="55558"/>
                      <a:pt x="48384" y="55225"/>
                      <a:pt x="48935" y="54539"/>
                    </a:cubicBezTo>
                    <a:cubicBezTo>
                      <a:pt x="53238" y="49135"/>
                      <a:pt x="58676" y="46367"/>
                      <a:pt x="64080" y="46033"/>
                    </a:cubicBezTo>
                    <a:cubicBezTo>
                      <a:pt x="66481" y="45900"/>
                      <a:pt x="67515" y="42931"/>
                      <a:pt x="65681" y="41363"/>
                    </a:cubicBezTo>
                    <a:cubicBezTo>
                      <a:pt x="49936" y="28053"/>
                      <a:pt x="22650" y="11508"/>
                      <a:pt x="67" y="0"/>
                    </a:cubicBezTo>
                    <a:close/>
                  </a:path>
                </a:pathLst>
              </a:custGeom>
              <a:solidFill>
                <a:srgbClr val="191919">
                  <a:alpha val="61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3" name="Google Shape;3443;p16"/>
              <p:cNvSpPr/>
              <p:nvPr/>
            </p:nvSpPr>
            <p:spPr>
              <a:xfrm>
                <a:off x="1858500" y="2955938"/>
                <a:ext cx="1148675" cy="1546025"/>
              </a:xfrm>
              <a:custGeom>
                <a:avLst/>
                <a:gdLst/>
                <a:ahLst/>
                <a:cxnLst/>
                <a:rect l="l" t="t" r="r" b="b"/>
                <a:pathLst>
                  <a:path w="45947" h="61841" extrusionOk="0">
                    <a:moveTo>
                      <a:pt x="1635" y="1"/>
                    </a:moveTo>
                    <a:cubicBezTo>
                      <a:pt x="1602" y="34"/>
                      <a:pt x="1569" y="34"/>
                      <a:pt x="1502" y="34"/>
                    </a:cubicBezTo>
                    <a:cubicBezTo>
                      <a:pt x="1402" y="168"/>
                      <a:pt x="1302" y="334"/>
                      <a:pt x="1168" y="501"/>
                    </a:cubicBezTo>
                    <a:cubicBezTo>
                      <a:pt x="301" y="17547"/>
                      <a:pt x="1" y="38995"/>
                      <a:pt x="1869" y="59443"/>
                    </a:cubicBezTo>
                    <a:cubicBezTo>
                      <a:pt x="1989" y="60884"/>
                      <a:pt x="3215" y="61841"/>
                      <a:pt x="4515" y="61841"/>
                    </a:cubicBezTo>
                    <a:cubicBezTo>
                      <a:pt x="5021" y="61841"/>
                      <a:pt x="5538" y="61696"/>
                      <a:pt x="6005" y="61378"/>
                    </a:cubicBezTo>
                    <a:cubicBezTo>
                      <a:pt x="12280" y="57075"/>
                      <a:pt x="22400" y="54418"/>
                      <a:pt x="31722" y="54418"/>
                    </a:cubicBezTo>
                    <a:cubicBezTo>
                      <a:pt x="35335" y="54418"/>
                      <a:pt x="38828" y="54817"/>
                      <a:pt x="41931" y="55674"/>
                    </a:cubicBezTo>
                    <a:cubicBezTo>
                      <a:pt x="42172" y="55738"/>
                      <a:pt x="42409" y="55768"/>
                      <a:pt x="42637" y="55768"/>
                    </a:cubicBezTo>
                    <a:cubicBezTo>
                      <a:pt x="44562" y="55768"/>
                      <a:pt x="45947" y="53653"/>
                      <a:pt x="44933" y="51805"/>
                    </a:cubicBezTo>
                    <a:cubicBezTo>
                      <a:pt x="36427" y="36360"/>
                      <a:pt x="17847" y="16112"/>
                      <a:pt x="1635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4" name="Google Shape;3444;p16"/>
              <p:cNvSpPr/>
              <p:nvPr/>
            </p:nvSpPr>
            <p:spPr>
              <a:xfrm>
                <a:off x="112275" y="2948438"/>
                <a:ext cx="2249125" cy="1553525"/>
              </a:xfrm>
              <a:custGeom>
                <a:avLst/>
                <a:gdLst/>
                <a:ahLst/>
                <a:cxnLst/>
                <a:rect l="l" t="t" r="r" b="b"/>
                <a:pathLst>
                  <a:path w="89965" h="62141" extrusionOk="0">
                    <a:moveTo>
                      <a:pt x="71585" y="58242"/>
                    </a:moveTo>
                    <a:lnTo>
                      <a:pt x="71585" y="58242"/>
                    </a:lnTo>
                    <a:cubicBezTo>
                      <a:pt x="71590" y="58323"/>
                      <a:pt x="71595" y="58404"/>
                      <a:pt x="71601" y="58485"/>
                    </a:cubicBezTo>
                    <a:lnTo>
                      <a:pt x="71601" y="58485"/>
                    </a:lnTo>
                    <a:cubicBezTo>
                      <a:pt x="71593" y="58407"/>
                      <a:pt x="71585" y="58324"/>
                      <a:pt x="71585" y="58242"/>
                    </a:cubicBezTo>
                    <a:close/>
                    <a:moveTo>
                      <a:pt x="71017" y="1"/>
                    </a:moveTo>
                    <a:lnTo>
                      <a:pt x="71017" y="1"/>
                    </a:lnTo>
                    <a:cubicBezTo>
                      <a:pt x="59142" y="634"/>
                      <a:pt x="18180" y="15879"/>
                      <a:pt x="1301" y="29722"/>
                    </a:cubicBezTo>
                    <a:cubicBezTo>
                      <a:pt x="100" y="30723"/>
                      <a:pt x="0" y="32524"/>
                      <a:pt x="1101" y="33625"/>
                    </a:cubicBezTo>
                    <a:cubicBezTo>
                      <a:pt x="3569" y="36060"/>
                      <a:pt x="5371" y="39762"/>
                      <a:pt x="5871" y="44166"/>
                    </a:cubicBezTo>
                    <a:cubicBezTo>
                      <a:pt x="6046" y="45630"/>
                      <a:pt x="7281" y="46551"/>
                      <a:pt x="8544" y="46551"/>
                    </a:cubicBezTo>
                    <a:cubicBezTo>
                      <a:pt x="9208" y="46551"/>
                      <a:pt x="9879" y="46296"/>
                      <a:pt x="10408" y="45733"/>
                    </a:cubicBezTo>
                    <a:cubicBezTo>
                      <a:pt x="10808" y="45333"/>
                      <a:pt x="11208" y="44933"/>
                      <a:pt x="11608" y="44532"/>
                    </a:cubicBezTo>
                    <a:lnTo>
                      <a:pt x="11608" y="44532"/>
                    </a:lnTo>
                    <a:cubicBezTo>
                      <a:pt x="9974" y="46200"/>
                      <a:pt x="11175" y="49002"/>
                      <a:pt x="13543" y="49002"/>
                    </a:cubicBezTo>
                    <a:cubicBezTo>
                      <a:pt x="20381" y="49036"/>
                      <a:pt x="28887" y="52171"/>
                      <a:pt x="33190" y="56775"/>
                    </a:cubicBezTo>
                    <a:cubicBezTo>
                      <a:pt x="33734" y="57373"/>
                      <a:pt x="34457" y="57658"/>
                      <a:pt x="35171" y="57658"/>
                    </a:cubicBezTo>
                    <a:cubicBezTo>
                      <a:pt x="36168" y="57658"/>
                      <a:pt x="37147" y="57104"/>
                      <a:pt x="37594" y="56074"/>
                    </a:cubicBezTo>
                    <a:cubicBezTo>
                      <a:pt x="37794" y="55574"/>
                      <a:pt x="37994" y="55107"/>
                      <a:pt x="38227" y="54606"/>
                    </a:cubicBezTo>
                    <a:lnTo>
                      <a:pt x="38227" y="54606"/>
                    </a:lnTo>
                    <a:cubicBezTo>
                      <a:pt x="37408" y="56428"/>
                      <a:pt x="38799" y="58333"/>
                      <a:pt x="40666" y="58333"/>
                    </a:cubicBezTo>
                    <a:cubicBezTo>
                      <a:pt x="40849" y="58333"/>
                      <a:pt x="41038" y="58315"/>
                      <a:pt x="41230" y="58276"/>
                    </a:cubicBezTo>
                    <a:cubicBezTo>
                      <a:pt x="43367" y="57814"/>
                      <a:pt x="45880" y="57597"/>
                      <a:pt x="48538" y="57597"/>
                    </a:cubicBezTo>
                    <a:cubicBezTo>
                      <a:pt x="55294" y="57597"/>
                      <a:pt x="62989" y="58998"/>
                      <a:pt x="67849" y="61344"/>
                    </a:cubicBezTo>
                    <a:cubicBezTo>
                      <a:pt x="68217" y="61519"/>
                      <a:pt x="68597" y="61599"/>
                      <a:pt x="68967" y="61599"/>
                    </a:cubicBezTo>
                    <a:cubicBezTo>
                      <a:pt x="70405" y="61599"/>
                      <a:pt x="71694" y="60389"/>
                      <a:pt x="71625" y="58814"/>
                    </a:cubicBezTo>
                    <a:lnTo>
                      <a:pt x="71625" y="58814"/>
                    </a:lnTo>
                    <a:cubicBezTo>
                      <a:pt x="71648" y="59124"/>
                      <a:pt x="71677" y="59434"/>
                      <a:pt x="71718" y="59743"/>
                    </a:cubicBezTo>
                    <a:cubicBezTo>
                      <a:pt x="71838" y="61184"/>
                      <a:pt x="73064" y="62141"/>
                      <a:pt x="74364" y="62141"/>
                    </a:cubicBezTo>
                    <a:cubicBezTo>
                      <a:pt x="74870" y="62141"/>
                      <a:pt x="75387" y="61996"/>
                      <a:pt x="75854" y="61678"/>
                    </a:cubicBezTo>
                    <a:cubicBezTo>
                      <a:pt x="79557" y="59143"/>
                      <a:pt x="84560" y="57175"/>
                      <a:pt x="89964" y="56007"/>
                    </a:cubicBezTo>
                    <a:cubicBezTo>
                      <a:pt x="89764" y="55974"/>
                      <a:pt x="89531" y="55874"/>
                      <a:pt x="89331" y="55774"/>
                    </a:cubicBezTo>
                    <a:cubicBezTo>
                      <a:pt x="84466" y="53426"/>
                      <a:pt x="76762" y="52041"/>
                      <a:pt x="70001" y="52041"/>
                    </a:cubicBezTo>
                    <a:cubicBezTo>
                      <a:pt x="67350" y="52041"/>
                      <a:pt x="64844" y="52254"/>
                      <a:pt x="62712" y="52705"/>
                    </a:cubicBezTo>
                    <a:cubicBezTo>
                      <a:pt x="62205" y="52816"/>
                      <a:pt x="61561" y="52870"/>
                      <a:pt x="60853" y="52870"/>
                    </a:cubicBezTo>
                    <a:cubicBezTo>
                      <a:pt x="58578" y="52870"/>
                      <a:pt x="55657" y="52306"/>
                      <a:pt x="54639" y="51237"/>
                    </a:cubicBezTo>
                    <a:cubicBezTo>
                      <a:pt x="50369" y="46601"/>
                      <a:pt x="41830" y="43498"/>
                      <a:pt x="35025" y="43465"/>
                    </a:cubicBezTo>
                    <a:cubicBezTo>
                      <a:pt x="32657" y="43465"/>
                      <a:pt x="27620" y="40863"/>
                      <a:pt x="27353" y="38628"/>
                    </a:cubicBezTo>
                    <a:cubicBezTo>
                      <a:pt x="26853" y="34225"/>
                      <a:pt x="25051" y="30522"/>
                      <a:pt x="22550" y="28054"/>
                    </a:cubicBezTo>
                    <a:cubicBezTo>
                      <a:pt x="21449" y="26987"/>
                      <a:pt x="21582" y="25152"/>
                      <a:pt x="22783" y="24185"/>
                    </a:cubicBezTo>
                    <a:cubicBezTo>
                      <a:pt x="33624" y="15278"/>
                      <a:pt x="54406" y="5805"/>
                      <a:pt x="71017" y="1"/>
                    </a:cubicBezTo>
                    <a:close/>
                  </a:path>
                </a:pathLst>
              </a:custGeom>
              <a:solidFill>
                <a:srgbClr val="191919">
                  <a:alpha val="284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5" name="Google Shape;3445;p16"/>
              <p:cNvSpPr/>
              <p:nvPr/>
            </p:nvSpPr>
            <p:spPr>
              <a:xfrm>
                <a:off x="1820150" y="2665738"/>
                <a:ext cx="184325" cy="255200"/>
              </a:xfrm>
              <a:custGeom>
                <a:avLst/>
                <a:gdLst/>
                <a:ahLst/>
                <a:cxnLst/>
                <a:rect l="l" t="t" r="r" b="b"/>
                <a:pathLst>
                  <a:path w="7373" h="10208" extrusionOk="0">
                    <a:moveTo>
                      <a:pt x="3670" y="0"/>
                    </a:moveTo>
                    <a:cubicBezTo>
                      <a:pt x="1835" y="0"/>
                      <a:pt x="1" y="10208"/>
                      <a:pt x="1" y="10208"/>
                    </a:cubicBezTo>
                    <a:lnTo>
                      <a:pt x="7372" y="10208"/>
                    </a:lnTo>
                    <a:cubicBezTo>
                      <a:pt x="7372" y="10208"/>
                      <a:pt x="5538" y="0"/>
                      <a:pt x="36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6" name="Google Shape;3446;p16"/>
              <p:cNvSpPr/>
              <p:nvPr/>
            </p:nvSpPr>
            <p:spPr>
              <a:xfrm>
                <a:off x="1765100" y="2865038"/>
                <a:ext cx="293575" cy="111775"/>
              </a:xfrm>
              <a:custGeom>
                <a:avLst/>
                <a:gdLst/>
                <a:ahLst/>
                <a:cxnLst/>
                <a:rect l="l" t="t" r="r" b="b"/>
                <a:pathLst>
                  <a:path w="11743" h="4471" extrusionOk="0">
                    <a:moveTo>
                      <a:pt x="2002" y="1"/>
                    </a:moveTo>
                    <a:cubicBezTo>
                      <a:pt x="902" y="1"/>
                      <a:pt x="1" y="902"/>
                      <a:pt x="1" y="2002"/>
                    </a:cubicBezTo>
                    <a:lnTo>
                      <a:pt x="1" y="2469"/>
                    </a:lnTo>
                    <a:cubicBezTo>
                      <a:pt x="1" y="3570"/>
                      <a:pt x="902" y="4471"/>
                      <a:pt x="2002" y="4471"/>
                    </a:cubicBezTo>
                    <a:lnTo>
                      <a:pt x="9741" y="4471"/>
                    </a:lnTo>
                    <a:cubicBezTo>
                      <a:pt x="10875" y="4471"/>
                      <a:pt x="11743" y="3570"/>
                      <a:pt x="11743" y="2469"/>
                    </a:cubicBezTo>
                    <a:lnTo>
                      <a:pt x="11743" y="2002"/>
                    </a:lnTo>
                    <a:cubicBezTo>
                      <a:pt x="11743" y="902"/>
                      <a:pt x="10875" y="1"/>
                      <a:pt x="974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447" name="Google Shape;3447;p16"/>
          <p:cNvGrpSpPr/>
          <p:nvPr/>
        </p:nvGrpSpPr>
        <p:grpSpPr>
          <a:xfrm>
            <a:off x="6832683" y="4409614"/>
            <a:ext cx="3369488" cy="1707138"/>
            <a:chOff x="2087475" y="2783813"/>
            <a:chExt cx="3624275" cy="1836225"/>
          </a:xfrm>
        </p:grpSpPr>
        <p:sp>
          <p:nvSpPr>
            <p:cNvPr id="3448" name="Google Shape;3448;p16"/>
            <p:cNvSpPr/>
            <p:nvPr/>
          </p:nvSpPr>
          <p:spPr>
            <a:xfrm>
              <a:off x="2087475" y="3066513"/>
              <a:ext cx="1777125" cy="1163775"/>
            </a:xfrm>
            <a:custGeom>
              <a:avLst/>
              <a:gdLst/>
              <a:ahLst/>
              <a:cxnLst/>
              <a:rect l="l" t="t" r="r" b="b"/>
              <a:pathLst>
                <a:path w="71085" h="46551" extrusionOk="0">
                  <a:moveTo>
                    <a:pt x="71051" y="1"/>
                  </a:moveTo>
                  <a:cubicBezTo>
                    <a:pt x="59209" y="601"/>
                    <a:pt x="18213" y="15879"/>
                    <a:pt x="1301" y="29722"/>
                  </a:cubicBezTo>
                  <a:cubicBezTo>
                    <a:pt x="100" y="30723"/>
                    <a:pt x="0" y="32524"/>
                    <a:pt x="1101" y="33625"/>
                  </a:cubicBezTo>
                  <a:cubicBezTo>
                    <a:pt x="3569" y="36060"/>
                    <a:pt x="5371" y="39762"/>
                    <a:pt x="5904" y="44166"/>
                  </a:cubicBezTo>
                  <a:cubicBezTo>
                    <a:pt x="6057" y="45630"/>
                    <a:pt x="7285" y="46551"/>
                    <a:pt x="8555" y="46551"/>
                  </a:cubicBezTo>
                  <a:cubicBezTo>
                    <a:pt x="9222" y="46551"/>
                    <a:pt x="9901" y="46296"/>
                    <a:pt x="10441" y="45733"/>
                  </a:cubicBezTo>
                  <a:cubicBezTo>
                    <a:pt x="24151" y="31390"/>
                    <a:pt x="50203" y="12610"/>
                    <a:pt x="71051" y="568"/>
                  </a:cubicBezTo>
                  <a:cubicBezTo>
                    <a:pt x="71051" y="401"/>
                    <a:pt x="71051" y="201"/>
                    <a:pt x="7108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9" name="Google Shape;3449;p16"/>
            <p:cNvSpPr/>
            <p:nvPr/>
          </p:nvSpPr>
          <p:spPr>
            <a:xfrm>
              <a:off x="2335975" y="3080688"/>
              <a:ext cx="1529450" cy="1427300"/>
            </a:xfrm>
            <a:custGeom>
              <a:avLst/>
              <a:gdLst/>
              <a:ahLst/>
              <a:cxnLst/>
              <a:rect l="l" t="t" r="r" b="b"/>
              <a:pathLst>
                <a:path w="61178" h="57092" extrusionOk="0">
                  <a:moveTo>
                    <a:pt x="61111" y="1"/>
                  </a:moveTo>
                  <a:cubicBezTo>
                    <a:pt x="40830" y="11709"/>
                    <a:pt x="15678" y="29789"/>
                    <a:pt x="1668" y="43932"/>
                  </a:cubicBezTo>
                  <a:cubicBezTo>
                    <a:pt x="1" y="45633"/>
                    <a:pt x="1235" y="48435"/>
                    <a:pt x="3603" y="48435"/>
                  </a:cubicBezTo>
                  <a:cubicBezTo>
                    <a:pt x="10441" y="48469"/>
                    <a:pt x="18947" y="51604"/>
                    <a:pt x="23250" y="56208"/>
                  </a:cubicBezTo>
                  <a:cubicBezTo>
                    <a:pt x="23794" y="56806"/>
                    <a:pt x="24517" y="57091"/>
                    <a:pt x="25231" y="57091"/>
                  </a:cubicBezTo>
                  <a:cubicBezTo>
                    <a:pt x="26228" y="57091"/>
                    <a:pt x="27207" y="56537"/>
                    <a:pt x="27654" y="55507"/>
                  </a:cubicBezTo>
                  <a:cubicBezTo>
                    <a:pt x="34525" y="39529"/>
                    <a:pt x="48001" y="18180"/>
                    <a:pt x="61178" y="101"/>
                  </a:cubicBezTo>
                  <a:cubicBezTo>
                    <a:pt x="61144" y="34"/>
                    <a:pt x="61144" y="67"/>
                    <a:pt x="6111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0" name="Google Shape;3450;p16"/>
            <p:cNvSpPr/>
            <p:nvPr/>
          </p:nvSpPr>
          <p:spPr>
            <a:xfrm>
              <a:off x="3022650" y="3086538"/>
              <a:ext cx="858600" cy="1520275"/>
            </a:xfrm>
            <a:custGeom>
              <a:avLst/>
              <a:gdLst/>
              <a:ahLst/>
              <a:cxnLst/>
              <a:rect l="l" t="t" r="r" b="b"/>
              <a:pathLst>
                <a:path w="34344" h="60811" extrusionOk="0">
                  <a:moveTo>
                    <a:pt x="33610" y="0"/>
                  </a:moveTo>
                  <a:lnTo>
                    <a:pt x="33610" y="0"/>
                  </a:lnTo>
                  <a:cubicBezTo>
                    <a:pt x="20868" y="17479"/>
                    <a:pt x="7859" y="38027"/>
                    <a:pt x="820" y="53805"/>
                  </a:cubicBezTo>
                  <a:cubicBezTo>
                    <a:pt x="1" y="55627"/>
                    <a:pt x="1392" y="57532"/>
                    <a:pt x="3259" y="57532"/>
                  </a:cubicBezTo>
                  <a:cubicBezTo>
                    <a:pt x="3442" y="57532"/>
                    <a:pt x="3631" y="57514"/>
                    <a:pt x="3823" y="57475"/>
                  </a:cubicBezTo>
                  <a:cubicBezTo>
                    <a:pt x="5960" y="57013"/>
                    <a:pt x="8473" y="56796"/>
                    <a:pt x="11131" y="56796"/>
                  </a:cubicBezTo>
                  <a:cubicBezTo>
                    <a:pt x="17887" y="56796"/>
                    <a:pt x="25582" y="58197"/>
                    <a:pt x="30442" y="60543"/>
                  </a:cubicBezTo>
                  <a:cubicBezTo>
                    <a:pt x="30815" y="60727"/>
                    <a:pt x="31200" y="60811"/>
                    <a:pt x="31574" y="60811"/>
                  </a:cubicBezTo>
                  <a:cubicBezTo>
                    <a:pt x="33038" y="60811"/>
                    <a:pt x="34344" y="59529"/>
                    <a:pt x="34211" y="57908"/>
                  </a:cubicBezTo>
                  <a:cubicBezTo>
                    <a:pt x="32443" y="37794"/>
                    <a:pt x="32777" y="16745"/>
                    <a:pt x="3361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1" name="Google Shape;3451;p16"/>
            <p:cNvSpPr/>
            <p:nvPr/>
          </p:nvSpPr>
          <p:spPr>
            <a:xfrm>
              <a:off x="3878750" y="3065688"/>
              <a:ext cx="1833000" cy="1095200"/>
            </a:xfrm>
            <a:custGeom>
              <a:avLst/>
              <a:gdLst/>
              <a:ahLst/>
              <a:cxnLst/>
              <a:rect l="l" t="t" r="r" b="b"/>
              <a:pathLst>
                <a:path w="73320" h="43808" extrusionOk="0">
                  <a:moveTo>
                    <a:pt x="100" y="0"/>
                  </a:moveTo>
                  <a:lnTo>
                    <a:pt x="0" y="334"/>
                  </a:lnTo>
                  <a:cubicBezTo>
                    <a:pt x="23450" y="12276"/>
                    <a:pt x="51837" y="29588"/>
                    <a:pt x="67248" y="43131"/>
                  </a:cubicBezTo>
                  <a:cubicBezTo>
                    <a:pt x="67767" y="43597"/>
                    <a:pt x="68383" y="43807"/>
                    <a:pt x="68988" y="43807"/>
                  </a:cubicBezTo>
                  <a:cubicBezTo>
                    <a:pt x="70289" y="43807"/>
                    <a:pt x="71538" y="42833"/>
                    <a:pt x="71651" y="41330"/>
                  </a:cubicBezTo>
                  <a:cubicBezTo>
                    <a:pt x="71818" y="38961"/>
                    <a:pt x="72218" y="36326"/>
                    <a:pt x="72986" y="34125"/>
                  </a:cubicBezTo>
                  <a:cubicBezTo>
                    <a:pt x="73319" y="33091"/>
                    <a:pt x="73052" y="31956"/>
                    <a:pt x="72252" y="31256"/>
                  </a:cubicBezTo>
                  <a:cubicBezTo>
                    <a:pt x="56274" y="16712"/>
                    <a:pt x="11275" y="0"/>
                    <a:pt x="10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2" name="Google Shape;3452;p16"/>
            <p:cNvSpPr/>
            <p:nvPr/>
          </p:nvSpPr>
          <p:spPr>
            <a:xfrm>
              <a:off x="3874575" y="3072363"/>
              <a:ext cx="1687900" cy="1388950"/>
            </a:xfrm>
            <a:custGeom>
              <a:avLst/>
              <a:gdLst/>
              <a:ahLst/>
              <a:cxnLst/>
              <a:rect l="l" t="t" r="r" b="b"/>
              <a:pathLst>
                <a:path w="67516" h="55558" extrusionOk="0">
                  <a:moveTo>
                    <a:pt x="67" y="0"/>
                  </a:moveTo>
                  <a:cubicBezTo>
                    <a:pt x="34" y="67"/>
                    <a:pt x="34" y="33"/>
                    <a:pt x="0" y="67"/>
                  </a:cubicBezTo>
                  <a:cubicBezTo>
                    <a:pt x="16979" y="16979"/>
                    <a:pt x="36593" y="38361"/>
                    <a:pt x="44466" y="54072"/>
                  </a:cubicBezTo>
                  <a:cubicBezTo>
                    <a:pt x="44945" y="55049"/>
                    <a:pt x="45883" y="55558"/>
                    <a:pt x="46835" y="55558"/>
                  </a:cubicBezTo>
                  <a:cubicBezTo>
                    <a:pt x="47605" y="55558"/>
                    <a:pt x="48384" y="55225"/>
                    <a:pt x="48935" y="54539"/>
                  </a:cubicBezTo>
                  <a:cubicBezTo>
                    <a:pt x="53238" y="49135"/>
                    <a:pt x="58676" y="46367"/>
                    <a:pt x="64080" y="46033"/>
                  </a:cubicBezTo>
                  <a:cubicBezTo>
                    <a:pt x="66481" y="45900"/>
                    <a:pt x="67515" y="42931"/>
                    <a:pt x="65681" y="41363"/>
                  </a:cubicBezTo>
                  <a:cubicBezTo>
                    <a:pt x="49936" y="28053"/>
                    <a:pt x="22650" y="11508"/>
                    <a:pt x="6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3" name="Google Shape;3453;p16"/>
            <p:cNvSpPr/>
            <p:nvPr/>
          </p:nvSpPr>
          <p:spPr>
            <a:xfrm>
              <a:off x="3833700" y="3074013"/>
              <a:ext cx="1148675" cy="1546025"/>
            </a:xfrm>
            <a:custGeom>
              <a:avLst/>
              <a:gdLst/>
              <a:ahLst/>
              <a:cxnLst/>
              <a:rect l="l" t="t" r="r" b="b"/>
              <a:pathLst>
                <a:path w="45947" h="61841" extrusionOk="0">
                  <a:moveTo>
                    <a:pt x="1635" y="1"/>
                  </a:moveTo>
                  <a:cubicBezTo>
                    <a:pt x="1602" y="34"/>
                    <a:pt x="1569" y="34"/>
                    <a:pt x="1502" y="34"/>
                  </a:cubicBezTo>
                  <a:cubicBezTo>
                    <a:pt x="1402" y="168"/>
                    <a:pt x="1302" y="334"/>
                    <a:pt x="1168" y="501"/>
                  </a:cubicBezTo>
                  <a:cubicBezTo>
                    <a:pt x="301" y="17547"/>
                    <a:pt x="1" y="38995"/>
                    <a:pt x="1869" y="59443"/>
                  </a:cubicBezTo>
                  <a:cubicBezTo>
                    <a:pt x="1989" y="60884"/>
                    <a:pt x="3215" y="61841"/>
                    <a:pt x="4515" y="61841"/>
                  </a:cubicBezTo>
                  <a:cubicBezTo>
                    <a:pt x="5021" y="61841"/>
                    <a:pt x="5538" y="61696"/>
                    <a:pt x="6005" y="61378"/>
                  </a:cubicBezTo>
                  <a:cubicBezTo>
                    <a:pt x="12280" y="57075"/>
                    <a:pt x="22400" y="54418"/>
                    <a:pt x="31722" y="54418"/>
                  </a:cubicBezTo>
                  <a:cubicBezTo>
                    <a:pt x="35335" y="54418"/>
                    <a:pt x="38828" y="54817"/>
                    <a:pt x="41931" y="55674"/>
                  </a:cubicBezTo>
                  <a:cubicBezTo>
                    <a:pt x="42172" y="55738"/>
                    <a:pt x="42409" y="55768"/>
                    <a:pt x="42637" y="55768"/>
                  </a:cubicBezTo>
                  <a:cubicBezTo>
                    <a:pt x="44562" y="55768"/>
                    <a:pt x="45947" y="53653"/>
                    <a:pt x="44933" y="51805"/>
                  </a:cubicBezTo>
                  <a:cubicBezTo>
                    <a:pt x="36427" y="36360"/>
                    <a:pt x="17847" y="16112"/>
                    <a:pt x="163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454" name="Google Shape;3454;p16"/>
            <p:cNvGrpSpPr/>
            <p:nvPr/>
          </p:nvGrpSpPr>
          <p:grpSpPr>
            <a:xfrm>
              <a:off x="2087475" y="2783813"/>
              <a:ext cx="3624275" cy="1836225"/>
              <a:chOff x="112275" y="2665738"/>
              <a:chExt cx="3624275" cy="1836225"/>
            </a:xfrm>
          </p:grpSpPr>
          <p:sp>
            <p:nvSpPr>
              <p:cNvPr id="3455" name="Google Shape;3455;p16"/>
              <p:cNvSpPr/>
              <p:nvPr/>
            </p:nvSpPr>
            <p:spPr>
              <a:xfrm>
                <a:off x="112275" y="2948438"/>
                <a:ext cx="1777125" cy="1163775"/>
              </a:xfrm>
              <a:custGeom>
                <a:avLst/>
                <a:gdLst/>
                <a:ahLst/>
                <a:cxnLst/>
                <a:rect l="l" t="t" r="r" b="b"/>
                <a:pathLst>
                  <a:path w="71085" h="46551" extrusionOk="0">
                    <a:moveTo>
                      <a:pt x="71051" y="1"/>
                    </a:moveTo>
                    <a:cubicBezTo>
                      <a:pt x="59209" y="601"/>
                      <a:pt x="18213" y="15879"/>
                      <a:pt x="1301" y="29722"/>
                    </a:cubicBezTo>
                    <a:cubicBezTo>
                      <a:pt x="100" y="30723"/>
                      <a:pt x="0" y="32524"/>
                      <a:pt x="1101" y="33625"/>
                    </a:cubicBezTo>
                    <a:cubicBezTo>
                      <a:pt x="3569" y="36060"/>
                      <a:pt x="5371" y="39762"/>
                      <a:pt x="5904" y="44166"/>
                    </a:cubicBezTo>
                    <a:cubicBezTo>
                      <a:pt x="6057" y="45630"/>
                      <a:pt x="7285" y="46551"/>
                      <a:pt x="8555" y="46551"/>
                    </a:cubicBezTo>
                    <a:cubicBezTo>
                      <a:pt x="9222" y="46551"/>
                      <a:pt x="9901" y="46296"/>
                      <a:pt x="10441" y="45733"/>
                    </a:cubicBezTo>
                    <a:cubicBezTo>
                      <a:pt x="24151" y="31390"/>
                      <a:pt x="50203" y="12610"/>
                      <a:pt x="71051" y="568"/>
                    </a:cubicBezTo>
                    <a:cubicBezTo>
                      <a:pt x="71051" y="401"/>
                      <a:pt x="71051" y="201"/>
                      <a:pt x="71084" y="1"/>
                    </a:cubicBezTo>
                    <a:close/>
                  </a:path>
                </a:pathLst>
              </a:custGeom>
              <a:solidFill>
                <a:srgbClr val="191919">
                  <a:alpha val="284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6" name="Google Shape;3456;p16"/>
              <p:cNvSpPr/>
              <p:nvPr/>
            </p:nvSpPr>
            <p:spPr>
              <a:xfrm>
                <a:off x="360775" y="2962613"/>
                <a:ext cx="1529450" cy="1427300"/>
              </a:xfrm>
              <a:custGeom>
                <a:avLst/>
                <a:gdLst/>
                <a:ahLst/>
                <a:cxnLst/>
                <a:rect l="l" t="t" r="r" b="b"/>
                <a:pathLst>
                  <a:path w="61178" h="57092" extrusionOk="0">
                    <a:moveTo>
                      <a:pt x="61111" y="1"/>
                    </a:moveTo>
                    <a:cubicBezTo>
                      <a:pt x="40830" y="11709"/>
                      <a:pt x="15678" y="29789"/>
                      <a:pt x="1668" y="43932"/>
                    </a:cubicBezTo>
                    <a:cubicBezTo>
                      <a:pt x="1" y="45633"/>
                      <a:pt x="1235" y="48435"/>
                      <a:pt x="3603" y="48435"/>
                    </a:cubicBezTo>
                    <a:cubicBezTo>
                      <a:pt x="10441" y="48469"/>
                      <a:pt x="18947" y="51604"/>
                      <a:pt x="23250" y="56208"/>
                    </a:cubicBezTo>
                    <a:cubicBezTo>
                      <a:pt x="23794" y="56806"/>
                      <a:pt x="24517" y="57091"/>
                      <a:pt x="25231" y="57091"/>
                    </a:cubicBezTo>
                    <a:cubicBezTo>
                      <a:pt x="26228" y="57091"/>
                      <a:pt x="27207" y="56537"/>
                      <a:pt x="27654" y="55507"/>
                    </a:cubicBezTo>
                    <a:cubicBezTo>
                      <a:pt x="34525" y="39529"/>
                      <a:pt x="48001" y="18180"/>
                      <a:pt x="61178" y="101"/>
                    </a:cubicBezTo>
                    <a:cubicBezTo>
                      <a:pt x="61144" y="34"/>
                      <a:pt x="61144" y="67"/>
                      <a:pt x="61111" y="1"/>
                    </a:cubicBezTo>
                    <a:close/>
                  </a:path>
                </a:pathLst>
              </a:custGeom>
              <a:solidFill>
                <a:srgbClr val="191919">
                  <a:alpha val="189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7" name="Google Shape;3457;p16"/>
              <p:cNvSpPr/>
              <p:nvPr/>
            </p:nvSpPr>
            <p:spPr>
              <a:xfrm>
                <a:off x="1047450" y="2968463"/>
                <a:ext cx="858600" cy="1520275"/>
              </a:xfrm>
              <a:custGeom>
                <a:avLst/>
                <a:gdLst/>
                <a:ahLst/>
                <a:cxnLst/>
                <a:rect l="l" t="t" r="r" b="b"/>
                <a:pathLst>
                  <a:path w="34344" h="60811" extrusionOk="0">
                    <a:moveTo>
                      <a:pt x="33610" y="0"/>
                    </a:moveTo>
                    <a:lnTo>
                      <a:pt x="33610" y="0"/>
                    </a:lnTo>
                    <a:cubicBezTo>
                      <a:pt x="20868" y="17479"/>
                      <a:pt x="7859" y="38027"/>
                      <a:pt x="820" y="53805"/>
                    </a:cubicBezTo>
                    <a:cubicBezTo>
                      <a:pt x="1" y="55627"/>
                      <a:pt x="1392" y="57532"/>
                      <a:pt x="3259" y="57532"/>
                    </a:cubicBezTo>
                    <a:cubicBezTo>
                      <a:pt x="3442" y="57532"/>
                      <a:pt x="3631" y="57514"/>
                      <a:pt x="3823" y="57475"/>
                    </a:cubicBezTo>
                    <a:cubicBezTo>
                      <a:pt x="5960" y="57013"/>
                      <a:pt x="8473" y="56796"/>
                      <a:pt x="11131" y="56796"/>
                    </a:cubicBezTo>
                    <a:cubicBezTo>
                      <a:pt x="17887" y="56796"/>
                      <a:pt x="25582" y="58197"/>
                      <a:pt x="30442" y="60543"/>
                    </a:cubicBezTo>
                    <a:cubicBezTo>
                      <a:pt x="30815" y="60727"/>
                      <a:pt x="31200" y="60811"/>
                      <a:pt x="31574" y="60811"/>
                    </a:cubicBezTo>
                    <a:cubicBezTo>
                      <a:pt x="33038" y="60811"/>
                      <a:pt x="34344" y="59529"/>
                      <a:pt x="34211" y="57908"/>
                    </a:cubicBezTo>
                    <a:cubicBezTo>
                      <a:pt x="32443" y="37794"/>
                      <a:pt x="32777" y="16745"/>
                      <a:pt x="33610" y="0"/>
                    </a:cubicBezTo>
                    <a:close/>
                  </a:path>
                </a:pathLst>
              </a:custGeom>
              <a:solidFill>
                <a:srgbClr val="191919">
                  <a:alpha val="150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8" name="Google Shape;3458;p16"/>
              <p:cNvSpPr/>
              <p:nvPr/>
            </p:nvSpPr>
            <p:spPr>
              <a:xfrm>
                <a:off x="1903550" y="2947613"/>
                <a:ext cx="1833000" cy="1095200"/>
              </a:xfrm>
              <a:custGeom>
                <a:avLst/>
                <a:gdLst/>
                <a:ahLst/>
                <a:cxnLst/>
                <a:rect l="l" t="t" r="r" b="b"/>
                <a:pathLst>
                  <a:path w="73320" h="43808" extrusionOk="0">
                    <a:moveTo>
                      <a:pt x="100" y="0"/>
                    </a:moveTo>
                    <a:lnTo>
                      <a:pt x="0" y="334"/>
                    </a:lnTo>
                    <a:cubicBezTo>
                      <a:pt x="23450" y="12276"/>
                      <a:pt x="51837" y="29588"/>
                      <a:pt x="67248" y="43131"/>
                    </a:cubicBezTo>
                    <a:cubicBezTo>
                      <a:pt x="67767" y="43597"/>
                      <a:pt x="68383" y="43807"/>
                      <a:pt x="68988" y="43807"/>
                    </a:cubicBezTo>
                    <a:cubicBezTo>
                      <a:pt x="70289" y="43807"/>
                      <a:pt x="71538" y="42833"/>
                      <a:pt x="71651" y="41330"/>
                    </a:cubicBezTo>
                    <a:cubicBezTo>
                      <a:pt x="71818" y="38961"/>
                      <a:pt x="72218" y="36326"/>
                      <a:pt x="72986" y="34125"/>
                    </a:cubicBezTo>
                    <a:cubicBezTo>
                      <a:pt x="73319" y="33091"/>
                      <a:pt x="73052" y="31956"/>
                      <a:pt x="72252" y="31256"/>
                    </a:cubicBezTo>
                    <a:cubicBezTo>
                      <a:pt x="56274" y="16712"/>
                      <a:pt x="11275" y="0"/>
                      <a:pt x="100" y="0"/>
                    </a:cubicBezTo>
                    <a:close/>
                  </a:path>
                </a:pathLst>
              </a:custGeom>
              <a:solidFill>
                <a:srgbClr val="191919">
                  <a:alpha val="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9" name="Google Shape;3459;p16"/>
              <p:cNvSpPr/>
              <p:nvPr/>
            </p:nvSpPr>
            <p:spPr>
              <a:xfrm>
                <a:off x="1899375" y="2954288"/>
                <a:ext cx="1687900" cy="1388950"/>
              </a:xfrm>
              <a:custGeom>
                <a:avLst/>
                <a:gdLst/>
                <a:ahLst/>
                <a:cxnLst/>
                <a:rect l="l" t="t" r="r" b="b"/>
                <a:pathLst>
                  <a:path w="67516" h="55558" extrusionOk="0">
                    <a:moveTo>
                      <a:pt x="67" y="0"/>
                    </a:moveTo>
                    <a:cubicBezTo>
                      <a:pt x="34" y="67"/>
                      <a:pt x="34" y="33"/>
                      <a:pt x="0" y="67"/>
                    </a:cubicBezTo>
                    <a:cubicBezTo>
                      <a:pt x="16979" y="16979"/>
                      <a:pt x="36593" y="38361"/>
                      <a:pt x="44466" y="54072"/>
                    </a:cubicBezTo>
                    <a:cubicBezTo>
                      <a:pt x="44945" y="55049"/>
                      <a:pt x="45883" y="55558"/>
                      <a:pt x="46835" y="55558"/>
                    </a:cubicBezTo>
                    <a:cubicBezTo>
                      <a:pt x="47605" y="55558"/>
                      <a:pt x="48384" y="55225"/>
                      <a:pt x="48935" y="54539"/>
                    </a:cubicBezTo>
                    <a:cubicBezTo>
                      <a:pt x="53238" y="49135"/>
                      <a:pt x="58676" y="46367"/>
                      <a:pt x="64080" y="46033"/>
                    </a:cubicBezTo>
                    <a:cubicBezTo>
                      <a:pt x="66481" y="45900"/>
                      <a:pt x="67515" y="42931"/>
                      <a:pt x="65681" y="41363"/>
                    </a:cubicBezTo>
                    <a:cubicBezTo>
                      <a:pt x="49936" y="28053"/>
                      <a:pt x="22650" y="11508"/>
                      <a:pt x="67" y="0"/>
                    </a:cubicBezTo>
                    <a:close/>
                  </a:path>
                </a:pathLst>
              </a:custGeom>
              <a:solidFill>
                <a:srgbClr val="191919">
                  <a:alpha val="61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0" name="Google Shape;3460;p16"/>
              <p:cNvSpPr/>
              <p:nvPr/>
            </p:nvSpPr>
            <p:spPr>
              <a:xfrm>
                <a:off x="1858500" y="2955938"/>
                <a:ext cx="1148675" cy="1546025"/>
              </a:xfrm>
              <a:custGeom>
                <a:avLst/>
                <a:gdLst/>
                <a:ahLst/>
                <a:cxnLst/>
                <a:rect l="l" t="t" r="r" b="b"/>
                <a:pathLst>
                  <a:path w="45947" h="61841" extrusionOk="0">
                    <a:moveTo>
                      <a:pt x="1635" y="1"/>
                    </a:moveTo>
                    <a:cubicBezTo>
                      <a:pt x="1602" y="34"/>
                      <a:pt x="1569" y="34"/>
                      <a:pt x="1502" y="34"/>
                    </a:cubicBezTo>
                    <a:cubicBezTo>
                      <a:pt x="1402" y="168"/>
                      <a:pt x="1302" y="334"/>
                      <a:pt x="1168" y="501"/>
                    </a:cubicBezTo>
                    <a:cubicBezTo>
                      <a:pt x="301" y="17547"/>
                      <a:pt x="1" y="38995"/>
                      <a:pt x="1869" y="59443"/>
                    </a:cubicBezTo>
                    <a:cubicBezTo>
                      <a:pt x="1989" y="60884"/>
                      <a:pt x="3215" y="61841"/>
                      <a:pt x="4515" y="61841"/>
                    </a:cubicBezTo>
                    <a:cubicBezTo>
                      <a:pt x="5021" y="61841"/>
                      <a:pt x="5538" y="61696"/>
                      <a:pt x="6005" y="61378"/>
                    </a:cubicBezTo>
                    <a:cubicBezTo>
                      <a:pt x="12280" y="57075"/>
                      <a:pt x="22400" y="54418"/>
                      <a:pt x="31722" y="54418"/>
                    </a:cubicBezTo>
                    <a:cubicBezTo>
                      <a:pt x="35335" y="54418"/>
                      <a:pt x="38828" y="54817"/>
                      <a:pt x="41931" y="55674"/>
                    </a:cubicBezTo>
                    <a:cubicBezTo>
                      <a:pt x="42172" y="55738"/>
                      <a:pt x="42409" y="55768"/>
                      <a:pt x="42637" y="55768"/>
                    </a:cubicBezTo>
                    <a:cubicBezTo>
                      <a:pt x="44562" y="55768"/>
                      <a:pt x="45947" y="53653"/>
                      <a:pt x="44933" y="51805"/>
                    </a:cubicBezTo>
                    <a:cubicBezTo>
                      <a:pt x="36427" y="36360"/>
                      <a:pt x="17847" y="16112"/>
                      <a:pt x="1635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1" name="Google Shape;3461;p16"/>
              <p:cNvSpPr/>
              <p:nvPr/>
            </p:nvSpPr>
            <p:spPr>
              <a:xfrm>
                <a:off x="112275" y="2948438"/>
                <a:ext cx="2249125" cy="1553525"/>
              </a:xfrm>
              <a:custGeom>
                <a:avLst/>
                <a:gdLst/>
                <a:ahLst/>
                <a:cxnLst/>
                <a:rect l="l" t="t" r="r" b="b"/>
                <a:pathLst>
                  <a:path w="89965" h="62141" extrusionOk="0">
                    <a:moveTo>
                      <a:pt x="71585" y="58242"/>
                    </a:moveTo>
                    <a:lnTo>
                      <a:pt x="71585" y="58242"/>
                    </a:lnTo>
                    <a:cubicBezTo>
                      <a:pt x="71590" y="58323"/>
                      <a:pt x="71595" y="58404"/>
                      <a:pt x="71601" y="58485"/>
                    </a:cubicBezTo>
                    <a:lnTo>
                      <a:pt x="71601" y="58485"/>
                    </a:lnTo>
                    <a:cubicBezTo>
                      <a:pt x="71593" y="58407"/>
                      <a:pt x="71585" y="58324"/>
                      <a:pt x="71585" y="58242"/>
                    </a:cubicBezTo>
                    <a:close/>
                    <a:moveTo>
                      <a:pt x="71017" y="1"/>
                    </a:moveTo>
                    <a:lnTo>
                      <a:pt x="71017" y="1"/>
                    </a:lnTo>
                    <a:cubicBezTo>
                      <a:pt x="59142" y="634"/>
                      <a:pt x="18180" y="15879"/>
                      <a:pt x="1301" y="29722"/>
                    </a:cubicBezTo>
                    <a:cubicBezTo>
                      <a:pt x="100" y="30723"/>
                      <a:pt x="0" y="32524"/>
                      <a:pt x="1101" y="33625"/>
                    </a:cubicBezTo>
                    <a:cubicBezTo>
                      <a:pt x="3569" y="36060"/>
                      <a:pt x="5371" y="39762"/>
                      <a:pt x="5871" y="44166"/>
                    </a:cubicBezTo>
                    <a:cubicBezTo>
                      <a:pt x="6046" y="45630"/>
                      <a:pt x="7281" y="46551"/>
                      <a:pt x="8544" y="46551"/>
                    </a:cubicBezTo>
                    <a:cubicBezTo>
                      <a:pt x="9208" y="46551"/>
                      <a:pt x="9879" y="46296"/>
                      <a:pt x="10408" y="45733"/>
                    </a:cubicBezTo>
                    <a:cubicBezTo>
                      <a:pt x="10808" y="45333"/>
                      <a:pt x="11208" y="44933"/>
                      <a:pt x="11608" y="44532"/>
                    </a:cubicBezTo>
                    <a:lnTo>
                      <a:pt x="11608" y="44532"/>
                    </a:lnTo>
                    <a:cubicBezTo>
                      <a:pt x="9974" y="46200"/>
                      <a:pt x="11175" y="49002"/>
                      <a:pt x="13543" y="49002"/>
                    </a:cubicBezTo>
                    <a:cubicBezTo>
                      <a:pt x="20381" y="49036"/>
                      <a:pt x="28887" y="52171"/>
                      <a:pt x="33190" y="56775"/>
                    </a:cubicBezTo>
                    <a:cubicBezTo>
                      <a:pt x="33734" y="57373"/>
                      <a:pt x="34457" y="57658"/>
                      <a:pt x="35171" y="57658"/>
                    </a:cubicBezTo>
                    <a:cubicBezTo>
                      <a:pt x="36168" y="57658"/>
                      <a:pt x="37147" y="57104"/>
                      <a:pt x="37594" y="56074"/>
                    </a:cubicBezTo>
                    <a:cubicBezTo>
                      <a:pt x="37794" y="55574"/>
                      <a:pt x="37994" y="55107"/>
                      <a:pt x="38227" y="54606"/>
                    </a:cubicBezTo>
                    <a:lnTo>
                      <a:pt x="38227" y="54606"/>
                    </a:lnTo>
                    <a:cubicBezTo>
                      <a:pt x="37408" y="56428"/>
                      <a:pt x="38799" y="58333"/>
                      <a:pt x="40666" y="58333"/>
                    </a:cubicBezTo>
                    <a:cubicBezTo>
                      <a:pt x="40849" y="58333"/>
                      <a:pt x="41038" y="58315"/>
                      <a:pt x="41230" y="58276"/>
                    </a:cubicBezTo>
                    <a:cubicBezTo>
                      <a:pt x="43367" y="57814"/>
                      <a:pt x="45880" y="57597"/>
                      <a:pt x="48538" y="57597"/>
                    </a:cubicBezTo>
                    <a:cubicBezTo>
                      <a:pt x="55294" y="57597"/>
                      <a:pt x="62989" y="58998"/>
                      <a:pt x="67849" y="61344"/>
                    </a:cubicBezTo>
                    <a:cubicBezTo>
                      <a:pt x="68217" y="61519"/>
                      <a:pt x="68597" y="61599"/>
                      <a:pt x="68967" y="61599"/>
                    </a:cubicBezTo>
                    <a:cubicBezTo>
                      <a:pt x="70405" y="61599"/>
                      <a:pt x="71694" y="60389"/>
                      <a:pt x="71625" y="58814"/>
                    </a:cubicBezTo>
                    <a:lnTo>
                      <a:pt x="71625" y="58814"/>
                    </a:lnTo>
                    <a:cubicBezTo>
                      <a:pt x="71648" y="59124"/>
                      <a:pt x="71677" y="59434"/>
                      <a:pt x="71718" y="59743"/>
                    </a:cubicBezTo>
                    <a:cubicBezTo>
                      <a:pt x="71838" y="61184"/>
                      <a:pt x="73064" y="62141"/>
                      <a:pt x="74364" y="62141"/>
                    </a:cubicBezTo>
                    <a:cubicBezTo>
                      <a:pt x="74870" y="62141"/>
                      <a:pt x="75387" y="61996"/>
                      <a:pt x="75854" y="61678"/>
                    </a:cubicBezTo>
                    <a:cubicBezTo>
                      <a:pt x="79557" y="59143"/>
                      <a:pt x="84560" y="57175"/>
                      <a:pt x="89964" y="56007"/>
                    </a:cubicBezTo>
                    <a:cubicBezTo>
                      <a:pt x="89764" y="55974"/>
                      <a:pt x="89531" y="55874"/>
                      <a:pt x="89331" y="55774"/>
                    </a:cubicBezTo>
                    <a:cubicBezTo>
                      <a:pt x="84466" y="53426"/>
                      <a:pt x="76762" y="52041"/>
                      <a:pt x="70001" y="52041"/>
                    </a:cubicBezTo>
                    <a:cubicBezTo>
                      <a:pt x="67350" y="52041"/>
                      <a:pt x="64844" y="52254"/>
                      <a:pt x="62712" y="52705"/>
                    </a:cubicBezTo>
                    <a:cubicBezTo>
                      <a:pt x="62205" y="52816"/>
                      <a:pt x="61561" y="52870"/>
                      <a:pt x="60853" y="52870"/>
                    </a:cubicBezTo>
                    <a:cubicBezTo>
                      <a:pt x="58578" y="52870"/>
                      <a:pt x="55657" y="52306"/>
                      <a:pt x="54639" y="51237"/>
                    </a:cubicBezTo>
                    <a:cubicBezTo>
                      <a:pt x="50369" y="46601"/>
                      <a:pt x="41830" y="43498"/>
                      <a:pt x="35025" y="43465"/>
                    </a:cubicBezTo>
                    <a:cubicBezTo>
                      <a:pt x="32657" y="43465"/>
                      <a:pt x="27620" y="40863"/>
                      <a:pt x="27353" y="38628"/>
                    </a:cubicBezTo>
                    <a:cubicBezTo>
                      <a:pt x="26853" y="34225"/>
                      <a:pt x="25051" y="30522"/>
                      <a:pt x="22550" y="28054"/>
                    </a:cubicBezTo>
                    <a:cubicBezTo>
                      <a:pt x="21449" y="26987"/>
                      <a:pt x="21582" y="25152"/>
                      <a:pt x="22783" y="24185"/>
                    </a:cubicBezTo>
                    <a:cubicBezTo>
                      <a:pt x="33624" y="15278"/>
                      <a:pt x="54406" y="5805"/>
                      <a:pt x="71017" y="1"/>
                    </a:cubicBezTo>
                    <a:close/>
                  </a:path>
                </a:pathLst>
              </a:custGeom>
              <a:solidFill>
                <a:srgbClr val="191919">
                  <a:alpha val="284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2" name="Google Shape;3462;p16"/>
              <p:cNvSpPr/>
              <p:nvPr/>
            </p:nvSpPr>
            <p:spPr>
              <a:xfrm>
                <a:off x="1820150" y="2665738"/>
                <a:ext cx="184325" cy="255200"/>
              </a:xfrm>
              <a:custGeom>
                <a:avLst/>
                <a:gdLst/>
                <a:ahLst/>
                <a:cxnLst/>
                <a:rect l="l" t="t" r="r" b="b"/>
                <a:pathLst>
                  <a:path w="7373" h="10208" extrusionOk="0">
                    <a:moveTo>
                      <a:pt x="3670" y="0"/>
                    </a:moveTo>
                    <a:cubicBezTo>
                      <a:pt x="1835" y="0"/>
                      <a:pt x="1" y="10208"/>
                      <a:pt x="1" y="10208"/>
                    </a:cubicBezTo>
                    <a:lnTo>
                      <a:pt x="7372" y="10208"/>
                    </a:lnTo>
                    <a:cubicBezTo>
                      <a:pt x="7372" y="10208"/>
                      <a:pt x="5538" y="0"/>
                      <a:pt x="36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3" name="Google Shape;3463;p16"/>
              <p:cNvSpPr/>
              <p:nvPr/>
            </p:nvSpPr>
            <p:spPr>
              <a:xfrm>
                <a:off x="1765100" y="2865038"/>
                <a:ext cx="293575" cy="111775"/>
              </a:xfrm>
              <a:custGeom>
                <a:avLst/>
                <a:gdLst/>
                <a:ahLst/>
                <a:cxnLst/>
                <a:rect l="l" t="t" r="r" b="b"/>
                <a:pathLst>
                  <a:path w="11743" h="4471" extrusionOk="0">
                    <a:moveTo>
                      <a:pt x="2002" y="1"/>
                    </a:moveTo>
                    <a:cubicBezTo>
                      <a:pt x="902" y="1"/>
                      <a:pt x="1" y="902"/>
                      <a:pt x="1" y="2002"/>
                    </a:cubicBezTo>
                    <a:lnTo>
                      <a:pt x="1" y="2469"/>
                    </a:lnTo>
                    <a:cubicBezTo>
                      <a:pt x="1" y="3570"/>
                      <a:pt x="902" y="4471"/>
                      <a:pt x="2002" y="4471"/>
                    </a:cubicBezTo>
                    <a:lnTo>
                      <a:pt x="9741" y="4471"/>
                    </a:lnTo>
                    <a:cubicBezTo>
                      <a:pt x="10875" y="4471"/>
                      <a:pt x="11743" y="3570"/>
                      <a:pt x="11743" y="2469"/>
                    </a:cubicBezTo>
                    <a:lnTo>
                      <a:pt x="11743" y="2002"/>
                    </a:lnTo>
                    <a:cubicBezTo>
                      <a:pt x="11743" y="902"/>
                      <a:pt x="10875" y="1"/>
                      <a:pt x="974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464" name="Google Shape;3464;p16"/>
          <p:cNvSpPr txBox="1">
            <a:spLocks noGrp="1"/>
          </p:cNvSpPr>
          <p:nvPr>
            <p:ph type="title"/>
          </p:nvPr>
        </p:nvSpPr>
        <p:spPr>
          <a:xfrm>
            <a:off x="720000" y="1706850"/>
            <a:ext cx="38520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465" name="Google Shape;3465;p16"/>
          <p:cNvSpPr txBox="1">
            <a:spLocks noGrp="1"/>
          </p:cNvSpPr>
          <p:nvPr>
            <p:ph type="subTitle" idx="1"/>
          </p:nvPr>
        </p:nvSpPr>
        <p:spPr>
          <a:xfrm>
            <a:off x="720000" y="2355750"/>
            <a:ext cx="3852000" cy="1004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s">
  <p:cSld name="CUSTOM_6">
    <p:spTree>
      <p:nvGrpSpPr>
        <p:cNvPr id="1" name="Shape 3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67" name="Google Shape;3467;p17"/>
          <p:cNvGrpSpPr/>
          <p:nvPr/>
        </p:nvGrpSpPr>
        <p:grpSpPr>
          <a:xfrm>
            <a:off x="50125" y="0"/>
            <a:ext cx="8858300" cy="5317875"/>
            <a:chOff x="50125" y="0"/>
            <a:chExt cx="8858300" cy="5317875"/>
          </a:xfrm>
        </p:grpSpPr>
        <p:sp>
          <p:nvSpPr>
            <p:cNvPr id="3468" name="Google Shape;3468;p17"/>
            <p:cNvSpPr/>
            <p:nvPr/>
          </p:nvSpPr>
          <p:spPr>
            <a:xfrm>
              <a:off x="1626250" y="15512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0"/>
                  </a:moveTo>
                  <a:cubicBezTo>
                    <a:pt x="2001" y="1702"/>
                    <a:pt x="0" y="6505"/>
                    <a:pt x="2569" y="6505"/>
                  </a:cubicBezTo>
                  <a:cubicBezTo>
                    <a:pt x="5137" y="6505"/>
                    <a:pt x="3236" y="1802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9" name="Google Shape;3469;p17"/>
            <p:cNvSpPr/>
            <p:nvPr/>
          </p:nvSpPr>
          <p:spPr>
            <a:xfrm>
              <a:off x="3958725" y="519550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0"/>
                  </a:moveTo>
                  <a:cubicBezTo>
                    <a:pt x="1969" y="1668"/>
                    <a:pt x="1" y="6505"/>
                    <a:pt x="2569" y="6505"/>
                  </a:cubicBezTo>
                  <a:cubicBezTo>
                    <a:pt x="5138" y="6505"/>
                    <a:pt x="3237" y="1802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0" name="Google Shape;3470;p17"/>
            <p:cNvSpPr/>
            <p:nvPr/>
          </p:nvSpPr>
          <p:spPr>
            <a:xfrm>
              <a:off x="1291000" y="1710400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36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1" name="Google Shape;3471;p17"/>
            <p:cNvSpPr/>
            <p:nvPr/>
          </p:nvSpPr>
          <p:spPr>
            <a:xfrm>
              <a:off x="447900" y="0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2" name="Google Shape;3472;p17"/>
            <p:cNvSpPr/>
            <p:nvPr/>
          </p:nvSpPr>
          <p:spPr>
            <a:xfrm>
              <a:off x="50125" y="1522775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2001" y="1701"/>
                    <a:pt x="0" y="6505"/>
                    <a:pt x="2569" y="6505"/>
                  </a:cubicBezTo>
                  <a:cubicBezTo>
                    <a:pt x="5137" y="6505"/>
                    <a:pt x="3269" y="1801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3" name="Google Shape;3473;p17"/>
            <p:cNvSpPr/>
            <p:nvPr/>
          </p:nvSpPr>
          <p:spPr>
            <a:xfrm>
              <a:off x="2361775" y="311075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1968" y="1668"/>
                    <a:pt x="0" y="6505"/>
                    <a:pt x="2569" y="6505"/>
                  </a:cubicBezTo>
                  <a:cubicBezTo>
                    <a:pt x="5137" y="6505"/>
                    <a:pt x="3236" y="1801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4" name="Google Shape;3474;p17"/>
            <p:cNvSpPr/>
            <p:nvPr/>
          </p:nvSpPr>
          <p:spPr>
            <a:xfrm>
              <a:off x="1150075" y="229350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0"/>
                  </a:moveTo>
                  <a:cubicBezTo>
                    <a:pt x="2002" y="1701"/>
                    <a:pt x="0" y="6538"/>
                    <a:pt x="2569" y="6538"/>
                  </a:cubicBezTo>
                  <a:cubicBezTo>
                    <a:pt x="5137" y="6538"/>
                    <a:pt x="3269" y="1801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5" name="Google Shape;3475;p17"/>
            <p:cNvSpPr/>
            <p:nvPr/>
          </p:nvSpPr>
          <p:spPr>
            <a:xfrm>
              <a:off x="3177350" y="203500"/>
              <a:ext cx="131775" cy="167625"/>
            </a:xfrm>
            <a:custGeom>
              <a:avLst/>
              <a:gdLst/>
              <a:ahLst/>
              <a:cxnLst/>
              <a:rect l="l" t="t" r="r" b="b"/>
              <a:pathLst>
                <a:path w="5271" h="6705" extrusionOk="0">
                  <a:moveTo>
                    <a:pt x="2636" y="0"/>
                  </a:moveTo>
                  <a:cubicBezTo>
                    <a:pt x="2035" y="1735"/>
                    <a:pt x="0" y="6705"/>
                    <a:pt x="2636" y="6705"/>
                  </a:cubicBezTo>
                  <a:cubicBezTo>
                    <a:pt x="5271" y="6705"/>
                    <a:pt x="3336" y="1868"/>
                    <a:pt x="2636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6" name="Google Shape;3476;p17"/>
            <p:cNvSpPr/>
            <p:nvPr/>
          </p:nvSpPr>
          <p:spPr>
            <a:xfrm>
              <a:off x="4516625" y="287725"/>
              <a:ext cx="132625" cy="167625"/>
            </a:xfrm>
            <a:custGeom>
              <a:avLst/>
              <a:gdLst/>
              <a:ahLst/>
              <a:cxnLst/>
              <a:rect l="l" t="t" r="r" b="b"/>
              <a:pathLst>
                <a:path w="5305" h="6705" extrusionOk="0">
                  <a:moveTo>
                    <a:pt x="2670" y="0"/>
                  </a:moveTo>
                  <a:cubicBezTo>
                    <a:pt x="2069" y="1735"/>
                    <a:pt x="1" y="6705"/>
                    <a:pt x="2670" y="6705"/>
                  </a:cubicBezTo>
                  <a:cubicBezTo>
                    <a:pt x="5305" y="6705"/>
                    <a:pt x="3370" y="1835"/>
                    <a:pt x="2670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7" name="Google Shape;3477;p17"/>
            <p:cNvSpPr/>
            <p:nvPr/>
          </p:nvSpPr>
          <p:spPr>
            <a:xfrm>
              <a:off x="2141600" y="97487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702"/>
                    <a:pt x="1" y="6505"/>
                    <a:pt x="2569" y="6505"/>
                  </a:cubicBezTo>
                  <a:cubicBezTo>
                    <a:pt x="5138" y="6505"/>
                    <a:pt x="3270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8" name="Google Shape;3478;p17"/>
            <p:cNvSpPr/>
            <p:nvPr/>
          </p:nvSpPr>
          <p:spPr>
            <a:xfrm>
              <a:off x="1764675" y="1737100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2002" y="1668"/>
                    <a:pt x="0" y="6505"/>
                    <a:pt x="2569" y="6505"/>
                  </a:cubicBezTo>
                  <a:cubicBezTo>
                    <a:pt x="5137" y="6505"/>
                    <a:pt x="3269" y="1768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9" name="Google Shape;3479;p17"/>
            <p:cNvSpPr/>
            <p:nvPr/>
          </p:nvSpPr>
          <p:spPr>
            <a:xfrm>
              <a:off x="3074775" y="111997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702"/>
                    <a:pt x="0" y="6505"/>
                    <a:pt x="2569" y="6505"/>
                  </a:cubicBezTo>
                  <a:cubicBezTo>
                    <a:pt x="5137" y="6505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0" name="Google Shape;3480;p17"/>
            <p:cNvSpPr/>
            <p:nvPr/>
          </p:nvSpPr>
          <p:spPr>
            <a:xfrm>
              <a:off x="415375" y="124172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702"/>
                    <a:pt x="0" y="6505"/>
                    <a:pt x="2569" y="6505"/>
                  </a:cubicBezTo>
                  <a:cubicBezTo>
                    <a:pt x="5137" y="6505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1" name="Google Shape;3481;p17"/>
            <p:cNvSpPr/>
            <p:nvPr/>
          </p:nvSpPr>
          <p:spPr>
            <a:xfrm>
              <a:off x="380350" y="2140700"/>
              <a:ext cx="132625" cy="167650"/>
            </a:xfrm>
            <a:custGeom>
              <a:avLst/>
              <a:gdLst/>
              <a:ahLst/>
              <a:cxnLst/>
              <a:rect l="l" t="t" r="r" b="b"/>
              <a:pathLst>
                <a:path w="5305" h="6706" extrusionOk="0">
                  <a:moveTo>
                    <a:pt x="2636" y="1"/>
                  </a:moveTo>
                  <a:cubicBezTo>
                    <a:pt x="2069" y="1735"/>
                    <a:pt x="0" y="6706"/>
                    <a:pt x="2636" y="6706"/>
                  </a:cubicBezTo>
                  <a:cubicBezTo>
                    <a:pt x="5304" y="6706"/>
                    <a:pt x="3370" y="1836"/>
                    <a:pt x="2636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2" name="Google Shape;3482;p17"/>
            <p:cNvSpPr/>
            <p:nvPr/>
          </p:nvSpPr>
          <p:spPr>
            <a:xfrm>
              <a:off x="3653525" y="2276650"/>
              <a:ext cx="132625" cy="167625"/>
            </a:xfrm>
            <a:custGeom>
              <a:avLst/>
              <a:gdLst/>
              <a:ahLst/>
              <a:cxnLst/>
              <a:rect l="l" t="t" r="r" b="b"/>
              <a:pathLst>
                <a:path w="5305" h="6705" extrusionOk="0">
                  <a:moveTo>
                    <a:pt x="2669" y="0"/>
                  </a:moveTo>
                  <a:cubicBezTo>
                    <a:pt x="2068" y="1735"/>
                    <a:pt x="0" y="6705"/>
                    <a:pt x="2669" y="6705"/>
                  </a:cubicBezTo>
                  <a:cubicBezTo>
                    <a:pt x="5304" y="6705"/>
                    <a:pt x="3369" y="1868"/>
                    <a:pt x="26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3" name="Google Shape;3483;p17"/>
            <p:cNvSpPr/>
            <p:nvPr/>
          </p:nvSpPr>
          <p:spPr>
            <a:xfrm>
              <a:off x="2307550" y="155862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668"/>
                    <a:pt x="1" y="6505"/>
                    <a:pt x="2569" y="6505"/>
                  </a:cubicBezTo>
                  <a:cubicBezTo>
                    <a:pt x="5138" y="6505"/>
                    <a:pt x="3270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4" name="Google Shape;3484;p17"/>
            <p:cNvSpPr/>
            <p:nvPr/>
          </p:nvSpPr>
          <p:spPr>
            <a:xfrm>
              <a:off x="3263250" y="1710400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5" name="Google Shape;3485;p17"/>
            <p:cNvSpPr/>
            <p:nvPr/>
          </p:nvSpPr>
          <p:spPr>
            <a:xfrm>
              <a:off x="82625" y="503700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1" y="6539"/>
                    <a:pt x="2569" y="6539"/>
                  </a:cubicBezTo>
                  <a:cubicBezTo>
                    <a:pt x="5138" y="6539"/>
                    <a:pt x="3270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6" name="Google Shape;3486;p17"/>
            <p:cNvSpPr/>
            <p:nvPr/>
          </p:nvSpPr>
          <p:spPr>
            <a:xfrm>
              <a:off x="3912025" y="1474400"/>
              <a:ext cx="131800" cy="167650"/>
            </a:xfrm>
            <a:custGeom>
              <a:avLst/>
              <a:gdLst/>
              <a:ahLst/>
              <a:cxnLst/>
              <a:rect l="l" t="t" r="r" b="b"/>
              <a:pathLst>
                <a:path w="5272" h="6706" extrusionOk="0">
                  <a:moveTo>
                    <a:pt x="2636" y="0"/>
                  </a:moveTo>
                  <a:cubicBezTo>
                    <a:pt x="2036" y="1735"/>
                    <a:pt x="1" y="6705"/>
                    <a:pt x="2636" y="6705"/>
                  </a:cubicBezTo>
                  <a:cubicBezTo>
                    <a:pt x="5271" y="6705"/>
                    <a:pt x="3337" y="1868"/>
                    <a:pt x="2636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7" name="Google Shape;3487;p17"/>
            <p:cNvSpPr/>
            <p:nvPr/>
          </p:nvSpPr>
          <p:spPr>
            <a:xfrm>
              <a:off x="4092800" y="1049300"/>
              <a:ext cx="132600" cy="167650"/>
            </a:xfrm>
            <a:custGeom>
              <a:avLst/>
              <a:gdLst/>
              <a:ahLst/>
              <a:cxnLst/>
              <a:rect l="l" t="t" r="r" b="b"/>
              <a:pathLst>
                <a:path w="5304" h="6706" extrusionOk="0">
                  <a:moveTo>
                    <a:pt x="2669" y="1"/>
                  </a:moveTo>
                  <a:cubicBezTo>
                    <a:pt x="2068" y="1735"/>
                    <a:pt x="0" y="6705"/>
                    <a:pt x="2669" y="6705"/>
                  </a:cubicBezTo>
                  <a:cubicBezTo>
                    <a:pt x="5304" y="6705"/>
                    <a:pt x="3369" y="1835"/>
                    <a:pt x="26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8" name="Google Shape;3488;p17"/>
            <p:cNvSpPr/>
            <p:nvPr/>
          </p:nvSpPr>
          <p:spPr>
            <a:xfrm>
              <a:off x="2616950" y="174042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0"/>
                  </a:moveTo>
                  <a:cubicBezTo>
                    <a:pt x="2002" y="1702"/>
                    <a:pt x="0" y="6505"/>
                    <a:pt x="2569" y="6505"/>
                  </a:cubicBezTo>
                  <a:cubicBezTo>
                    <a:pt x="5137" y="6505"/>
                    <a:pt x="3269" y="1802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189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9" name="Google Shape;3489;p17"/>
            <p:cNvSpPr/>
            <p:nvPr/>
          </p:nvSpPr>
          <p:spPr>
            <a:xfrm>
              <a:off x="3572625" y="189302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669"/>
                    <a:pt x="1" y="6505"/>
                    <a:pt x="2569" y="6505"/>
                  </a:cubicBezTo>
                  <a:cubicBezTo>
                    <a:pt x="5138" y="6505"/>
                    <a:pt x="3270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189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0" name="Google Shape;3490;p17"/>
            <p:cNvSpPr/>
            <p:nvPr/>
          </p:nvSpPr>
          <p:spPr>
            <a:xfrm>
              <a:off x="392025" y="68632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669"/>
                    <a:pt x="0" y="6506"/>
                    <a:pt x="2569" y="6506"/>
                  </a:cubicBezTo>
                  <a:cubicBezTo>
                    <a:pt x="5137" y="6506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1" name="Google Shape;3491;p17"/>
            <p:cNvSpPr/>
            <p:nvPr/>
          </p:nvSpPr>
          <p:spPr>
            <a:xfrm>
              <a:off x="6047850" y="15512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0"/>
                  </a:moveTo>
                  <a:cubicBezTo>
                    <a:pt x="2001" y="1702"/>
                    <a:pt x="0" y="6505"/>
                    <a:pt x="2569" y="6505"/>
                  </a:cubicBezTo>
                  <a:cubicBezTo>
                    <a:pt x="5137" y="6505"/>
                    <a:pt x="3236" y="1802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2" name="Google Shape;3492;p17"/>
            <p:cNvSpPr/>
            <p:nvPr/>
          </p:nvSpPr>
          <p:spPr>
            <a:xfrm>
              <a:off x="8380325" y="519550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0"/>
                  </a:moveTo>
                  <a:cubicBezTo>
                    <a:pt x="1969" y="1668"/>
                    <a:pt x="1" y="6505"/>
                    <a:pt x="2569" y="6505"/>
                  </a:cubicBezTo>
                  <a:cubicBezTo>
                    <a:pt x="5138" y="6505"/>
                    <a:pt x="3237" y="1802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3" name="Google Shape;3493;p17"/>
            <p:cNvSpPr/>
            <p:nvPr/>
          </p:nvSpPr>
          <p:spPr>
            <a:xfrm>
              <a:off x="5712600" y="1710400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36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4" name="Google Shape;3494;p17"/>
            <p:cNvSpPr/>
            <p:nvPr/>
          </p:nvSpPr>
          <p:spPr>
            <a:xfrm>
              <a:off x="4869500" y="0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5" name="Google Shape;3495;p17"/>
            <p:cNvSpPr/>
            <p:nvPr/>
          </p:nvSpPr>
          <p:spPr>
            <a:xfrm>
              <a:off x="4471725" y="1522775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2001" y="1701"/>
                    <a:pt x="0" y="6505"/>
                    <a:pt x="2569" y="6505"/>
                  </a:cubicBezTo>
                  <a:cubicBezTo>
                    <a:pt x="5137" y="6505"/>
                    <a:pt x="3269" y="1801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6" name="Google Shape;3496;p17"/>
            <p:cNvSpPr/>
            <p:nvPr/>
          </p:nvSpPr>
          <p:spPr>
            <a:xfrm>
              <a:off x="6783375" y="311075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1968" y="1668"/>
                    <a:pt x="0" y="6505"/>
                    <a:pt x="2569" y="6505"/>
                  </a:cubicBezTo>
                  <a:cubicBezTo>
                    <a:pt x="5137" y="6505"/>
                    <a:pt x="3236" y="1801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7" name="Google Shape;3497;p17"/>
            <p:cNvSpPr/>
            <p:nvPr/>
          </p:nvSpPr>
          <p:spPr>
            <a:xfrm>
              <a:off x="5571675" y="229350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0"/>
                  </a:moveTo>
                  <a:cubicBezTo>
                    <a:pt x="2002" y="1701"/>
                    <a:pt x="0" y="6538"/>
                    <a:pt x="2569" y="6538"/>
                  </a:cubicBezTo>
                  <a:cubicBezTo>
                    <a:pt x="5137" y="6538"/>
                    <a:pt x="3269" y="1801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8" name="Google Shape;3498;p17"/>
            <p:cNvSpPr/>
            <p:nvPr/>
          </p:nvSpPr>
          <p:spPr>
            <a:xfrm>
              <a:off x="7598950" y="203500"/>
              <a:ext cx="131775" cy="167625"/>
            </a:xfrm>
            <a:custGeom>
              <a:avLst/>
              <a:gdLst/>
              <a:ahLst/>
              <a:cxnLst/>
              <a:rect l="l" t="t" r="r" b="b"/>
              <a:pathLst>
                <a:path w="5271" h="6705" extrusionOk="0">
                  <a:moveTo>
                    <a:pt x="2636" y="0"/>
                  </a:moveTo>
                  <a:cubicBezTo>
                    <a:pt x="2035" y="1735"/>
                    <a:pt x="0" y="6705"/>
                    <a:pt x="2636" y="6705"/>
                  </a:cubicBezTo>
                  <a:cubicBezTo>
                    <a:pt x="5271" y="6705"/>
                    <a:pt x="3336" y="1868"/>
                    <a:pt x="2636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9" name="Google Shape;3499;p17"/>
            <p:cNvSpPr/>
            <p:nvPr/>
          </p:nvSpPr>
          <p:spPr>
            <a:xfrm>
              <a:off x="6563200" y="97487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702"/>
                    <a:pt x="1" y="6505"/>
                    <a:pt x="2569" y="6505"/>
                  </a:cubicBezTo>
                  <a:cubicBezTo>
                    <a:pt x="5138" y="6505"/>
                    <a:pt x="3270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0" name="Google Shape;3500;p17"/>
            <p:cNvSpPr/>
            <p:nvPr/>
          </p:nvSpPr>
          <p:spPr>
            <a:xfrm>
              <a:off x="6186275" y="1737100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2002" y="1668"/>
                    <a:pt x="0" y="6505"/>
                    <a:pt x="2569" y="6505"/>
                  </a:cubicBezTo>
                  <a:cubicBezTo>
                    <a:pt x="5137" y="6505"/>
                    <a:pt x="3269" y="1768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1" name="Google Shape;3501;p17"/>
            <p:cNvSpPr/>
            <p:nvPr/>
          </p:nvSpPr>
          <p:spPr>
            <a:xfrm>
              <a:off x="7496375" y="111997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702"/>
                    <a:pt x="0" y="6505"/>
                    <a:pt x="2569" y="6505"/>
                  </a:cubicBezTo>
                  <a:cubicBezTo>
                    <a:pt x="5137" y="6505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2" name="Google Shape;3502;p17"/>
            <p:cNvSpPr/>
            <p:nvPr/>
          </p:nvSpPr>
          <p:spPr>
            <a:xfrm>
              <a:off x="4760775" y="108932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702"/>
                    <a:pt x="0" y="6505"/>
                    <a:pt x="2569" y="6505"/>
                  </a:cubicBezTo>
                  <a:cubicBezTo>
                    <a:pt x="5137" y="6505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3" name="Google Shape;3503;p17"/>
            <p:cNvSpPr/>
            <p:nvPr/>
          </p:nvSpPr>
          <p:spPr>
            <a:xfrm>
              <a:off x="4801950" y="2140700"/>
              <a:ext cx="132625" cy="167650"/>
            </a:xfrm>
            <a:custGeom>
              <a:avLst/>
              <a:gdLst/>
              <a:ahLst/>
              <a:cxnLst/>
              <a:rect l="l" t="t" r="r" b="b"/>
              <a:pathLst>
                <a:path w="5305" h="6706" extrusionOk="0">
                  <a:moveTo>
                    <a:pt x="2636" y="1"/>
                  </a:moveTo>
                  <a:cubicBezTo>
                    <a:pt x="2069" y="1735"/>
                    <a:pt x="0" y="6706"/>
                    <a:pt x="2636" y="6706"/>
                  </a:cubicBezTo>
                  <a:cubicBezTo>
                    <a:pt x="5304" y="6706"/>
                    <a:pt x="3370" y="1836"/>
                    <a:pt x="2636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4" name="Google Shape;3504;p17"/>
            <p:cNvSpPr/>
            <p:nvPr/>
          </p:nvSpPr>
          <p:spPr>
            <a:xfrm>
              <a:off x="8075125" y="2276650"/>
              <a:ext cx="132625" cy="167625"/>
            </a:xfrm>
            <a:custGeom>
              <a:avLst/>
              <a:gdLst/>
              <a:ahLst/>
              <a:cxnLst/>
              <a:rect l="l" t="t" r="r" b="b"/>
              <a:pathLst>
                <a:path w="5305" h="6705" extrusionOk="0">
                  <a:moveTo>
                    <a:pt x="2669" y="0"/>
                  </a:moveTo>
                  <a:cubicBezTo>
                    <a:pt x="2068" y="1735"/>
                    <a:pt x="0" y="6705"/>
                    <a:pt x="2669" y="6705"/>
                  </a:cubicBezTo>
                  <a:cubicBezTo>
                    <a:pt x="5304" y="6705"/>
                    <a:pt x="3369" y="1868"/>
                    <a:pt x="26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5" name="Google Shape;3505;p17"/>
            <p:cNvSpPr/>
            <p:nvPr/>
          </p:nvSpPr>
          <p:spPr>
            <a:xfrm>
              <a:off x="6729150" y="155862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668"/>
                    <a:pt x="1" y="6505"/>
                    <a:pt x="2569" y="6505"/>
                  </a:cubicBezTo>
                  <a:cubicBezTo>
                    <a:pt x="5138" y="6505"/>
                    <a:pt x="3270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6" name="Google Shape;3506;p17"/>
            <p:cNvSpPr/>
            <p:nvPr/>
          </p:nvSpPr>
          <p:spPr>
            <a:xfrm>
              <a:off x="7684850" y="1710400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7" name="Google Shape;3507;p17"/>
            <p:cNvSpPr/>
            <p:nvPr/>
          </p:nvSpPr>
          <p:spPr>
            <a:xfrm>
              <a:off x="4504225" y="503700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1" y="6539"/>
                    <a:pt x="2569" y="6539"/>
                  </a:cubicBezTo>
                  <a:cubicBezTo>
                    <a:pt x="5138" y="6539"/>
                    <a:pt x="3270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8" name="Google Shape;3508;p17"/>
            <p:cNvSpPr/>
            <p:nvPr/>
          </p:nvSpPr>
          <p:spPr>
            <a:xfrm>
              <a:off x="8333625" y="1474400"/>
              <a:ext cx="131800" cy="167650"/>
            </a:xfrm>
            <a:custGeom>
              <a:avLst/>
              <a:gdLst/>
              <a:ahLst/>
              <a:cxnLst/>
              <a:rect l="l" t="t" r="r" b="b"/>
              <a:pathLst>
                <a:path w="5272" h="6706" extrusionOk="0">
                  <a:moveTo>
                    <a:pt x="2636" y="0"/>
                  </a:moveTo>
                  <a:cubicBezTo>
                    <a:pt x="2036" y="1735"/>
                    <a:pt x="1" y="6705"/>
                    <a:pt x="2636" y="6705"/>
                  </a:cubicBezTo>
                  <a:cubicBezTo>
                    <a:pt x="5271" y="6705"/>
                    <a:pt x="3337" y="1868"/>
                    <a:pt x="2636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9" name="Google Shape;3509;p17"/>
            <p:cNvSpPr/>
            <p:nvPr/>
          </p:nvSpPr>
          <p:spPr>
            <a:xfrm>
              <a:off x="4813625" y="68632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669"/>
                    <a:pt x="0" y="6506"/>
                    <a:pt x="2569" y="6506"/>
                  </a:cubicBezTo>
                  <a:cubicBezTo>
                    <a:pt x="5137" y="6506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0" name="Google Shape;3510;p17"/>
            <p:cNvSpPr/>
            <p:nvPr/>
          </p:nvSpPr>
          <p:spPr>
            <a:xfrm>
              <a:off x="6169800" y="1177000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36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1" name="Google Shape;3511;p17"/>
            <p:cNvSpPr/>
            <p:nvPr/>
          </p:nvSpPr>
          <p:spPr>
            <a:xfrm flipH="1">
              <a:off x="1517850" y="765563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702"/>
                    <a:pt x="0" y="6505"/>
                    <a:pt x="2569" y="6505"/>
                  </a:cubicBezTo>
                  <a:cubicBezTo>
                    <a:pt x="5137" y="6505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2" name="Google Shape;3512;p17"/>
            <p:cNvSpPr/>
            <p:nvPr/>
          </p:nvSpPr>
          <p:spPr>
            <a:xfrm flipH="1">
              <a:off x="1329375" y="1355988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3" name="Google Shape;3513;p17"/>
            <p:cNvSpPr/>
            <p:nvPr/>
          </p:nvSpPr>
          <p:spPr>
            <a:xfrm>
              <a:off x="7751450" y="755550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36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4" name="Google Shape;3514;p17"/>
            <p:cNvSpPr/>
            <p:nvPr/>
          </p:nvSpPr>
          <p:spPr>
            <a:xfrm>
              <a:off x="8225125" y="782250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2002" y="1668"/>
                    <a:pt x="0" y="6505"/>
                    <a:pt x="2569" y="6505"/>
                  </a:cubicBezTo>
                  <a:cubicBezTo>
                    <a:pt x="5137" y="6505"/>
                    <a:pt x="3269" y="1768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5" name="Google Shape;3515;p17"/>
            <p:cNvSpPr/>
            <p:nvPr/>
          </p:nvSpPr>
          <p:spPr>
            <a:xfrm>
              <a:off x="3335788" y="712175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36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6" name="Google Shape;3516;p17"/>
            <p:cNvSpPr/>
            <p:nvPr/>
          </p:nvSpPr>
          <p:spPr>
            <a:xfrm>
              <a:off x="3809463" y="738875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2002" y="1668"/>
                    <a:pt x="0" y="6505"/>
                    <a:pt x="2569" y="6505"/>
                  </a:cubicBezTo>
                  <a:cubicBezTo>
                    <a:pt x="5137" y="6505"/>
                    <a:pt x="3269" y="1768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7" name="Google Shape;3517;p17"/>
            <p:cNvSpPr/>
            <p:nvPr/>
          </p:nvSpPr>
          <p:spPr>
            <a:xfrm>
              <a:off x="1716500" y="2260650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0"/>
                  </a:moveTo>
                  <a:cubicBezTo>
                    <a:pt x="2001" y="1702"/>
                    <a:pt x="0" y="6505"/>
                    <a:pt x="2569" y="6505"/>
                  </a:cubicBezTo>
                  <a:cubicBezTo>
                    <a:pt x="5137" y="6505"/>
                    <a:pt x="3236" y="1802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8" name="Google Shape;3518;p17"/>
            <p:cNvSpPr/>
            <p:nvPr/>
          </p:nvSpPr>
          <p:spPr>
            <a:xfrm>
              <a:off x="4048975" y="262507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0"/>
                  </a:moveTo>
                  <a:cubicBezTo>
                    <a:pt x="1969" y="1668"/>
                    <a:pt x="1" y="6505"/>
                    <a:pt x="2569" y="6505"/>
                  </a:cubicBezTo>
                  <a:cubicBezTo>
                    <a:pt x="5138" y="6505"/>
                    <a:pt x="3237" y="1802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9" name="Google Shape;3519;p17"/>
            <p:cNvSpPr/>
            <p:nvPr/>
          </p:nvSpPr>
          <p:spPr>
            <a:xfrm>
              <a:off x="1381250" y="3815925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36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0" name="Google Shape;3520;p17"/>
            <p:cNvSpPr/>
            <p:nvPr/>
          </p:nvSpPr>
          <p:spPr>
            <a:xfrm>
              <a:off x="538150" y="2105525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1" name="Google Shape;3521;p17"/>
            <p:cNvSpPr/>
            <p:nvPr/>
          </p:nvSpPr>
          <p:spPr>
            <a:xfrm>
              <a:off x="140375" y="3628300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2001" y="1701"/>
                    <a:pt x="0" y="6505"/>
                    <a:pt x="2569" y="6505"/>
                  </a:cubicBezTo>
                  <a:cubicBezTo>
                    <a:pt x="5137" y="6505"/>
                    <a:pt x="3269" y="1801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2" name="Google Shape;3522;p17"/>
            <p:cNvSpPr/>
            <p:nvPr/>
          </p:nvSpPr>
          <p:spPr>
            <a:xfrm>
              <a:off x="2452025" y="2416600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1968" y="1668"/>
                    <a:pt x="0" y="6505"/>
                    <a:pt x="2569" y="6505"/>
                  </a:cubicBezTo>
                  <a:cubicBezTo>
                    <a:pt x="5137" y="6505"/>
                    <a:pt x="3236" y="1801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3" name="Google Shape;3523;p17"/>
            <p:cNvSpPr/>
            <p:nvPr/>
          </p:nvSpPr>
          <p:spPr>
            <a:xfrm>
              <a:off x="1240325" y="2334875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0"/>
                  </a:moveTo>
                  <a:cubicBezTo>
                    <a:pt x="2002" y="1701"/>
                    <a:pt x="0" y="6538"/>
                    <a:pt x="2569" y="6538"/>
                  </a:cubicBezTo>
                  <a:cubicBezTo>
                    <a:pt x="5137" y="6538"/>
                    <a:pt x="3269" y="1801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4" name="Google Shape;3524;p17"/>
            <p:cNvSpPr/>
            <p:nvPr/>
          </p:nvSpPr>
          <p:spPr>
            <a:xfrm>
              <a:off x="3267600" y="2309025"/>
              <a:ext cx="131775" cy="167625"/>
            </a:xfrm>
            <a:custGeom>
              <a:avLst/>
              <a:gdLst/>
              <a:ahLst/>
              <a:cxnLst/>
              <a:rect l="l" t="t" r="r" b="b"/>
              <a:pathLst>
                <a:path w="5271" h="6705" extrusionOk="0">
                  <a:moveTo>
                    <a:pt x="2636" y="0"/>
                  </a:moveTo>
                  <a:cubicBezTo>
                    <a:pt x="2035" y="1735"/>
                    <a:pt x="0" y="6705"/>
                    <a:pt x="2636" y="6705"/>
                  </a:cubicBezTo>
                  <a:cubicBezTo>
                    <a:pt x="5271" y="6705"/>
                    <a:pt x="3336" y="1868"/>
                    <a:pt x="2636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5" name="Google Shape;3525;p17"/>
            <p:cNvSpPr/>
            <p:nvPr/>
          </p:nvSpPr>
          <p:spPr>
            <a:xfrm>
              <a:off x="4606875" y="2393250"/>
              <a:ext cx="132625" cy="167625"/>
            </a:xfrm>
            <a:custGeom>
              <a:avLst/>
              <a:gdLst/>
              <a:ahLst/>
              <a:cxnLst/>
              <a:rect l="l" t="t" r="r" b="b"/>
              <a:pathLst>
                <a:path w="5305" h="6705" extrusionOk="0">
                  <a:moveTo>
                    <a:pt x="2670" y="0"/>
                  </a:moveTo>
                  <a:cubicBezTo>
                    <a:pt x="2069" y="1735"/>
                    <a:pt x="1" y="6705"/>
                    <a:pt x="2670" y="6705"/>
                  </a:cubicBezTo>
                  <a:cubicBezTo>
                    <a:pt x="5305" y="6705"/>
                    <a:pt x="3370" y="1835"/>
                    <a:pt x="2670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6" name="Google Shape;3526;p17"/>
            <p:cNvSpPr/>
            <p:nvPr/>
          </p:nvSpPr>
          <p:spPr>
            <a:xfrm>
              <a:off x="2231850" y="3080400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702"/>
                    <a:pt x="1" y="6505"/>
                    <a:pt x="2569" y="6505"/>
                  </a:cubicBezTo>
                  <a:cubicBezTo>
                    <a:pt x="5138" y="6505"/>
                    <a:pt x="3270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7" name="Google Shape;3527;p17"/>
            <p:cNvSpPr/>
            <p:nvPr/>
          </p:nvSpPr>
          <p:spPr>
            <a:xfrm>
              <a:off x="1854925" y="3842625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2002" y="1668"/>
                    <a:pt x="0" y="6505"/>
                    <a:pt x="2569" y="6505"/>
                  </a:cubicBezTo>
                  <a:cubicBezTo>
                    <a:pt x="5137" y="6505"/>
                    <a:pt x="3269" y="1768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8" name="Google Shape;3528;p17"/>
            <p:cNvSpPr/>
            <p:nvPr/>
          </p:nvSpPr>
          <p:spPr>
            <a:xfrm>
              <a:off x="3165025" y="3225500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702"/>
                    <a:pt x="0" y="6505"/>
                    <a:pt x="2569" y="6505"/>
                  </a:cubicBezTo>
                  <a:cubicBezTo>
                    <a:pt x="5137" y="6505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9" name="Google Shape;3529;p17"/>
            <p:cNvSpPr/>
            <p:nvPr/>
          </p:nvSpPr>
          <p:spPr>
            <a:xfrm>
              <a:off x="505625" y="3347250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702"/>
                    <a:pt x="0" y="6505"/>
                    <a:pt x="2569" y="6505"/>
                  </a:cubicBezTo>
                  <a:cubicBezTo>
                    <a:pt x="5137" y="6505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0" name="Google Shape;3530;p17"/>
            <p:cNvSpPr/>
            <p:nvPr/>
          </p:nvSpPr>
          <p:spPr>
            <a:xfrm>
              <a:off x="470600" y="4246225"/>
              <a:ext cx="132625" cy="167650"/>
            </a:xfrm>
            <a:custGeom>
              <a:avLst/>
              <a:gdLst/>
              <a:ahLst/>
              <a:cxnLst/>
              <a:rect l="l" t="t" r="r" b="b"/>
              <a:pathLst>
                <a:path w="5305" h="6706" extrusionOk="0">
                  <a:moveTo>
                    <a:pt x="2636" y="1"/>
                  </a:moveTo>
                  <a:cubicBezTo>
                    <a:pt x="2069" y="1735"/>
                    <a:pt x="0" y="6706"/>
                    <a:pt x="2636" y="6706"/>
                  </a:cubicBezTo>
                  <a:cubicBezTo>
                    <a:pt x="5304" y="6706"/>
                    <a:pt x="3370" y="1836"/>
                    <a:pt x="2636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1" name="Google Shape;3531;p17"/>
            <p:cNvSpPr/>
            <p:nvPr/>
          </p:nvSpPr>
          <p:spPr>
            <a:xfrm>
              <a:off x="3743775" y="4382175"/>
              <a:ext cx="132625" cy="167625"/>
            </a:xfrm>
            <a:custGeom>
              <a:avLst/>
              <a:gdLst/>
              <a:ahLst/>
              <a:cxnLst/>
              <a:rect l="l" t="t" r="r" b="b"/>
              <a:pathLst>
                <a:path w="5305" h="6705" extrusionOk="0">
                  <a:moveTo>
                    <a:pt x="2669" y="0"/>
                  </a:moveTo>
                  <a:cubicBezTo>
                    <a:pt x="2068" y="1735"/>
                    <a:pt x="0" y="6705"/>
                    <a:pt x="2669" y="6705"/>
                  </a:cubicBezTo>
                  <a:cubicBezTo>
                    <a:pt x="5304" y="6705"/>
                    <a:pt x="3369" y="1868"/>
                    <a:pt x="26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2" name="Google Shape;3532;p17"/>
            <p:cNvSpPr/>
            <p:nvPr/>
          </p:nvSpPr>
          <p:spPr>
            <a:xfrm>
              <a:off x="2397800" y="3664150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668"/>
                    <a:pt x="1" y="6505"/>
                    <a:pt x="2569" y="6505"/>
                  </a:cubicBezTo>
                  <a:cubicBezTo>
                    <a:pt x="5138" y="6505"/>
                    <a:pt x="3270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3" name="Google Shape;3533;p17"/>
            <p:cNvSpPr/>
            <p:nvPr/>
          </p:nvSpPr>
          <p:spPr>
            <a:xfrm>
              <a:off x="3353500" y="3815925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4" name="Google Shape;3534;p17"/>
            <p:cNvSpPr/>
            <p:nvPr/>
          </p:nvSpPr>
          <p:spPr>
            <a:xfrm>
              <a:off x="172875" y="2609225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1" y="6539"/>
                    <a:pt x="2569" y="6539"/>
                  </a:cubicBezTo>
                  <a:cubicBezTo>
                    <a:pt x="5138" y="6539"/>
                    <a:pt x="3270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5" name="Google Shape;3535;p17"/>
            <p:cNvSpPr/>
            <p:nvPr/>
          </p:nvSpPr>
          <p:spPr>
            <a:xfrm>
              <a:off x="4002275" y="3579925"/>
              <a:ext cx="131800" cy="167650"/>
            </a:xfrm>
            <a:custGeom>
              <a:avLst/>
              <a:gdLst/>
              <a:ahLst/>
              <a:cxnLst/>
              <a:rect l="l" t="t" r="r" b="b"/>
              <a:pathLst>
                <a:path w="5272" h="6706" extrusionOk="0">
                  <a:moveTo>
                    <a:pt x="2636" y="0"/>
                  </a:moveTo>
                  <a:cubicBezTo>
                    <a:pt x="2036" y="1735"/>
                    <a:pt x="1" y="6705"/>
                    <a:pt x="2636" y="6705"/>
                  </a:cubicBezTo>
                  <a:cubicBezTo>
                    <a:pt x="5271" y="6705"/>
                    <a:pt x="3337" y="1868"/>
                    <a:pt x="2636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6" name="Google Shape;3536;p17"/>
            <p:cNvSpPr/>
            <p:nvPr/>
          </p:nvSpPr>
          <p:spPr>
            <a:xfrm>
              <a:off x="4183050" y="3154825"/>
              <a:ext cx="132600" cy="167650"/>
            </a:xfrm>
            <a:custGeom>
              <a:avLst/>
              <a:gdLst/>
              <a:ahLst/>
              <a:cxnLst/>
              <a:rect l="l" t="t" r="r" b="b"/>
              <a:pathLst>
                <a:path w="5304" h="6706" extrusionOk="0">
                  <a:moveTo>
                    <a:pt x="2669" y="1"/>
                  </a:moveTo>
                  <a:cubicBezTo>
                    <a:pt x="2068" y="1735"/>
                    <a:pt x="0" y="6705"/>
                    <a:pt x="2669" y="6705"/>
                  </a:cubicBezTo>
                  <a:cubicBezTo>
                    <a:pt x="5304" y="6705"/>
                    <a:pt x="3369" y="1835"/>
                    <a:pt x="26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7" name="Google Shape;3537;p17"/>
            <p:cNvSpPr/>
            <p:nvPr/>
          </p:nvSpPr>
          <p:spPr>
            <a:xfrm>
              <a:off x="2025875" y="244327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1969" y="1668"/>
                    <a:pt x="1" y="6505"/>
                    <a:pt x="2569" y="6505"/>
                  </a:cubicBezTo>
                  <a:cubicBezTo>
                    <a:pt x="5138" y="6505"/>
                    <a:pt x="3236" y="1769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189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8" name="Google Shape;3538;p17"/>
            <p:cNvSpPr/>
            <p:nvPr/>
          </p:nvSpPr>
          <p:spPr>
            <a:xfrm>
              <a:off x="3576975" y="2491650"/>
              <a:ext cx="131800" cy="167650"/>
            </a:xfrm>
            <a:custGeom>
              <a:avLst/>
              <a:gdLst/>
              <a:ahLst/>
              <a:cxnLst/>
              <a:rect l="l" t="t" r="r" b="b"/>
              <a:pathLst>
                <a:path w="5272" h="6706" extrusionOk="0">
                  <a:moveTo>
                    <a:pt x="2636" y="0"/>
                  </a:moveTo>
                  <a:cubicBezTo>
                    <a:pt x="2036" y="1735"/>
                    <a:pt x="1" y="6705"/>
                    <a:pt x="2636" y="6705"/>
                  </a:cubicBezTo>
                  <a:cubicBezTo>
                    <a:pt x="5271" y="6705"/>
                    <a:pt x="3337" y="1835"/>
                    <a:pt x="2636" y="0"/>
                  </a:cubicBezTo>
                  <a:close/>
                </a:path>
              </a:pathLst>
            </a:custGeom>
            <a:solidFill>
              <a:srgbClr val="191919">
                <a:alpha val="189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9" name="Google Shape;3539;p17"/>
            <p:cNvSpPr/>
            <p:nvPr/>
          </p:nvSpPr>
          <p:spPr>
            <a:xfrm>
              <a:off x="2707200" y="3845950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0"/>
                  </a:moveTo>
                  <a:cubicBezTo>
                    <a:pt x="2002" y="1702"/>
                    <a:pt x="0" y="6505"/>
                    <a:pt x="2569" y="6505"/>
                  </a:cubicBezTo>
                  <a:cubicBezTo>
                    <a:pt x="5137" y="6505"/>
                    <a:pt x="3269" y="1802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189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0" name="Google Shape;3540;p17"/>
            <p:cNvSpPr/>
            <p:nvPr/>
          </p:nvSpPr>
          <p:spPr>
            <a:xfrm>
              <a:off x="482275" y="2791850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669"/>
                    <a:pt x="0" y="6506"/>
                    <a:pt x="2569" y="6506"/>
                  </a:cubicBezTo>
                  <a:cubicBezTo>
                    <a:pt x="5137" y="6506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1" name="Google Shape;3541;p17"/>
            <p:cNvSpPr/>
            <p:nvPr/>
          </p:nvSpPr>
          <p:spPr>
            <a:xfrm>
              <a:off x="6138100" y="2260650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0"/>
                  </a:moveTo>
                  <a:cubicBezTo>
                    <a:pt x="2001" y="1702"/>
                    <a:pt x="0" y="6505"/>
                    <a:pt x="2569" y="6505"/>
                  </a:cubicBezTo>
                  <a:cubicBezTo>
                    <a:pt x="5137" y="6505"/>
                    <a:pt x="3236" y="1802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2" name="Google Shape;3542;p17"/>
            <p:cNvSpPr/>
            <p:nvPr/>
          </p:nvSpPr>
          <p:spPr>
            <a:xfrm>
              <a:off x="8470575" y="262507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0"/>
                  </a:moveTo>
                  <a:cubicBezTo>
                    <a:pt x="1969" y="1668"/>
                    <a:pt x="1" y="6505"/>
                    <a:pt x="2569" y="6505"/>
                  </a:cubicBezTo>
                  <a:cubicBezTo>
                    <a:pt x="5138" y="6505"/>
                    <a:pt x="3237" y="1802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3" name="Google Shape;3543;p17"/>
            <p:cNvSpPr/>
            <p:nvPr/>
          </p:nvSpPr>
          <p:spPr>
            <a:xfrm>
              <a:off x="5802850" y="3815925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36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4" name="Google Shape;3544;p17"/>
            <p:cNvSpPr/>
            <p:nvPr/>
          </p:nvSpPr>
          <p:spPr>
            <a:xfrm>
              <a:off x="4959750" y="2105525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5" name="Google Shape;3545;p17"/>
            <p:cNvSpPr/>
            <p:nvPr/>
          </p:nvSpPr>
          <p:spPr>
            <a:xfrm>
              <a:off x="4561975" y="3628300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2001" y="1701"/>
                    <a:pt x="0" y="6505"/>
                    <a:pt x="2569" y="6505"/>
                  </a:cubicBezTo>
                  <a:cubicBezTo>
                    <a:pt x="5137" y="6505"/>
                    <a:pt x="3269" y="1801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6" name="Google Shape;3546;p17"/>
            <p:cNvSpPr/>
            <p:nvPr/>
          </p:nvSpPr>
          <p:spPr>
            <a:xfrm>
              <a:off x="6873625" y="2416600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1968" y="1668"/>
                    <a:pt x="0" y="6505"/>
                    <a:pt x="2569" y="6505"/>
                  </a:cubicBezTo>
                  <a:cubicBezTo>
                    <a:pt x="5137" y="6505"/>
                    <a:pt x="3236" y="1801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7" name="Google Shape;3547;p17"/>
            <p:cNvSpPr/>
            <p:nvPr/>
          </p:nvSpPr>
          <p:spPr>
            <a:xfrm>
              <a:off x="5661925" y="2334875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0"/>
                  </a:moveTo>
                  <a:cubicBezTo>
                    <a:pt x="2002" y="1701"/>
                    <a:pt x="0" y="6538"/>
                    <a:pt x="2569" y="6538"/>
                  </a:cubicBezTo>
                  <a:cubicBezTo>
                    <a:pt x="5137" y="6538"/>
                    <a:pt x="3269" y="1801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8" name="Google Shape;3548;p17"/>
            <p:cNvSpPr/>
            <p:nvPr/>
          </p:nvSpPr>
          <p:spPr>
            <a:xfrm>
              <a:off x="7689200" y="2309025"/>
              <a:ext cx="131775" cy="167625"/>
            </a:xfrm>
            <a:custGeom>
              <a:avLst/>
              <a:gdLst/>
              <a:ahLst/>
              <a:cxnLst/>
              <a:rect l="l" t="t" r="r" b="b"/>
              <a:pathLst>
                <a:path w="5271" h="6705" extrusionOk="0">
                  <a:moveTo>
                    <a:pt x="2636" y="0"/>
                  </a:moveTo>
                  <a:cubicBezTo>
                    <a:pt x="2035" y="1735"/>
                    <a:pt x="0" y="6705"/>
                    <a:pt x="2636" y="6705"/>
                  </a:cubicBezTo>
                  <a:cubicBezTo>
                    <a:pt x="5271" y="6705"/>
                    <a:pt x="3336" y="1868"/>
                    <a:pt x="2636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9" name="Google Shape;3549;p17"/>
            <p:cNvSpPr/>
            <p:nvPr/>
          </p:nvSpPr>
          <p:spPr>
            <a:xfrm>
              <a:off x="6653450" y="3080400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702"/>
                    <a:pt x="1" y="6505"/>
                    <a:pt x="2569" y="6505"/>
                  </a:cubicBezTo>
                  <a:cubicBezTo>
                    <a:pt x="5138" y="6505"/>
                    <a:pt x="3270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0" name="Google Shape;3550;p17"/>
            <p:cNvSpPr/>
            <p:nvPr/>
          </p:nvSpPr>
          <p:spPr>
            <a:xfrm>
              <a:off x="6276525" y="3842625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2002" y="1668"/>
                    <a:pt x="0" y="6505"/>
                    <a:pt x="2569" y="6505"/>
                  </a:cubicBezTo>
                  <a:cubicBezTo>
                    <a:pt x="5137" y="6505"/>
                    <a:pt x="3269" y="1768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1" name="Google Shape;3551;p17"/>
            <p:cNvSpPr/>
            <p:nvPr/>
          </p:nvSpPr>
          <p:spPr>
            <a:xfrm>
              <a:off x="7586625" y="3225500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702"/>
                    <a:pt x="0" y="6505"/>
                    <a:pt x="2569" y="6505"/>
                  </a:cubicBezTo>
                  <a:cubicBezTo>
                    <a:pt x="5137" y="6505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2" name="Google Shape;3552;p17"/>
            <p:cNvSpPr/>
            <p:nvPr/>
          </p:nvSpPr>
          <p:spPr>
            <a:xfrm>
              <a:off x="4851025" y="3194850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702"/>
                    <a:pt x="0" y="6505"/>
                    <a:pt x="2569" y="6505"/>
                  </a:cubicBezTo>
                  <a:cubicBezTo>
                    <a:pt x="5137" y="6505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3" name="Google Shape;3553;p17"/>
            <p:cNvSpPr/>
            <p:nvPr/>
          </p:nvSpPr>
          <p:spPr>
            <a:xfrm>
              <a:off x="4892200" y="4246225"/>
              <a:ext cx="132625" cy="167650"/>
            </a:xfrm>
            <a:custGeom>
              <a:avLst/>
              <a:gdLst/>
              <a:ahLst/>
              <a:cxnLst/>
              <a:rect l="l" t="t" r="r" b="b"/>
              <a:pathLst>
                <a:path w="5305" h="6706" extrusionOk="0">
                  <a:moveTo>
                    <a:pt x="2636" y="1"/>
                  </a:moveTo>
                  <a:cubicBezTo>
                    <a:pt x="2069" y="1735"/>
                    <a:pt x="0" y="6706"/>
                    <a:pt x="2636" y="6706"/>
                  </a:cubicBezTo>
                  <a:cubicBezTo>
                    <a:pt x="5304" y="6706"/>
                    <a:pt x="3370" y="1836"/>
                    <a:pt x="2636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4" name="Google Shape;3554;p17"/>
            <p:cNvSpPr/>
            <p:nvPr/>
          </p:nvSpPr>
          <p:spPr>
            <a:xfrm>
              <a:off x="8165375" y="4382175"/>
              <a:ext cx="132625" cy="167625"/>
            </a:xfrm>
            <a:custGeom>
              <a:avLst/>
              <a:gdLst/>
              <a:ahLst/>
              <a:cxnLst/>
              <a:rect l="l" t="t" r="r" b="b"/>
              <a:pathLst>
                <a:path w="5305" h="6705" extrusionOk="0">
                  <a:moveTo>
                    <a:pt x="2669" y="0"/>
                  </a:moveTo>
                  <a:cubicBezTo>
                    <a:pt x="2068" y="1735"/>
                    <a:pt x="0" y="6705"/>
                    <a:pt x="2669" y="6705"/>
                  </a:cubicBezTo>
                  <a:cubicBezTo>
                    <a:pt x="5304" y="6705"/>
                    <a:pt x="3369" y="1868"/>
                    <a:pt x="26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5" name="Google Shape;3555;p17"/>
            <p:cNvSpPr/>
            <p:nvPr/>
          </p:nvSpPr>
          <p:spPr>
            <a:xfrm>
              <a:off x="6819400" y="3664150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668"/>
                    <a:pt x="1" y="6505"/>
                    <a:pt x="2569" y="6505"/>
                  </a:cubicBezTo>
                  <a:cubicBezTo>
                    <a:pt x="5138" y="6505"/>
                    <a:pt x="3270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6" name="Google Shape;3556;p17"/>
            <p:cNvSpPr/>
            <p:nvPr/>
          </p:nvSpPr>
          <p:spPr>
            <a:xfrm>
              <a:off x="7775100" y="3815925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7" name="Google Shape;3557;p17"/>
            <p:cNvSpPr/>
            <p:nvPr/>
          </p:nvSpPr>
          <p:spPr>
            <a:xfrm>
              <a:off x="4594475" y="2609225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1" y="6539"/>
                    <a:pt x="2569" y="6539"/>
                  </a:cubicBezTo>
                  <a:cubicBezTo>
                    <a:pt x="5138" y="6539"/>
                    <a:pt x="3270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8" name="Google Shape;3558;p17"/>
            <p:cNvSpPr/>
            <p:nvPr/>
          </p:nvSpPr>
          <p:spPr>
            <a:xfrm>
              <a:off x="8423875" y="3579925"/>
              <a:ext cx="131800" cy="167650"/>
            </a:xfrm>
            <a:custGeom>
              <a:avLst/>
              <a:gdLst/>
              <a:ahLst/>
              <a:cxnLst/>
              <a:rect l="l" t="t" r="r" b="b"/>
              <a:pathLst>
                <a:path w="5272" h="6706" extrusionOk="0">
                  <a:moveTo>
                    <a:pt x="2636" y="0"/>
                  </a:moveTo>
                  <a:cubicBezTo>
                    <a:pt x="2036" y="1735"/>
                    <a:pt x="1" y="6705"/>
                    <a:pt x="2636" y="6705"/>
                  </a:cubicBezTo>
                  <a:cubicBezTo>
                    <a:pt x="5271" y="6705"/>
                    <a:pt x="3337" y="1868"/>
                    <a:pt x="2636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9" name="Google Shape;3559;p17"/>
            <p:cNvSpPr/>
            <p:nvPr/>
          </p:nvSpPr>
          <p:spPr>
            <a:xfrm>
              <a:off x="4903875" y="2791850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669"/>
                    <a:pt x="0" y="6506"/>
                    <a:pt x="2569" y="6506"/>
                  </a:cubicBezTo>
                  <a:cubicBezTo>
                    <a:pt x="5137" y="6506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0" name="Google Shape;3560;p17"/>
            <p:cNvSpPr/>
            <p:nvPr/>
          </p:nvSpPr>
          <p:spPr>
            <a:xfrm>
              <a:off x="6260050" y="3282525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36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1" name="Google Shape;3561;p17"/>
            <p:cNvSpPr/>
            <p:nvPr/>
          </p:nvSpPr>
          <p:spPr>
            <a:xfrm flipH="1">
              <a:off x="1608100" y="2871088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702"/>
                    <a:pt x="0" y="6505"/>
                    <a:pt x="2569" y="6505"/>
                  </a:cubicBezTo>
                  <a:cubicBezTo>
                    <a:pt x="5137" y="6505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2" name="Google Shape;3562;p17"/>
            <p:cNvSpPr/>
            <p:nvPr/>
          </p:nvSpPr>
          <p:spPr>
            <a:xfrm flipH="1">
              <a:off x="1419625" y="3461513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3" name="Google Shape;3563;p17"/>
            <p:cNvSpPr/>
            <p:nvPr/>
          </p:nvSpPr>
          <p:spPr>
            <a:xfrm>
              <a:off x="7841700" y="2861075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36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4" name="Google Shape;3564;p17"/>
            <p:cNvSpPr/>
            <p:nvPr/>
          </p:nvSpPr>
          <p:spPr>
            <a:xfrm>
              <a:off x="8315375" y="2887775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2002" y="1668"/>
                    <a:pt x="0" y="6505"/>
                    <a:pt x="2569" y="6505"/>
                  </a:cubicBezTo>
                  <a:cubicBezTo>
                    <a:pt x="5137" y="6505"/>
                    <a:pt x="3269" y="1768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5" name="Google Shape;3565;p17"/>
            <p:cNvSpPr/>
            <p:nvPr/>
          </p:nvSpPr>
          <p:spPr>
            <a:xfrm>
              <a:off x="3426038" y="2817700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36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6" name="Google Shape;3566;p17"/>
            <p:cNvSpPr/>
            <p:nvPr/>
          </p:nvSpPr>
          <p:spPr>
            <a:xfrm>
              <a:off x="3899713" y="2844400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2002" y="1668"/>
                    <a:pt x="0" y="6505"/>
                    <a:pt x="2569" y="6505"/>
                  </a:cubicBezTo>
                  <a:cubicBezTo>
                    <a:pt x="5137" y="6505"/>
                    <a:pt x="3269" y="1768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567" name="Google Shape;3567;p17"/>
            <p:cNvGrpSpPr/>
            <p:nvPr/>
          </p:nvGrpSpPr>
          <p:grpSpPr>
            <a:xfrm>
              <a:off x="359500" y="182650"/>
              <a:ext cx="8548925" cy="3978550"/>
              <a:chOff x="359500" y="182650"/>
              <a:chExt cx="8548925" cy="3978550"/>
            </a:xfrm>
          </p:grpSpPr>
          <p:sp>
            <p:nvSpPr>
              <p:cNvPr id="3568" name="Google Shape;3568;p17"/>
              <p:cNvSpPr/>
              <p:nvPr/>
            </p:nvSpPr>
            <p:spPr>
              <a:xfrm>
                <a:off x="1935625" y="337750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1969" y="1668"/>
                      <a:pt x="1" y="6505"/>
                      <a:pt x="2569" y="6505"/>
                    </a:cubicBezTo>
                    <a:cubicBezTo>
                      <a:pt x="5138" y="6505"/>
                      <a:pt x="3236" y="1769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69" name="Google Shape;3569;p17"/>
              <p:cNvSpPr/>
              <p:nvPr/>
            </p:nvSpPr>
            <p:spPr>
              <a:xfrm>
                <a:off x="4268125" y="701350"/>
                <a:ext cx="128450" cy="16262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5" extrusionOk="0">
                    <a:moveTo>
                      <a:pt x="2569" y="0"/>
                    </a:moveTo>
                    <a:cubicBezTo>
                      <a:pt x="1969" y="1702"/>
                      <a:pt x="0" y="6505"/>
                      <a:pt x="2569" y="6505"/>
                    </a:cubicBezTo>
                    <a:cubicBezTo>
                      <a:pt x="5137" y="6505"/>
                      <a:pt x="3236" y="1802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70" name="Google Shape;3570;p17"/>
              <p:cNvSpPr/>
              <p:nvPr/>
            </p:nvSpPr>
            <p:spPr>
              <a:xfrm>
                <a:off x="1600375" y="1893025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1969" y="1669"/>
                      <a:pt x="1" y="6505"/>
                      <a:pt x="2569" y="6505"/>
                    </a:cubicBezTo>
                    <a:cubicBezTo>
                      <a:pt x="5138" y="6505"/>
                      <a:pt x="3237" y="1802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71" name="Google Shape;3571;p17"/>
              <p:cNvSpPr/>
              <p:nvPr/>
            </p:nvSpPr>
            <p:spPr>
              <a:xfrm>
                <a:off x="757275" y="182650"/>
                <a:ext cx="128450" cy="16262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5" extrusionOk="0">
                    <a:moveTo>
                      <a:pt x="2569" y="0"/>
                    </a:moveTo>
                    <a:cubicBezTo>
                      <a:pt x="2002" y="1668"/>
                      <a:pt x="1" y="6505"/>
                      <a:pt x="2569" y="6505"/>
                    </a:cubicBezTo>
                    <a:cubicBezTo>
                      <a:pt x="5138" y="6505"/>
                      <a:pt x="3270" y="1801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72" name="Google Shape;3572;p17"/>
              <p:cNvSpPr/>
              <p:nvPr/>
            </p:nvSpPr>
            <p:spPr>
              <a:xfrm>
                <a:off x="359500" y="1704575"/>
                <a:ext cx="128450" cy="16347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39" extrusionOk="0">
                    <a:moveTo>
                      <a:pt x="2569" y="0"/>
                    </a:moveTo>
                    <a:cubicBezTo>
                      <a:pt x="2002" y="1701"/>
                      <a:pt x="1" y="6538"/>
                      <a:pt x="2569" y="6538"/>
                    </a:cubicBezTo>
                    <a:cubicBezTo>
                      <a:pt x="5138" y="6538"/>
                      <a:pt x="3270" y="1801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73" name="Google Shape;3573;p17"/>
              <p:cNvSpPr/>
              <p:nvPr/>
            </p:nvSpPr>
            <p:spPr>
              <a:xfrm>
                <a:off x="2670325" y="492875"/>
                <a:ext cx="128450" cy="16262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5" extrusionOk="0">
                    <a:moveTo>
                      <a:pt x="2569" y="0"/>
                    </a:moveTo>
                    <a:cubicBezTo>
                      <a:pt x="2002" y="1701"/>
                      <a:pt x="0" y="6505"/>
                      <a:pt x="2569" y="6505"/>
                    </a:cubicBezTo>
                    <a:cubicBezTo>
                      <a:pt x="5137" y="6505"/>
                      <a:pt x="3269" y="1801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74" name="Google Shape;3574;p17"/>
              <p:cNvSpPr/>
              <p:nvPr/>
            </p:nvSpPr>
            <p:spPr>
              <a:xfrm>
                <a:off x="1459450" y="411975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0"/>
                    </a:moveTo>
                    <a:cubicBezTo>
                      <a:pt x="2002" y="1668"/>
                      <a:pt x="1" y="6505"/>
                      <a:pt x="2569" y="6505"/>
                    </a:cubicBezTo>
                    <a:cubicBezTo>
                      <a:pt x="5138" y="6505"/>
                      <a:pt x="3270" y="1802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75" name="Google Shape;3575;p17"/>
              <p:cNvSpPr/>
              <p:nvPr/>
            </p:nvSpPr>
            <p:spPr>
              <a:xfrm>
                <a:off x="3486725" y="386125"/>
                <a:ext cx="131800" cy="167650"/>
              </a:xfrm>
              <a:custGeom>
                <a:avLst/>
                <a:gdLst/>
                <a:ahLst/>
                <a:cxnLst/>
                <a:rect l="l" t="t" r="r" b="b"/>
                <a:pathLst>
                  <a:path w="5272" h="6706" extrusionOk="0">
                    <a:moveTo>
                      <a:pt x="2636" y="0"/>
                    </a:moveTo>
                    <a:cubicBezTo>
                      <a:pt x="2036" y="1735"/>
                      <a:pt x="1" y="6705"/>
                      <a:pt x="2636" y="6705"/>
                    </a:cubicBezTo>
                    <a:cubicBezTo>
                      <a:pt x="5271" y="6705"/>
                      <a:pt x="3337" y="1835"/>
                      <a:pt x="2636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76" name="Google Shape;3576;p17"/>
              <p:cNvSpPr/>
              <p:nvPr/>
            </p:nvSpPr>
            <p:spPr>
              <a:xfrm>
                <a:off x="4826025" y="469525"/>
                <a:ext cx="132625" cy="167625"/>
              </a:xfrm>
              <a:custGeom>
                <a:avLst/>
                <a:gdLst/>
                <a:ahLst/>
                <a:cxnLst/>
                <a:rect l="l" t="t" r="r" b="b"/>
                <a:pathLst>
                  <a:path w="5305" h="6705" extrusionOk="0">
                    <a:moveTo>
                      <a:pt x="2669" y="0"/>
                    </a:moveTo>
                    <a:cubicBezTo>
                      <a:pt x="2069" y="1735"/>
                      <a:pt x="0" y="6705"/>
                      <a:pt x="2669" y="6705"/>
                    </a:cubicBezTo>
                    <a:cubicBezTo>
                      <a:pt x="5304" y="6705"/>
                      <a:pt x="3370" y="1868"/>
                      <a:pt x="26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77" name="Google Shape;3577;p17"/>
              <p:cNvSpPr/>
              <p:nvPr/>
            </p:nvSpPr>
            <p:spPr>
              <a:xfrm>
                <a:off x="2451000" y="1156675"/>
                <a:ext cx="128450" cy="16347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39" extrusionOk="0">
                    <a:moveTo>
                      <a:pt x="2569" y="0"/>
                    </a:moveTo>
                    <a:cubicBezTo>
                      <a:pt x="2002" y="1702"/>
                      <a:pt x="0" y="6538"/>
                      <a:pt x="2569" y="6538"/>
                    </a:cubicBezTo>
                    <a:cubicBezTo>
                      <a:pt x="5137" y="6538"/>
                      <a:pt x="3269" y="1802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78" name="Google Shape;3578;p17"/>
              <p:cNvSpPr/>
              <p:nvPr/>
            </p:nvSpPr>
            <p:spPr>
              <a:xfrm>
                <a:off x="3384150" y="1302600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2002" y="1669"/>
                      <a:pt x="1" y="6506"/>
                      <a:pt x="2569" y="6506"/>
                    </a:cubicBezTo>
                    <a:cubicBezTo>
                      <a:pt x="5138" y="6506"/>
                      <a:pt x="3270" y="1769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79" name="Google Shape;3579;p17"/>
              <p:cNvSpPr/>
              <p:nvPr/>
            </p:nvSpPr>
            <p:spPr>
              <a:xfrm>
                <a:off x="724750" y="1423525"/>
                <a:ext cx="128450" cy="16347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39" extrusionOk="0">
                    <a:moveTo>
                      <a:pt x="2569" y="1"/>
                    </a:moveTo>
                    <a:cubicBezTo>
                      <a:pt x="2002" y="1702"/>
                      <a:pt x="1" y="6539"/>
                      <a:pt x="2569" y="6539"/>
                    </a:cubicBezTo>
                    <a:cubicBezTo>
                      <a:pt x="5138" y="6539"/>
                      <a:pt x="3270" y="1802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80" name="Google Shape;3580;p17"/>
              <p:cNvSpPr/>
              <p:nvPr/>
            </p:nvSpPr>
            <p:spPr>
              <a:xfrm>
                <a:off x="4220600" y="1657025"/>
                <a:ext cx="132600" cy="167650"/>
              </a:xfrm>
              <a:custGeom>
                <a:avLst/>
                <a:gdLst/>
                <a:ahLst/>
                <a:cxnLst/>
                <a:rect l="l" t="t" r="r" b="b"/>
                <a:pathLst>
                  <a:path w="5304" h="6706" extrusionOk="0">
                    <a:moveTo>
                      <a:pt x="2669" y="1"/>
                    </a:moveTo>
                    <a:cubicBezTo>
                      <a:pt x="2068" y="1735"/>
                      <a:pt x="0" y="6706"/>
                      <a:pt x="2669" y="6706"/>
                    </a:cubicBezTo>
                    <a:cubicBezTo>
                      <a:pt x="5304" y="6706"/>
                      <a:pt x="3369" y="1835"/>
                      <a:pt x="26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81" name="Google Shape;3581;p17"/>
              <p:cNvSpPr/>
              <p:nvPr/>
            </p:nvSpPr>
            <p:spPr>
              <a:xfrm>
                <a:off x="4859375" y="1383500"/>
                <a:ext cx="132625" cy="167650"/>
              </a:xfrm>
              <a:custGeom>
                <a:avLst/>
                <a:gdLst/>
                <a:ahLst/>
                <a:cxnLst/>
                <a:rect l="l" t="t" r="r" b="b"/>
                <a:pathLst>
                  <a:path w="5305" h="6706" extrusionOk="0">
                    <a:moveTo>
                      <a:pt x="2669" y="1"/>
                    </a:moveTo>
                    <a:cubicBezTo>
                      <a:pt x="2069" y="1735"/>
                      <a:pt x="1" y="6705"/>
                      <a:pt x="2669" y="6705"/>
                    </a:cubicBezTo>
                    <a:cubicBezTo>
                      <a:pt x="5305" y="6705"/>
                      <a:pt x="3370" y="1869"/>
                      <a:pt x="26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82" name="Google Shape;3582;p17"/>
              <p:cNvSpPr/>
              <p:nvPr/>
            </p:nvSpPr>
            <p:spPr>
              <a:xfrm>
                <a:off x="6357225" y="337750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1969" y="1668"/>
                      <a:pt x="1" y="6505"/>
                      <a:pt x="2569" y="6505"/>
                    </a:cubicBezTo>
                    <a:cubicBezTo>
                      <a:pt x="5138" y="6505"/>
                      <a:pt x="3236" y="1769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83" name="Google Shape;3583;p17"/>
              <p:cNvSpPr/>
              <p:nvPr/>
            </p:nvSpPr>
            <p:spPr>
              <a:xfrm>
                <a:off x="8689725" y="701350"/>
                <a:ext cx="128450" cy="16262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5" extrusionOk="0">
                    <a:moveTo>
                      <a:pt x="2569" y="0"/>
                    </a:moveTo>
                    <a:cubicBezTo>
                      <a:pt x="1969" y="1702"/>
                      <a:pt x="0" y="6505"/>
                      <a:pt x="2569" y="6505"/>
                    </a:cubicBezTo>
                    <a:cubicBezTo>
                      <a:pt x="5137" y="6505"/>
                      <a:pt x="3236" y="1802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84" name="Google Shape;3584;p17"/>
              <p:cNvSpPr/>
              <p:nvPr/>
            </p:nvSpPr>
            <p:spPr>
              <a:xfrm>
                <a:off x="6021975" y="1893025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1969" y="1669"/>
                      <a:pt x="1" y="6505"/>
                      <a:pt x="2569" y="6505"/>
                    </a:cubicBezTo>
                    <a:cubicBezTo>
                      <a:pt x="5138" y="6505"/>
                      <a:pt x="3237" y="1802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85" name="Google Shape;3585;p17"/>
              <p:cNvSpPr/>
              <p:nvPr/>
            </p:nvSpPr>
            <p:spPr>
              <a:xfrm>
                <a:off x="5178875" y="182650"/>
                <a:ext cx="128450" cy="16262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5" extrusionOk="0">
                    <a:moveTo>
                      <a:pt x="2569" y="0"/>
                    </a:moveTo>
                    <a:cubicBezTo>
                      <a:pt x="2002" y="1668"/>
                      <a:pt x="1" y="6505"/>
                      <a:pt x="2569" y="6505"/>
                    </a:cubicBezTo>
                    <a:cubicBezTo>
                      <a:pt x="5138" y="6505"/>
                      <a:pt x="3270" y="1801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86" name="Google Shape;3586;p17"/>
              <p:cNvSpPr/>
              <p:nvPr/>
            </p:nvSpPr>
            <p:spPr>
              <a:xfrm>
                <a:off x="4781100" y="1704575"/>
                <a:ext cx="128450" cy="16347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39" extrusionOk="0">
                    <a:moveTo>
                      <a:pt x="2569" y="0"/>
                    </a:moveTo>
                    <a:cubicBezTo>
                      <a:pt x="2002" y="1701"/>
                      <a:pt x="1" y="6538"/>
                      <a:pt x="2569" y="6538"/>
                    </a:cubicBezTo>
                    <a:cubicBezTo>
                      <a:pt x="5138" y="6538"/>
                      <a:pt x="3270" y="1801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87" name="Google Shape;3587;p17"/>
              <p:cNvSpPr/>
              <p:nvPr/>
            </p:nvSpPr>
            <p:spPr>
              <a:xfrm>
                <a:off x="7091925" y="492875"/>
                <a:ext cx="128450" cy="16262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5" extrusionOk="0">
                    <a:moveTo>
                      <a:pt x="2569" y="0"/>
                    </a:moveTo>
                    <a:cubicBezTo>
                      <a:pt x="2002" y="1701"/>
                      <a:pt x="0" y="6505"/>
                      <a:pt x="2569" y="6505"/>
                    </a:cubicBezTo>
                    <a:cubicBezTo>
                      <a:pt x="5137" y="6505"/>
                      <a:pt x="3269" y="1801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88" name="Google Shape;3588;p17"/>
              <p:cNvSpPr/>
              <p:nvPr/>
            </p:nvSpPr>
            <p:spPr>
              <a:xfrm>
                <a:off x="5881050" y="411975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0"/>
                    </a:moveTo>
                    <a:cubicBezTo>
                      <a:pt x="2002" y="1668"/>
                      <a:pt x="1" y="6505"/>
                      <a:pt x="2569" y="6505"/>
                    </a:cubicBezTo>
                    <a:cubicBezTo>
                      <a:pt x="5138" y="6505"/>
                      <a:pt x="3270" y="1802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89" name="Google Shape;3589;p17"/>
              <p:cNvSpPr/>
              <p:nvPr/>
            </p:nvSpPr>
            <p:spPr>
              <a:xfrm>
                <a:off x="7908325" y="386125"/>
                <a:ext cx="131800" cy="167650"/>
              </a:xfrm>
              <a:custGeom>
                <a:avLst/>
                <a:gdLst/>
                <a:ahLst/>
                <a:cxnLst/>
                <a:rect l="l" t="t" r="r" b="b"/>
                <a:pathLst>
                  <a:path w="5272" h="6706" extrusionOk="0">
                    <a:moveTo>
                      <a:pt x="2636" y="0"/>
                    </a:moveTo>
                    <a:cubicBezTo>
                      <a:pt x="2036" y="1735"/>
                      <a:pt x="1" y="6705"/>
                      <a:pt x="2636" y="6705"/>
                    </a:cubicBezTo>
                    <a:cubicBezTo>
                      <a:pt x="5271" y="6705"/>
                      <a:pt x="3337" y="1835"/>
                      <a:pt x="2636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90" name="Google Shape;3590;p17"/>
              <p:cNvSpPr/>
              <p:nvPr/>
            </p:nvSpPr>
            <p:spPr>
              <a:xfrm>
                <a:off x="6872600" y="1156675"/>
                <a:ext cx="128450" cy="16347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39" extrusionOk="0">
                    <a:moveTo>
                      <a:pt x="2569" y="0"/>
                    </a:moveTo>
                    <a:cubicBezTo>
                      <a:pt x="2002" y="1702"/>
                      <a:pt x="0" y="6538"/>
                      <a:pt x="2569" y="6538"/>
                    </a:cubicBezTo>
                    <a:cubicBezTo>
                      <a:pt x="5137" y="6538"/>
                      <a:pt x="3269" y="1802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91" name="Google Shape;3591;p17"/>
              <p:cNvSpPr/>
              <p:nvPr/>
            </p:nvSpPr>
            <p:spPr>
              <a:xfrm>
                <a:off x="7805750" y="1302600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2002" y="1669"/>
                      <a:pt x="1" y="6506"/>
                      <a:pt x="2569" y="6506"/>
                    </a:cubicBezTo>
                    <a:cubicBezTo>
                      <a:pt x="5138" y="6506"/>
                      <a:pt x="3270" y="1769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92" name="Google Shape;3592;p17"/>
              <p:cNvSpPr/>
              <p:nvPr/>
            </p:nvSpPr>
            <p:spPr>
              <a:xfrm>
                <a:off x="5146350" y="1423525"/>
                <a:ext cx="128450" cy="16347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39" extrusionOk="0">
                    <a:moveTo>
                      <a:pt x="2569" y="1"/>
                    </a:moveTo>
                    <a:cubicBezTo>
                      <a:pt x="2002" y="1702"/>
                      <a:pt x="1" y="6539"/>
                      <a:pt x="2569" y="6539"/>
                    </a:cubicBezTo>
                    <a:cubicBezTo>
                      <a:pt x="5138" y="6539"/>
                      <a:pt x="3270" y="1802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93" name="Google Shape;3593;p17"/>
              <p:cNvSpPr/>
              <p:nvPr/>
            </p:nvSpPr>
            <p:spPr>
              <a:xfrm>
                <a:off x="7038550" y="1740425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0"/>
                    </a:moveTo>
                    <a:cubicBezTo>
                      <a:pt x="2002" y="1702"/>
                      <a:pt x="0" y="6505"/>
                      <a:pt x="2569" y="6505"/>
                    </a:cubicBezTo>
                    <a:cubicBezTo>
                      <a:pt x="5137" y="6505"/>
                      <a:pt x="3269" y="1802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94" name="Google Shape;3594;p17"/>
              <p:cNvSpPr/>
              <p:nvPr/>
            </p:nvSpPr>
            <p:spPr>
              <a:xfrm>
                <a:off x="7994225" y="1893025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2002" y="1669"/>
                      <a:pt x="1" y="6505"/>
                      <a:pt x="2569" y="6505"/>
                    </a:cubicBezTo>
                    <a:cubicBezTo>
                      <a:pt x="5138" y="6505"/>
                      <a:pt x="3270" y="1802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95" name="Google Shape;3595;p17"/>
              <p:cNvSpPr/>
              <p:nvPr/>
            </p:nvSpPr>
            <p:spPr>
              <a:xfrm>
                <a:off x="8642200" y="1657025"/>
                <a:ext cx="132600" cy="167650"/>
              </a:xfrm>
              <a:custGeom>
                <a:avLst/>
                <a:gdLst/>
                <a:ahLst/>
                <a:cxnLst/>
                <a:rect l="l" t="t" r="r" b="b"/>
                <a:pathLst>
                  <a:path w="5304" h="6706" extrusionOk="0">
                    <a:moveTo>
                      <a:pt x="2669" y="1"/>
                    </a:moveTo>
                    <a:cubicBezTo>
                      <a:pt x="2068" y="1735"/>
                      <a:pt x="0" y="6706"/>
                      <a:pt x="2669" y="6706"/>
                    </a:cubicBezTo>
                    <a:cubicBezTo>
                      <a:pt x="5304" y="6706"/>
                      <a:pt x="3369" y="1835"/>
                      <a:pt x="26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96" name="Google Shape;3596;p17"/>
              <p:cNvSpPr/>
              <p:nvPr/>
            </p:nvSpPr>
            <p:spPr>
              <a:xfrm>
                <a:off x="5374950" y="966325"/>
                <a:ext cx="128450" cy="16347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39" extrusionOk="0">
                    <a:moveTo>
                      <a:pt x="2569" y="1"/>
                    </a:moveTo>
                    <a:cubicBezTo>
                      <a:pt x="2002" y="1702"/>
                      <a:pt x="1" y="6539"/>
                      <a:pt x="2569" y="6539"/>
                    </a:cubicBezTo>
                    <a:cubicBezTo>
                      <a:pt x="5138" y="6539"/>
                      <a:pt x="3270" y="1802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97" name="Google Shape;3597;p17"/>
              <p:cNvSpPr/>
              <p:nvPr/>
            </p:nvSpPr>
            <p:spPr>
              <a:xfrm>
                <a:off x="5679750" y="1271125"/>
                <a:ext cx="128450" cy="16347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39" extrusionOk="0">
                    <a:moveTo>
                      <a:pt x="2569" y="1"/>
                    </a:moveTo>
                    <a:cubicBezTo>
                      <a:pt x="2002" y="1702"/>
                      <a:pt x="1" y="6539"/>
                      <a:pt x="2569" y="6539"/>
                    </a:cubicBezTo>
                    <a:cubicBezTo>
                      <a:pt x="5138" y="6539"/>
                      <a:pt x="3270" y="1802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98" name="Google Shape;3598;p17"/>
              <p:cNvSpPr/>
              <p:nvPr/>
            </p:nvSpPr>
            <p:spPr>
              <a:xfrm flipH="1">
                <a:off x="1208475" y="948188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2002" y="1669"/>
                      <a:pt x="1" y="6506"/>
                      <a:pt x="2569" y="6506"/>
                    </a:cubicBezTo>
                    <a:cubicBezTo>
                      <a:pt x="5138" y="6506"/>
                      <a:pt x="3270" y="1769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99" name="Google Shape;3599;p17"/>
              <p:cNvSpPr/>
              <p:nvPr/>
            </p:nvSpPr>
            <p:spPr>
              <a:xfrm>
                <a:off x="8060825" y="938175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1969" y="1669"/>
                      <a:pt x="1" y="6505"/>
                      <a:pt x="2569" y="6505"/>
                    </a:cubicBezTo>
                    <a:cubicBezTo>
                      <a:pt x="5138" y="6505"/>
                      <a:pt x="3237" y="1802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00" name="Google Shape;3600;p17"/>
              <p:cNvSpPr/>
              <p:nvPr/>
            </p:nvSpPr>
            <p:spPr>
              <a:xfrm>
                <a:off x="3645163" y="894800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1969" y="1669"/>
                      <a:pt x="1" y="6505"/>
                      <a:pt x="2569" y="6505"/>
                    </a:cubicBezTo>
                    <a:cubicBezTo>
                      <a:pt x="5138" y="6505"/>
                      <a:pt x="3237" y="1802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01" name="Google Shape;3601;p17"/>
              <p:cNvSpPr/>
              <p:nvPr/>
            </p:nvSpPr>
            <p:spPr>
              <a:xfrm>
                <a:off x="4358375" y="2806875"/>
                <a:ext cx="128450" cy="16262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5" extrusionOk="0">
                    <a:moveTo>
                      <a:pt x="2569" y="0"/>
                    </a:moveTo>
                    <a:cubicBezTo>
                      <a:pt x="1969" y="1702"/>
                      <a:pt x="0" y="6505"/>
                      <a:pt x="2569" y="6505"/>
                    </a:cubicBezTo>
                    <a:cubicBezTo>
                      <a:pt x="5137" y="6505"/>
                      <a:pt x="3236" y="1802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02" name="Google Shape;3602;p17"/>
              <p:cNvSpPr/>
              <p:nvPr/>
            </p:nvSpPr>
            <p:spPr>
              <a:xfrm>
                <a:off x="1690625" y="3998550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1969" y="1669"/>
                      <a:pt x="1" y="6505"/>
                      <a:pt x="2569" y="6505"/>
                    </a:cubicBezTo>
                    <a:cubicBezTo>
                      <a:pt x="5138" y="6505"/>
                      <a:pt x="3237" y="1802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03" name="Google Shape;3603;p17"/>
              <p:cNvSpPr/>
              <p:nvPr/>
            </p:nvSpPr>
            <p:spPr>
              <a:xfrm>
                <a:off x="847525" y="2288175"/>
                <a:ext cx="128450" cy="16262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5" extrusionOk="0">
                    <a:moveTo>
                      <a:pt x="2569" y="0"/>
                    </a:moveTo>
                    <a:cubicBezTo>
                      <a:pt x="2002" y="1668"/>
                      <a:pt x="1" y="6505"/>
                      <a:pt x="2569" y="6505"/>
                    </a:cubicBezTo>
                    <a:cubicBezTo>
                      <a:pt x="5138" y="6505"/>
                      <a:pt x="3270" y="1801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04" name="Google Shape;3604;p17"/>
              <p:cNvSpPr/>
              <p:nvPr/>
            </p:nvSpPr>
            <p:spPr>
              <a:xfrm>
                <a:off x="449750" y="3810100"/>
                <a:ext cx="128450" cy="16347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39" extrusionOk="0">
                    <a:moveTo>
                      <a:pt x="2569" y="0"/>
                    </a:moveTo>
                    <a:cubicBezTo>
                      <a:pt x="2002" y="1701"/>
                      <a:pt x="1" y="6538"/>
                      <a:pt x="2569" y="6538"/>
                    </a:cubicBezTo>
                    <a:cubicBezTo>
                      <a:pt x="5138" y="6538"/>
                      <a:pt x="3270" y="1801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05" name="Google Shape;3605;p17"/>
              <p:cNvSpPr/>
              <p:nvPr/>
            </p:nvSpPr>
            <p:spPr>
              <a:xfrm>
                <a:off x="2760575" y="2598400"/>
                <a:ext cx="128450" cy="16262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5" extrusionOk="0">
                    <a:moveTo>
                      <a:pt x="2569" y="0"/>
                    </a:moveTo>
                    <a:cubicBezTo>
                      <a:pt x="2002" y="1701"/>
                      <a:pt x="0" y="6505"/>
                      <a:pt x="2569" y="6505"/>
                    </a:cubicBezTo>
                    <a:cubicBezTo>
                      <a:pt x="5137" y="6505"/>
                      <a:pt x="3269" y="1801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06" name="Google Shape;3606;p17"/>
              <p:cNvSpPr/>
              <p:nvPr/>
            </p:nvSpPr>
            <p:spPr>
              <a:xfrm>
                <a:off x="1549700" y="2517500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0"/>
                    </a:moveTo>
                    <a:cubicBezTo>
                      <a:pt x="2002" y="1668"/>
                      <a:pt x="1" y="6505"/>
                      <a:pt x="2569" y="6505"/>
                    </a:cubicBezTo>
                    <a:cubicBezTo>
                      <a:pt x="5138" y="6505"/>
                      <a:pt x="3270" y="1802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07" name="Google Shape;3607;p17"/>
              <p:cNvSpPr/>
              <p:nvPr/>
            </p:nvSpPr>
            <p:spPr>
              <a:xfrm>
                <a:off x="4916275" y="2575050"/>
                <a:ext cx="132625" cy="167625"/>
              </a:xfrm>
              <a:custGeom>
                <a:avLst/>
                <a:gdLst/>
                <a:ahLst/>
                <a:cxnLst/>
                <a:rect l="l" t="t" r="r" b="b"/>
                <a:pathLst>
                  <a:path w="5305" h="6705" extrusionOk="0">
                    <a:moveTo>
                      <a:pt x="2669" y="0"/>
                    </a:moveTo>
                    <a:cubicBezTo>
                      <a:pt x="2069" y="1735"/>
                      <a:pt x="0" y="6705"/>
                      <a:pt x="2669" y="6705"/>
                    </a:cubicBezTo>
                    <a:cubicBezTo>
                      <a:pt x="5304" y="6705"/>
                      <a:pt x="3370" y="1868"/>
                      <a:pt x="26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08" name="Google Shape;3608;p17"/>
              <p:cNvSpPr/>
              <p:nvPr/>
            </p:nvSpPr>
            <p:spPr>
              <a:xfrm>
                <a:off x="2541250" y="3262200"/>
                <a:ext cx="128450" cy="16347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39" extrusionOk="0">
                    <a:moveTo>
                      <a:pt x="2569" y="0"/>
                    </a:moveTo>
                    <a:cubicBezTo>
                      <a:pt x="2002" y="1702"/>
                      <a:pt x="0" y="6538"/>
                      <a:pt x="2569" y="6538"/>
                    </a:cubicBezTo>
                    <a:cubicBezTo>
                      <a:pt x="5137" y="6538"/>
                      <a:pt x="3269" y="1802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09" name="Google Shape;3609;p17"/>
              <p:cNvSpPr/>
              <p:nvPr/>
            </p:nvSpPr>
            <p:spPr>
              <a:xfrm>
                <a:off x="3474400" y="3408125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2002" y="1669"/>
                      <a:pt x="1" y="6506"/>
                      <a:pt x="2569" y="6506"/>
                    </a:cubicBezTo>
                    <a:cubicBezTo>
                      <a:pt x="5138" y="6506"/>
                      <a:pt x="3270" y="1769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10" name="Google Shape;3610;p17"/>
              <p:cNvSpPr/>
              <p:nvPr/>
            </p:nvSpPr>
            <p:spPr>
              <a:xfrm>
                <a:off x="815000" y="3529050"/>
                <a:ext cx="128450" cy="16347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39" extrusionOk="0">
                    <a:moveTo>
                      <a:pt x="2569" y="1"/>
                    </a:moveTo>
                    <a:cubicBezTo>
                      <a:pt x="2002" y="1702"/>
                      <a:pt x="1" y="6539"/>
                      <a:pt x="2569" y="6539"/>
                    </a:cubicBezTo>
                    <a:cubicBezTo>
                      <a:pt x="5138" y="6539"/>
                      <a:pt x="3270" y="1802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11" name="Google Shape;3611;p17"/>
              <p:cNvSpPr/>
              <p:nvPr/>
            </p:nvSpPr>
            <p:spPr>
              <a:xfrm>
                <a:off x="3662875" y="3998550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2002" y="1669"/>
                      <a:pt x="1" y="6505"/>
                      <a:pt x="2569" y="6505"/>
                    </a:cubicBezTo>
                    <a:cubicBezTo>
                      <a:pt x="5138" y="6505"/>
                      <a:pt x="3270" y="1802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12" name="Google Shape;3612;p17"/>
              <p:cNvSpPr/>
              <p:nvPr/>
            </p:nvSpPr>
            <p:spPr>
              <a:xfrm>
                <a:off x="4310850" y="3762550"/>
                <a:ext cx="132600" cy="167650"/>
              </a:xfrm>
              <a:custGeom>
                <a:avLst/>
                <a:gdLst/>
                <a:ahLst/>
                <a:cxnLst/>
                <a:rect l="l" t="t" r="r" b="b"/>
                <a:pathLst>
                  <a:path w="5304" h="6706" extrusionOk="0">
                    <a:moveTo>
                      <a:pt x="2669" y="1"/>
                    </a:moveTo>
                    <a:cubicBezTo>
                      <a:pt x="2068" y="1735"/>
                      <a:pt x="0" y="6706"/>
                      <a:pt x="2669" y="6706"/>
                    </a:cubicBezTo>
                    <a:cubicBezTo>
                      <a:pt x="5304" y="6706"/>
                      <a:pt x="3369" y="1835"/>
                      <a:pt x="26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13" name="Google Shape;3613;p17"/>
              <p:cNvSpPr/>
              <p:nvPr/>
            </p:nvSpPr>
            <p:spPr>
              <a:xfrm>
                <a:off x="4949625" y="3489025"/>
                <a:ext cx="132625" cy="167650"/>
              </a:xfrm>
              <a:custGeom>
                <a:avLst/>
                <a:gdLst/>
                <a:ahLst/>
                <a:cxnLst/>
                <a:rect l="l" t="t" r="r" b="b"/>
                <a:pathLst>
                  <a:path w="5305" h="6706" extrusionOk="0">
                    <a:moveTo>
                      <a:pt x="2669" y="1"/>
                    </a:moveTo>
                    <a:cubicBezTo>
                      <a:pt x="2069" y="1735"/>
                      <a:pt x="1" y="6705"/>
                      <a:pt x="2669" y="6705"/>
                    </a:cubicBezTo>
                    <a:cubicBezTo>
                      <a:pt x="5305" y="6705"/>
                      <a:pt x="3370" y="1869"/>
                      <a:pt x="26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14" name="Google Shape;3614;p17"/>
              <p:cNvSpPr/>
              <p:nvPr/>
            </p:nvSpPr>
            <p:spPr>
              <a:xfrm>
                <a:off x="6447475" y="2443275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1969" y="1668"/>
                      <a:pt x="1" y="6505"/>
                      <a:pt x="2569" y="6505"/>
                    </a:cubicBezTo>
                    <a:cubicBezTo>
                      <a:pt x="5138" y="6505"/>
                      <a:pt x="3236" y="1769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15" name="Google Shape;3615;p17"/>
              <p:cNvSpPr/>
              <p:nvPr/>
            </p:nvSpPr>
            <p:spPr>
              <a:xfrm>
                <a:off x="8779975" y="2806875"/>
                <a:ext cx="128450" cy="16262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5" extrusionOk="0">
                    <a:moveTo>
                      <a:pt x="2569" y="0"/>
                    </a:moveTo>
                    <a:cubicBezTo>
                      <a:pt x="1969" y="1702"/>
                      <a:pt x="0" y="6505"/>
                      <a:pt x="2569" y="6505"/>
                    </a:cubicBezTo>
                    <a:cubicBezTo>
                      <a:pt x="5137" y="6505"/>
                      <a:pt x="3236" y="1802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16" name="Google Shape;3616;p17"/>
              <p:cNvSpPr/>
              <p:nvPr/>
            </p:nvSpPr>
            <p:spPr>
              <a:xfrm>
                <a:off x="6112225" y="3998550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1969" y="1669"/>
                      <a:pt x="1" y="6505"/>
                      <a:pt x="2569" y="6505"/>
                    </a:cubicBezTo>
                    <a:cubicBezTo>
                      <a:pt x="5138" y="6505"/>
                      <a:pt x="3237" y="1802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17" name="Google Shape;3617;p17"/>
              <p:cNvSpPr/>
              <p:nvPr/>
            </p:nvSpPr>
            <p:spPr>
              <a:xfrm>
                <a:off x="5269125" y="2288175"/>
                <a:ext cx="128450" cy="16262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5" extrusionOk="0">
                    <a:moveTo>
                      <a:pt x="2569" y="0"/>
                    </a:moveTo>
                    <a:cubicBezTo>
                      <a:pt x="2002" y="1668"/>
                      <a:pt x="1" y="6505"/>
                      <a:pt x="2569" y="6505"/>
                    </a:cubicBezTo>
                    <a:cubicBezTo>
                      <a:pt x="5138" y="6505"/>
                      <a:pt x="3270" y="1801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18" name="Google Shape;3618;p17"/>
              <p:cNvSpPr/>
              <p:nvPr/>
            </p:nvSpPr>
            <p:spPr>
              <a:xfrm>
                <a:off x="4871350" y="3810100"/>
                <a:ext cx="128450" cy="16347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39" extrusionOk="0">
                    <a:moveTo>
                      <a:pt x="2569" y="0"/>
                    </a:moveTo>
                    <a:cubicBezTo>
                      <a:pt x="2002" y="1701"/>
                      <a:pt x="1" y="6538"/>
                      <a:pt x="2569" y="6538"/>
                    </a:cubicBezTo>
                    <a:cubicBezTo>
                      <a:pt x="5138" y="6538"/>
                      <a:pt x="3270" y="1801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19" name="Google Shape;3619;p17"/>
              <p:cNvSpPr/>
              <p:nvPr/>
            </p:nvSpPr>
            <p:spPr>
              <a:xfrm>
                <a:off x="7182175" y="2598400"/>
                <a:ext cx="128450" cy="16262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5" extrusionOk="0">
                    <a:moveTo>
                      <a:pt x="2569" y="0"/>
                    </a:moveTo>
                    <a:cubicBezTo>
                      <a:pt x="2002" y="1701"/>
                      <a:pt x="0" y="6505"/>
                      <a:pt x="2569" y="6505"/>
                    </a:cubicBezTo>
                    <a:cubicBezTo>
                      <a:pt x="5137" y="6505"/>
                      <a:pt x="3269" y="1801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20" name="Google Shape;3620;p17"/>
              <p:cNvSpPr/>
              <p:nvPr/>
            </p:nvSpPr>
            <p:spPr>
              <a:xfrm>
                <a:off x="5971300" y="2517500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0"/>
                    </a:moveTo>
                    <a:cubicBezTo>
                      <a:pt x="2002" y="1668"/>
                      <a:pt x="1" y="6505"/>
                      <a:pt x="2569" y="6505"/>
                    </a:cubicBezTo>
                    <a:cubicBezTo>
                      <a:pt x="5138" y="6505"/>
                      <a:pt x="3270" y="1802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21" name="Google Shape;3621;p17"/>
              <p:cNvSpPr/>
              <p:nvPr/>
            </p:nvSpPr>
            <p:spPr>
              <a:xfrm>
                <a:off x="7998575" y="2491650"/>
                <a:ext cx="131800" cy="167650"/>
              </a:xfrm>
              <a:custGeom>
                <a:avLst/>
                <a:gdLst/>
                <a:ahLst/>
                <a:cxnLst/>
                <a:rect l="l" t="t" r="r" b="b"/>
                <a:pathLst>
                  <a:path w="5272" h="6706" extrusionOk="0">
                    <a:moveTo>
                      <a:pt x="2636" y="0"/>
                    </a:moveTo>
                    <a:cubicBezTo>
                      <a:pt x="2036" y="1735"/>
                      <a:pt x="1" y="6705"/>
                      <a:pt x="2636" y="6705"/>
                    </a:cubicBezTo>
                    <a:cubicBezTo>
                      <a:pt x="5271" y="6705"/>
                      <a:pt x="3337" y="1835"/>
                      <a:pt x="2636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22" name="Google Shape;3622;p17"/>
              <p:cNvSpPr/>
              <p:nvPr/>
            </p:nvSpPr>
            <p:spPr>
              <a:xfrm>
                <a:off x="6962850" y="3262200"/>
                <a:ext cx="128450" cy="16347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39" extrusionOk="0">
                    <a:moveTo>
                      <a:pt x="2569" y="0"/>
                    </a:moveTo>
                    <a:cubicBezTo>
                      <a:pt x="2002" y="1702"/>
                      <a:pt x="0" y="6538"/>
                      <a:pt x="2569" y="6538"/>
                    </a:cubicBezTo>
                    <a:cubicBezTo>
                      <a:pt x="5137" y="6538"/>
                      <a:pt x="3269" y="1802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23" name="Google Shape;3623;p17"/>
              <p:cNvSpPr/>
              <p:nvPr/>
            </p:nvSpPr>
            <p:spPr>
              <a:xfrm>
                <a:off x="7896000" y="3408125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2002" y="1669"/>
                      <a:pt x="1" y="6506"/>
                      <a:pt x="2569" y="6506"/>
                    </a:cubicBezTo>
                    <a:cubicBezTo>
                      <a:pt x="5138" y="6506"/>
                      <a:pt x="3270" y="1769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24" name="Google Shape;3624;p17"/>
              <p:cNvSpPr/>
              <p:nvPr/>
            </p:nvSpPr>
            <p:spPr>
              <a:xfrm>
                <a:off x="5236600" y="3529050"/>
                <a:ext cx="128450" cy="16347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39" extrusionOk="0">
                    <a:moveTo>
                      <a:pt x="2569" y="1"/>
                    </a:moveTo>
                    <a:cubicBezTo>
                      <a:pt x="2002" y="1702"/>
                      <a:pt x="1" y="6539"/>
                      <a:pt x="2569" y="6539"/>
                    </a:cubicBezTo>
                    <a:cubicBezTo>
                      <a:pt x="5138" y="6539"/>
                      <a:pt x="3270" y="1802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25" name="Google Shape;3625;p17"/>
              <p:cNvSpPr/>
              <p:nvPr/>
            </p:nvSpPr>
            <p:spPr>
              <a:xfrm>
                <a:off x="7128800" y="3845950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0"/>
                    </a:moveTo>
                    <a:cubicBezTo>
                      <a:pt x="2002" y="1702"/>
                      <a:pt x="0" y="6505"/>
                      <a:pt x="2569" y="6505"/>
                    </a:cubicBezTo>
                    <a:cubicBezTo>
                      <a:pt x="5137" y="6505"/>
                      <a:pt x="3269" y="1802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26" name="Google Shape;3626;p17"/>
              <p:cNvSpPr/>
              <p:nvPr/>
            </p:nvSpPr>
            <p:spPr>
              <a:xfrm>
                <a:off x="8084475" y="3998550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2002" y="1669"/>
                      <a:pt x="1" y="6505"/>
                      <a:pt x="2569" y="6505"/>
                    </a:cubicBezTo>
                    <a:cubicBezTo>
                      <a:pt x="5138" y="6505"/>
                      <a:pt x="3270" y="1802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27" name="Google Shape;3627;p17"/>
              <p:cNvSpPr/>
              <p:nvPr/>
            </p:nvSpPr>
            <p:spPr>
              <a:xfrm>
                <a:off x="8732450" y="3762550"/>
                <a:ext cx="132600" cy="167650"/>
              </a:xfrm>
              <a:custGeom>
                <a:avLst/>
                <a:gdLst/>
                <a:ahLst/>
                <a:cxnLst/>
                <a:rect l="l" t="t" r="r" b="b"/>
                <a:pathLst>
                  <a:path w="5304" h="6706" extrusionOk="0">
                    <a:moveTo>
                      <a:pt x="2669" y="1"/>
                    </a:moveTo>
                    <a:cubicBezTo>
                      <a:pt x="2068" y="1735"/>
                      <a:pt x="0" y="6706"/>
                      <a:pt x="2669" y="6706"/>
                    </a:cubicBezTo>
                    <a:cubicBezTo>
                      <a:pt x="5304" y="6706"/>
                      <a:pt x="3369" y="1835"/>
                      <a:pt x="26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28" name="Google Shape;3628;p17"/>
              <p:cNvSpPr/>
              <p:nvPr/>
            </p:nvSpPr>
            <p:spPr>
              <a:xfrm>
                <a:off x="5465200" y="3071850"/>
                <a:ext cx="128450" cy="16347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39" extrusionOk="0">
                    <a:moveTo>
                      <a:pt x="2569" y="1"/>
                    </a:moveTo>
                    <a:cubicBezTo>
                      <a:pt x="2002" y="1702"/>
                      <a:pt x="1" y="6539"/>
                      <a:pt x="2569" y="6539"/>
                    </a:cubicBezTo>
                    <a:cubicBezTo>
                      <a:pt x="5138" y="6539"/>
                      <a:pt x="3270" y="1802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29" name="Google Shape;3629;p17"/>
              <p:cNvSpPr/>
              <p:nvPr/>
            </p:nvSpPr>
            <p:spPr>
              <a:xfrm>
                <a:off x="5770000" y="3376650"/>
                <a:ext cx="128450" cy="16347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39" extrusionOk="0">
                    <a:moveTo>
                      <a:pt x="2569" y="1"/>
                    </a:moveTo>
                    <a:cubicBezTo>
                      <a:pt x="2002" y="1702"/>
                      <a:pt x="1" y="6539"/>
                      <a:pt x="2569" y="6539"/>
                    </a:cubicBezTo>
                    <a:cubicBezTo>
                      <a:pt x="5138" y="6539"/>
                      <a:pt x="3270" y="1802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30" name="Google Shape;3630;p17"/>
              <p:cNvSpPr/>
              <p:nvPr/>
            </p:nvSpPr>
            <p:spPr>
              <a:xfrm flipH="1">
                <a:off x="1298725" y="3053713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2002" y="1669"/>
                      <a:pt x="1" y="6506"/>
                      <a:pt x="2569" y="6506"/>
                    </a:cubicBezTo>
                    <a:cubicBezTo>
                      <a:pt x="5138" y="6506"/>
                      <a:pt x="3270" y="1769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31" name="Google Shape;3631;p17"/>
              <p:cNvSpPr/>
              <p:nvPr/>
            </p:nvSpPr>
            <p:spPr>
              <a:xfrm>
                <a:off x="8151075" y="3043700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1969" y="1669"/>
                      <a:pt x="1" y="6505"/>
                      <a:pt x="2569" y="6505"/>
                    </a:cubicBezTo>
                    <a:cubicBezTo>
                      <a:pt x="5138" y="6505"/>
                      <a:pt x="3237" y="1802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32" name="Google Shape;3632;p17"/>
              <p:cNvSpPr/>
              <p:nvPr/>
            </p:nvSpPr>
            <p:spPr>
              <a:xfrm>
                <a:off x="3735413" y="3000325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1969" y="1669"/>
                      <a:pt x="1" y="6505"/>
                      <a:pt x="2569" y="6505"/>
                    </a:cubicBezTo>
                    <a:cubicBezTo>
                      <a:pt x="5138" y="6505"/>
                      <a:pt x="3237" y="1802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633" name="Google Shape;3633;p17"/>
            <p:cNvSpPr/>
            <p:nvPr/>
          </p:nvSpPr>
          <p:spPr>
            <a:xfrm>
              <a:off x="2011825" y="433547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1969" y="1668"/>
                    <a:pt x="1" y="6505"/>
                    <a:pt x="2569" y="6505"/>
                  </a:cubicBezTo>
                  <a:cubicBezTo>
                    <a:pt x="5138" y="6505"/>
                    <a:pt x="3236" y="1769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4" name="Google Shape;3634;p17"/>
            <p:cNvSpPr/>
            <p:nvPr/>
          </p:nvSpPr>
          <p:spPr>
            <a:xfrm>
              <a:off x="4344325" y="4699075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1969" y="1702"/>
                    <a:pt x="0" y="6505"/>
                    <a:pt x="2569" y="6505"/>
                  </a:cubicBezTo>
                  <a:cubicBezTo>
                    <a:pt x="5137" y="6505"/>
                    <a:pt x="3236" y="1802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5" name="Google Shape;3635;p17"/>
            <p:cNvSpPr/>
            <p:nvPr/>
          </p:nvSpPr>
          <p:spPr>
            <a:xfrm>
              <a:off x="833475" y="4180375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2002" y="1668"/>
                    <a:pt x="1" y="6505"/>
                    <a:pt x="2569" y="6505"/>
                  </a:cubicBezTo>
                  <a:cubicBezTo>
                    <a:pt x="5138" y="6505"/>
                    <a:pt x="3270" y="1801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6" name="Google Shape;3636;p17"/>
            <p:cNvSpPr/>
            <p:nvPr/>
          </p:nvSpPr>
          <p:spPr>
            <a:xfrm>
              <a:off x="2746525" y="4490600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2002" y="1701"/>
                    <a:pt x="0" y="6505"/>
                    <a:pt x="2569" y="6505"/>
                  </a:cubicBezTo>
                  <a:cubicBezTo>
                    <a:pt x="5137" y="6505"/>
                    <a:pt x="3269" y="1801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7" name="Google Shape;3637;p17"/>
            <p:cNvSpPr/>
            <p:nvPr/>
          </p:nvSpPr>
          <p:spPr>
            <a:xfrm>
              <a:off x="1535650" y="4409700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0"/>
                  </a:moveTo>
                  <a:cubicBezTo>
                    <a:pt x="2002" y="1668"/>
                    <a:pt x="1" y="6505"/>
                    <a:pt x="2569" y="6505"/>
                  </a:cubicBezTo>
                  <a:cubicBezTo>
                    <a:pt x="5138" y="6505"/>
                    <a:pt x="3270" y="1802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8" name="Google Shape;3638;p17"/>
            <p:cNvSpPr/>
            <p:nvPr/>
          </p:nvSpPr>
          <p:spPr>
            <a:xfrm>
              <a:off x="3562925" y="4383850"/>
              <a:ext cx="131800" cy="167650"/>
            </a:xfrm>
            <a:custGeom>
              <a:avLst/>
              <a:gdLst/>
              <a:ahLst/>
              <a:cxnLst/>
              <a:rect l="l" t="t" r="r" b="b"/>
              <a:pathLst>
                <a:path w="5272" h="6706" extrusionOk="0">
                  <a:moveTo>
                    <a:pt x="2636" y="0"/>
                  </a:moveTo>
                  <a:cubicBezTo>
                    <a:pt x="2036" y="1735"/>
                    <a:pt x="1" y="6705"/>
                    <a:pt x="2636" y="6705"/>
                  </a:cubicBezTo>
                  <a:cubicBezTo>
                    <a:pt x="5271" y="6705"/>
                    <a:pt x="3337" y="1835"/>
                    <a:pt x="2636" y="0"/>
                  </a:cubicBezTo>
                  <a:close/>
                </a:path>
              </a:pathLst>
            </a:custGeom>
            <a:solidFill>
              <a:srgbClr val="191919">
                <a:alpha val="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9" name="Google Shape;3639;p17"/>
            <p:cNvSpPr/>
            <p:nvPr/>
          </p:nvSpPr>
          <p:spPr>
            <a:xfrm>
              <a:off x="4902225" y="4467250"/>
              <a:ext cx="132625" cy="167625"/>
            </a:xfrm>
            <a:custGeom>
              <a:avLst/>
              <a:gdLst/>
              <a:ahLst/>
              <a:cxnLst/>
              <a:rect l="l" t="t" r="r" b="b"/>
              <a:pathLst>
                <a:path w="5305" h="6705" extrusionOk="0">
                  <a:moveTo>
                    <a:pt x="2669" y="0"/>
                  </a:moveTo>
                  <a:cubicBezTo>
                    <a:pt x="2069" y="1735"/>
                    <a:pt x="0" y="6705"/>
                    <a:pt x="2669" y="6705"/>
                  </a:cubicBezTo>
                  <a:cubicBezTo>
                    <a:pt x="5304" y="6705"/>
                    <a:pt x="3370" y="1868"/>
                    <a:pt x="2669" y="0"/>
                  </a:cubicBezTo>
                  <a:close/>
                </a:path>
              </a:pathLst>
            </a:custGeom>
            <a:solidFill>
              <a:srgbClr val="191919">
                <a:alpha val="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0" name="Google Shape;3640;p17"/>
            <p:cNvSpPr/>
            <p:nvPr/>
          </p:nvSpPr>
          <p:spPr>
            <a:xfrm>
              <a:off x="2527200" y="5154400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0"/>
                  </a:moveTo>
                  <a:cubicBezTo>
                    <a:pt x="2002" y="1702"/>
                    <a:pt x="0" y="6538"/>
                    <a:pt x="2569" y="6538"/>
                  </a:cubicBezTo>
                  <a:cubicBezTo>
                    <a:pt x="5137" y="6538"/>
                    <a:pt x="3269" y="1802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1" name="Google Shape;3641;p17"/>
            <p:cNvSpPr/>
            <p:nvPr/>
          </p:nvSpPr>
          <p:spPr>
            <a:xfrm>
              <a:off x="6433425" y="433547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1969" y="1668"/>
                    <a:pt x="1" y="6505"/>
                    <a:pt x="2569" y="6505"/>
                  </a:cubicBezTo>
                  <a:cubicBezTo>
                    <a:pt x="5138" y="6505"/>
                    <a:pt x="3236" y="1769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2" name="Google Shape;3642;p17"/>
            <p:cNvSpPr/>
            <p:nvPr/>
          </p:nvSpPr>
          <p:spPr>
            <a:xfrm>
              <a:off x="8765925" y="4699075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1969" y="1702"/>
                    <a:pt x="0" y="6505"/>
                    <a:pt x="2569" y="6505"/>
                  </a:cubicBezTo>
                  <a:cubicBezTo>
                    <a:pt x="5137" y="6505"/>
                    <a:pt x="3236" y="1802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3" name="Google Shape;3643;p17"/>
            <p:cNvSpPr/>
            <p:nvPr/>
          </p:nvSpPr>
          <p:spPr>
            <a:xfrm>
              <a:off x="5255075" y="4180375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2002" y="1668"/>
                    <a:pt x="1" y="6505"/>
                    <a:pt x="2569" y="6505"/>
                  </a:cubicBezTo>
                  <a:cubicBezTo>
                    <a:pt x="5138" y="6505"/>
                    <a:pt x="3270" y="1801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4" name="Google Shape;3644;p17"/>
            <p:cNvSpPr/>
            <p:nvPr/>
          </p:nvSpPr>
          <p:spPr>
            <a:xfrm>
              <a:off x="7168125" y="4490600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2002" y="1701"/>
                    <a:pt x="0" y="6505"/>
                    <a:pt x="2569" y="6505"/>
                  </a:cubicBezTo>
                  <a:cubicBezTo>
                    <a:pt x="5137" y="6505"/>
                    <a:pt x="3269" y="1801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5" name="Google Shape;3645;p17"/>
            <p:cNvSpPr/>
            <p:nvPr/>
          </p:nvSpPr>
          <p:spPr>
            <a:xfrm>
              <a:off x="5957250" y="4409700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0"/>
                  </a:moveTo>
                  <a:cubicBezTo>
                    <a:pt x="2002" y="1668"/>
                    <a:pt x="1" y="6505"/>
                    <a:pt x="2569" y="6505"/>
                  </a:cubicBezTo>
                  <a:cubicBezTo>
                    <a:pt x="5138" y="6505"/>
                    <a:pt x="3270" y="1802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6" name="Google Shape;3646;p17"/>
            <p:cNvSpPr/>
            <p:nvPr/>
          </p:nvSpPr>
          <p:spPr>
            <a:xfrm>
              <a:off x="7984525" y="4383850"/>
              <a:ext cx="131800" cy="167650"/>
            </a:xfrm>
            <a:custGeom>
              <a:avLst/>
              <a:gdLst/>
              <a:ahLst/>
              <a:cxnLst/>
              <a:rect l="l" t="t" r="r" b="b"/>
              <a:pathLst>
                <a:path w="5272" h="6706" extrusionOk="0">
                  <a:moveTo>
                    <a:pt x="2636" y="0"/>
                  </a:moveTo>
                  <a:cubicBezTo>
                    <a:pt x="2036" y="1735"/>
                    <a:pt x="1" y="6705"/>
                    <a:pt x="2636" y="6705"/>
                  </a:cubicBezTo>
                  <a:cubicBezTo>
                    <a:pt x="5271" y="6705"/>
                    <a:pt x="3337" y="1835"/>
                    <a:pt x="2636" y="0"/>
                  </a:cubicBezTo>
                  <a:close/>
                </a:path>
              </a:pathLst>
            </a:custGeom>
            <a:solidFill>
              <a:srgbClr val="191919">
                <a:alpha val="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7" name="Google Shape;3647;p17"/>
            <p:cNvSpPr/>
            <p:nvPr/>
          </p:nvSpPr>
          <p:spPr>
            <a:xfrm>
              <a:off x="6948800" y="5154400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0"/>
                  </a:moveTo>
                  <a:cubicBezTo>
                    <a:pt x="2002" y="1702"/>
                    <a:pt x="0" y="6538"/>
                    <a:pt x="2569" y="6538"/>
                  </a:cubicBezTo>
                  <a:cubicBezTo>
                    <a:pt x="5137" y="6538"/>
                    <a:pt x="3269" y="1802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8" name="Google Shape;3648;p17"/>
            <p:cNvSpPr/>
            <p:nvPr/>
          </p:nvSpPr>
          <p:spPr>
            <a:xfrm>
              <a:off x="5451150" y="4964050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1" y="6539"/>
                    <a:pt x="2569" y="6539"/>
                  </a:cubicBezTo>
                  <a:cubicBezTo>
                    <a:pt x="5138" y="6539"/>
                    <a:pt x="3270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9" name="Google Shape;3649;p17"/>
            <p:cNvSpPr/>
            <p:nvPr/>
          </p:nvSpPr>
          <p:spPr>
            <a:xfrm flipH="1">
              <a:off x="1284675" y="4945913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669"/>
                    <a:pt x="1" y="6506"/>
                    <a:pt x="2569" y="6506"/>
                  </a:cubicBezTo>
                  <a:cubicBezTo>
                    <a:pt x="5138" y="6506"/>
                    <a:pt x="3270" y="1769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0" name="Google Shape;3650;p17"/>
            <p:cNvSpPr/>
            <p:nvPr/>
          </p:nvSpPr>
          <p:spPr>
            <a:xfrm>
              <a:off x="8137025" y="4935900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1969" y="1669"/>
                    <a:pt x="1" y="6505"/>
                    <a:pt x="2569" y="6505"/>
                  </a:cubicBezTo>
                  <a:cubicBezTo>
                    <a:pt x="5138" y="6505"/>
                    <a:pt x="3237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1" name="Google Shape;3651;p17"/>
            <p:cNvSpPr/>
            <p:nvPr/>
          </p:nvSpPr>
          <p:spPr>
            <a:xfrm>
              <a:off x="3721363" y="489252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1969" y="1669"/>
                    <a:pt x="1" y="6505"/>
                    <a:pt x="2569" y="6505"/>
                  </a:cubicBezTo>
                  <a:cubicBezTo>
                    <a:pt x="5138" y="6505"/>
                    <a:pt x="3237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652" name="Google Shape;3652;p17"/>
          <p:cNvGrpSpPr/>
          <p:nvPr/>
        </p:nvGrpSpPr>
        <p:grpSpPr>
          <a:xfrm>
            <a:off x="-779296" y="4550554"/>
            <a:ext cx="3369488" cy="1707138"/>
            <a:chOff x="-2125575" y="3574325"/>
            <a:chExt cx="3624275" cy="1836225"/>
          </a:xfrm>
        </p:grpSpPr>
        <p:sp>
          <p:nvSpPr>
            <p:cNvPr id="3653" name="Google Shape;3653;p17"/>
            <p:cNvSpPr/>
            <p:nvPr/>
          </p:nvSpPr>
          <p:spPr>
            <a:xfrm>
              <a:off x="-2125575" y="3857025"/>
              <a:ext cx="1777125" cy="1163775"/>
            </a:xfrm>
            <a:custGeom>
              <a:avLst/>
              <a:gdLst/>
              <a:ahLst/>
              <a:cxnLst/>
              <a:rect l="l" t="t" r="r" b="b"/>
              <a:pathLst>
                <a:path w="71085" h="46551" extrusionOk="0">
                  <a:moveTo>
                    <a:pt x="71051" y="1"/>
                  </a:moveTo>
                  <a:cubicBezTo>
                    <a:pt x="59209" y="601"/>
                    <a:pt x="18213" y="15879"/>
                    <a:pt x="1301" y="29722"/>
                  </a:cubicBezTo>
                  <a:cubicBezTo>
                    <a:pt x="100" y="30723"/>
                    <a:pt x="0" y="32524"/>
                    <a:pt x="1101" y="33625"/>
                  </a:cubicBezTo>
                  <a:cubicBezTo>
                    <a:pt x="3569" y="36060"/>
                    <a:pt x="5371" y="39762"/>
                    <a:pt x="5904" y="44166"/>
                  </a:cubicBezTo>
                  <a:cubicBezTo>
                    <a:pt x="6057" y="45630"/>
                    <a:pt x="7285" y="46551"/>
                    <a:pt x="8555" y="46551"/>
                  </a:cubicBezTo>
                  <a:cubicBezTo>
                    <a:pt x="9222" y="46551"/>
                    <a:pt x="9901" y="46296"/>
                    <a:pt x="10441" y="45733"/>
                  </a:cubicBezTo>
                  <a:cubicBezTo>
                    <a:pt x="24151" y="31390"/>
                    <a:pt x="50203" y="12610"/>
                    <a:pt x="71051" y="568"/>
                  </a:cubicBezTo>
                  <a:cubicBezTo>
                    <a:pt x="71051" y="401"/>
                    <a:pt x="71051" y="201"/>
                    <a:pt x="7108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4" name="Google Shape;3654;p17"/>
            <p:cNvSpPr/>
            <p:nvPr/>
          </p:nvSpPr>
          <p:spPr>
            <a:xfrm>
              <a:off x="-1877075" y="3871200"/>
              <a:ext cx="1529450" cy="1427300"/>
            </a:xfrm>
            <a:custGeom>
              <a:avLst/>
              <a:gdLst/>
              <a:ahLst/>
              <a:cxnLst/>
              <a:rect l="l" t="t" r="r" b="b"/>
              <a:pathLst>
                <a:path w="61178" h="57092" extrusionOk="0">
                  <a:moveTo>
                    <a:pt x="61111" y="1"/>
                  </a:moveTo>
                  <a:cubicBezTo>
                    <a:pt x="40830" y="11709"/>
                    <a:pt x="15678" y="29789"/>
                    <a:pt x="1668" y="43932"/>
                  </a:cubicBezTo>
                  <a:cubicBezTo>
                    <a:pt x="1" y="45633"/>
                    <a:pt x="1235" y="48435"/>
                    <a:pt x="3603" y="48435"/>
                  </a:cubicBezTo>
                  <a:cubicBezTo>
                    <a:pt x="10441" y="48469"/>
                    <a:pt x="18947" y="51604"/>
                    <a:pt x="23250" y="56208"/>
                  </a:cubicBezTo>
                  <a:cubicBezTo>
                    <a:pt x="23794" y="56806"/>
                    <a:pt x="24517" y="57091"/>
                    <a:pt x="25231" y="57091"/>
                  </a:cubicBezTo>
                  <a:cubicBezTo>
                    <a:pt x="26228" y="57091"/>
                    <a:pt x="27207" y="56537"/>
                    <a:pt x="27654" y="55507"/>
                  </a:cubicBezTo>
                  <a:cubicBezTo>
                    <a:pt x="34525" y="39529"/>
                    <a:pt x="48001" y="18180"/>
                    <a:pt x="61178" y="101"/>
                  </a:cubicBezTo>
                  <a:cubicBezTo>
                    <a:pt x="61144" y="34"/>
                    <a:pt x="61144" y="67"/>
                    <a:pt x="611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5" name="Google Shape;3655;p17"/>
            <p:cNvSpPr/>
            <p:nvPr/>
          </p:nvSpPr>
          <p:spPr>
            <a:xfrm>
              <a:off x="-1190400" y="3877050"/>
              <a:ext cx="858600" cy="1520275"/>
            </a:xfrm>
            <a:custGeom>
              <a:avLst/>
              <a:gdLst/>
              <a:ahLst/>
              <a:cxnLst/>
              <a:rect l="l" t="t" r="r" b="b"/>
              <a:pathLst>
                <a:path w="34344" h="60811" extrusionOk="0">
                  <a:moveTo>
                    <a:pt x="33610" y="0"/>
                  </a:moveTo>
                  <a:lnTo>
                    <a:pt x="33610" y="0"/>
                  </a:lnTo>
                  <a:cubicBezTo>
                    <a:pt x="20868" y="17479"/>
                    <a:pt x="7859" y="38027"/>
                    <a:pt x="820" y="53805"/>
                  </a:cubicBezTo>
                  <a:cubicBezTo>
                    <a:pt x="1" y="55627"/>
                    <a:pt x="1392" y="57532"/>
                    <a:pt x="3259" y="57532"/>
                  </a:cubicBezTo>
                  <a:cubicBezTo>
                    <a:pt x="3442" y="57532"/>
                    <a:pt x="3631" y="57514"/>
                    <a:pt x="3823" y="57475"/>
                  </a:cubicBezTo>
                  <a:cubicBezTo>
                    <a:pt x="5960" y="57013"/>
                    <a:pt x="8473" y="56796"/>
                    <a:pt x="11131" y="56796"/>
                  </a:cubicBezTo>
                  <a:cubicBezTo>
                    <a:pt x="17887" y="56796"/>
                    <a:pt x="25582" y="58197"/>
                    <a:pt x="30442" y="60543"/>
                  </a:cubicBezTo>
                  <a:cubicBezTo>
                    <a:pt x="30815" y="60727"/>
                    <a:pt x="31200" y="60811"/>
                    <a:pt x="31574" y="60811"/>
                  </a:cubicBezTo>
                  <a:cubicBezTo>
                    <a:pt x="33038" y="60811"/>
                    <a:pt x="34344" y="59529"/>
                    <a:pt x="34211" y="57908"/>
                  </a:cubicBezTo>
                  <a:cubicBezTo>
                    <a:pt x="32443" y="37794"/>
                    <a:pt x="32777" y="16745"/>
                    <a:pt x="336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6" name="Google Shape;3656;p17"/>
            <p:cNvSpPr/>
            <p:nvPr/>
          </p:nvSpPr>
          <p:spPr>
            <a:xfrm>
              <a:off x="-334300" y="3856200"/>
              <a:ext cx="1833000" cy="1095200"/>
            </a:xfrm>
            <a:custGeom>
              <a:avLst/>
              <a:gdLst/>
              <a:ahLst/>
              <a:cxnLst/>
              <a:rect l="l" t="t" r="r" b="b"/>
              <a:pathLst>
                <a:path w="73320" h="43808" extrusionOk="0">
                  <a:moveTo>
                    <a:pt x="100" y="0"/>
                  </a:moveTo>
                  <a:lnTo>
                    <a:pt x="0" y="334"/>
                  </a:lnTo>
                  <a:cubicBezTo>
                    <a:pt x="23450" y="12276"/>
                    <a:pt x="51837" y="29588"/>
                    <a:pt x="67248" y="43131"/>
                  </a:cubicBezTo>
                  <a:cubicBezTo>
                    <a:pt x="67767" y="43597"/>
                    <a:pt x="68383" y="43807"/>
                    <a:pt x="68988" y="43807"/>
                  </a:cubicBezTo>
                  <a:cubicBezTo>
                    <a:pt x="70289" y="43807"/>
                    <a:pt x="71538" y="42833"/>
                    <a:pt x="71651" y="41330"/>
                  </a:cubicBezTo>
                  <a:cubicBezTo>
                    <a:pt x="71818" y="38961"/>
                    <a:pt x="72218" y="36326"/>
                    <a:pt x="72986" y="34125"/>
                  </a:cubicBezTo>
                  <a:cubicBezTo>
                    <a:pt x="73319" y="33091"/>
                    <a:pt x="73052" y="31956"/>
                    <a:pt x="72252" y="31256"/>
                  </a:cubicBezTo>
                  <a:cubicBezTo>
                    <a:pt x="56274" y="16712"/>
                    <a:pt x="11275" y="0"/>
                    <a:pt x="10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7" name="Google Shape;3657;p17"/>
            <p:cNvSpPr/>
            <p:nvPr/>
          </p:nvSpPr>
          <p:spPr>
            <a:xfrm>
              <a:off x="-338475" y="3862875"/>
              <a:ext cx="1687900" cy="1388950"/>
            </a:xfrm>
            <a:custGeom>
              <a:avLst/>
              <a:gdLst/>
              <a:ahLst/>
              <a:cxnLst/>
              <a:rect l="l" t="t" r="r" b="b"/>
              <a:pathLst>
                <a:path w="67516" h="55558" extrusionOk="0">
                  <a:moveTo>
                    <a:pt x="67" y="0"/>
                  </a:moveTo>
                  <a:cubicBezTo>
                    <a:pt x="34" y="67"/>
                    <a:pt x="34" y="33"/>
                    <a:pt x="0" y="67"/>
                  </a:cubicBezTo>
                  <a:cubicBezTo>
                    <a:pt x="16979" y="16979"/>
                    <a:pt x="36593" y="38361"/>
                    <a:pt x="44466" y="54072"/>
                  </a:cubicBezTo>
                  <a:cubicBezTo>
                    <a:pt x="44945" y="55049"/>
                    <a:pt x="45883" y="55558"/>
                    <a:pt x="46835" y="55558"/>
                  </a:cubicBezTo>
                  <a:cubicBezTo>
                    <a:pt x="47605" y="55558"/>
                    <a:pt x="48384" y="55225"/>
                    <a:pt x="48935" y="54539"/>
                  </a:cubicBezTo>
                  <a:cubicBezTo>
                    <a:pt x="53238" y="49135"/>
                    <a:pt x="58676" y="46367"/>
                    <a:pt x="64080" y="46033"/>
                  </a:cubicBezTo>
                  <a:cubicBezTo>
                    <a:pt x="66481" y="45900"/>
                    <a:pt x="67515" y="42931"/>
                    <a:pt x="65681" y="41363"/>
                  </a:cubicBezTo>
                  <a:cubicBezTo>
                    <a:pt x="49936" y="28053"/>
                    <a:pt x="22650" y="11508"/>
                    <a:pt x="6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8" name="Google Shape;3658;p17"/>
            <p:cNvSpPr/>
            <p:nvPr/>
          </p:nvSpPr>
          <p:spPr>
            <a:xfrm>
              <a:off x="-379350" y="3864525"/>
              <a:ext cx="1148675" cy="1546025"/>
            </a:xfrm>
            <a:custGeom>
              <a:avLst/>
              <a:gdLst/>
              <a:ahLst/>
              <a:cxnLst/>
              <a:rect l="l" t="t" r="r" b="b"/>
              <a:pathLst>
                <a:path w="45947" h="61841" extrusionOk="0">
                  <a:moveTo>
                    <a:pt x="1635" y="1"/>
                  </a:moveTo>
                  <a:cubicBezTo>
                    <a:pt x="1602" y="34"/>
                    <a:pt x="1569" y="34"/>
                    <a:pt x="1502" y="34"/>
                  </a:cubicBezTo>
                  <a:cubicBezTo>
                    <a:pt x="1402" y="168"/>
                    <a:pt x="1302" y="334"/>
                    <a:pt x="1168" y="501"/>
                  </a:cubicBezTo>
                  <a:cubicBezTo>
                    <a:pt x="301" y="17547"/>
                    <a:pt x="1" y="38995"/>
                    <a:pt x="1869" y="59443"/>
                  </a:cubicBezTo>
                  <a:cubicBezTo>
                    <a:pt x="1989" y="60884"/>
                    <a:pt x="3215" y="61841"/>
                    <a:pt x="4515" y="61841"/>
                  </a:cubicBezTo>
                  <a:cubicBezTo>
                    <a:pt x="5021" y="61841"/>
                    <a:pt x="5538" y="61696"/>
                    <a:pt x="6005" y="61378"/>
                  </a:cubicBezTo>
                  <a:cubicBezTo>
                    <a:pt x="12280" y="57075"/>
                    <a:pt x="22400" y="54418"/>
                    <a:pt x="31722" y="54418"/>
                  </a:cubicBezTo>
                  <a:cubicBezTo>
                    <a:pt x="35335" y="54418"/>
                    <a:pt x="38828" y="54817"/>
                    <a:pt x="41931" y="55674"/>
                  </a:cubicBezTo>
                  <a:cubicBezTo>
                    <a:pt x="42172" y="55738"/>
                    <a:pt x="42409" y="55768"/>
                    <a:pt x="42637" y="55768"/>
                  </a:cubicBezTo>
                  <a:cubicBezTo>
                    <a:pt x="44562" y="55768"/>
                    <a:pt x="45947" y="53653"/>
                    <a:pt x="44933" y="51805"/>
                  </a:cubicBezTo>
                  <a:cubicBezTo>
                    <a:pt x="36427" y="36360"/>
                    <a:pt x="17847" y="16112"/>
                    <a:pt x="16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659" name="Google Shape;3659;p17"/>
            <p:cNvGrpSpPr/>
            <p:nvPr/>
          </p:nvGrpSpPr>
          <p:grpSpPr>
            <a:xfrm>
              <a:off x="-2125575" y="3574325"/>
              <a:ext cx="3624275" cy="1836225"/>
              <a:chOff x="-4100775" y="3456250"/>
              <a:chExt cx="3624275" cy="1836225"/>
            </a:xfrm>
          </p:grpSpPr>
          <p:sp>
            <p:nvSpPr>
              <p:cNvPr id="3660" name="Google Shape;3660;p17"/>
              <p:cNvSpPr/>
              <p:nvPr/>
            </p:nvSpPr>
            <p:spPr>
              <a:xfrm>
                <a:off x="-4100775" y="3738950"/>
                <a:ext cx="1777125" cy="1163775"/>
              </a:xfrm>
              <a:custGeom>
                <a:avLst/>
                <a:gdLst/>
                <a:ahLst/>
                <a:cxnLst/>
                <a:rect l="l" t="t" r="r" b="b"/>
                <a:pathLst>
                  <a:path w="71085" h="46551" extrusionOk="0">
                    <a:moveTo>
                      <a:pt x="71051" y="1"/>
                    </a:moveTo>
                    <a:cubicBezTo>
                      <a:pt x="59209" y="601"/>
                      <a:pt x="18213" y="15879"/>
                      <a:pt x="1301" y="29722"/>
                    </a:cubicBezTo>
                    <a:cubicBezTo>
                      <a:pt x="100" y="30723"/>
                      <a:pt x="0" y="32524"/>
                      <a:pt x="1101" y="33625"/>
                    </a:cubicBezTo>
                    <a:cubicBezTo>
                      <a:pt x="3569" y="36060"/>
                      <a:pt x="5371" y="39762"/>
                      <a:pt x="5904" y="44166"/>
                    </a:cubicBezTo>
                    <a:cubicBezTo>
                      <a:pt x="6057" y="45630"/>
                      <a:pt x="7285" y="46551"/>
                      <a:pt x="8555" y="46551"/>
                    </a:cubicBezTo>
                    <a:cubicBezTo>
                      <a:pt x="9222" y="46551"/>
                      <a:pt x="9901" y="46296"/>
                      <a:pt x="10441" y="45733"/>
                    </a:cubicBezTo>
                    <a:cubicBezTo>
                      <a:pt x="24151" y="31390"/>
                      <a:pt x="50203" y="12610"/>
                      <a:pt x="71051" y="568"/>
                    </a:cubicBezTo>
                    <a:cubicBezTo>
                      <a:pt x="71051" y="401"/>
                      <a:pt x="71051" y="201"/>
                      <a:pt x="71084" y="1"/>
                    </a:cubicBezTo>
                    <a:close/>
                  </a:path>
                </a:pathLst>
              </a:custGeom>
              <a:solidFill>
                <a:srgbClr val="191919">
                  <a:alpha val="284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1" name="Google Shape;3661;p17"/>
              <p:cNvSpPr/>
              <p:nvPr/>
            </p:nvSpPr>
            <p:spPr>
              <a:xfrm>
                <a:off x="-3852275" y="3753125"/>
                <a:ext cx="1529450" cy="1427300"/>
              </a:xfrm>
              <a:custGeom>
                <a:avLst/>
                <a:gdLst/>
                <a:ahLst/>
                <a:cxnLst/>
                <a:rect l="l" t="t" r="r" b="b"/>
                <a:pathLst>
                  <a:path w="61178" h="57092" extrusionOk="0">
                    <a:moveTo>
                      <a:pt x="61111" y="1"/>
                    </a:moveTo>
                    <a:cubicBezTo>
                      <a:pt x="40830" y="11709"/>
                      <a:pt x="15678" y="29789"/>
                      <a:pt x="1668" y="43932"/>
                    </a:cubicBezTo>
                    <a:cubicBezTo>
                      <a:pt x="1" y="45633"/>
                      <a:pt x="1235" y="48435"/>
                      <a:pt x="3603" y="48435"/>
                    </a:cubicBezTo>
                    <a:cubicBezTo>
                      <a:pt x="10441" y="48469"/>
                      <a:pt x="18947" y="51604"/>
                      <a:pt x="23250" y="56208"/>
                    </a:cubicBezTo>
                    <a:cubicBezTo>
                      <a:pt x="23794" y="56806"/>
                      <a:pt x="24517" y="57091"/>
                      <a:pt x="25231" y="57091"/>
                    </a:cubicBezTo>
                    <a:cubicBezTo>
                      <a:pt x="26228" y="57091"/>
                      <a:pt x="27207" y="56537"/>
                      <a:pt x="27654" y="55507"/>
                    </a:cubicBezTo>
                    <a:cubicBezTo>
                      <a:pt x="34525" y="39529"/>
                      <a:pt x="48001" y="18180"/>
                      <a:pt x="61178" y="101"/>
                    </a:cubicBezTo>
                    <a:cubicBezTo>
                      <a:pt x="61144" y="34"/>
                      <a:pt x="61144" y="67"/>
                      <a:pt x="61111" y="1"/>
                    </a:cubicBezTo>
                    <a:close/>
                  </a:path>
                </a:pathLst>
              </a:custGeom>
              <a:solidFill>
                <a:srgbClr val="191919">
                  <a:alpha val="189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2" name="Google Shape;3662;p17"/>
              <p:cNvSpPr/>
              <p:nvPr/>
            </p:nvSpPr>
            <p:spPr>
              <a:xfrm>
                <a:off x="-3165600" y="3758975"/>
                <a:ext cx="858600" cy="1520275"/>
              </a:xfrm>
              <a:custGeom>
                <a:avLst/>
                <a:gdLst/>
                <a:ahLst/>
                <a:cxnLst/>
                <a:rect l="l" t="t" r="r" b="b"/>
                <a:pathLst>
                  <a:path w="34344" h="60811" extrusionOk="0">
                    <a:moveTo>
                      <a:pt x="33610" y="0"/>
                    </a:moveTo>
                    <a:lnTo>
                      <a:pt x="33610" y="0"/>
                    </a:lnTo>
                    <a:cubicBezTo>
                      <a:pt x="20868" y="17479"/>
                      <a:pt x="7859" y="38027"/>
                      <a:pt x="820" y="53805"/>
                    </a:cubicBezTo>
                    <a:cubicBezTo>
                      <a:pt x="1" y="55627"/>
                      <a:pt x="1392" y="57532"/>
                      <a:pt x="3259" y="57532"/>
                    </a:cubicBezTo>
                    <a:cubicBezTo>
                      <a:pt x="3442" y="57532"/>
                      <a:pt x="3631" y="57514"/>
                      <a:pt x="3823" y="57475"/>
                    </a:cubicBezTo>
                    <a:cubicBezTo>
                      <a:pt x="5960" y="57013"/>
                      <a:pt x="8473" y="56796"/>
                      <a:pt x="11131" y="56796"/>
                    </a:cubicBezTo>
                    <a:cubicBezTo>
                      <a:pt x="17887" y="56796"/>
                      <a:pt x="25582" y="58197"/>
                      <a:pt x="30442" y="60543"/>
                    </a:cubicBezTo>
                    <a:cubicBezTo>
                      <a:pt x="30815" y="60727"/>
                      <a:pt x="31200" y="60811"/>
                      <a:pt x="31574" y="60811"/>
                    </a:cubicBezTo>
                    <a:cubicBezTo>
                      <a:pt x="33038" y="60811"/>
                      <a:pt x="34344" y="59529"/>
                      <a:pt x="34211" y="57908"/>
                    </a:cubicBezTo>
                    <a:cubicBezTo>
                      <a:pt x="32443" y="37794"/>
                      <a:pt x="32777" y="16745"/>
                      <a:pt x="33610" y="0"/>
                    </a:cubicBezTo>
                    <a:close/>
                  </a:path>
                </a:pathLst>
              </a:custGeom>
              <a:solidFill>
                <a:srgbClr val="191919">
                  <a:alpha val="150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3" name="Google Shape;3663;p17"/>
              <p:cNvSpPr/>
              <p:nvPr/>
            </p:nvSpPr>
            <p:spPr>
              <a:xfrm>
                <a:off x="-2309500" y="3738125"/>
                <a:ext cx="1833000" cy="1095200"/>
              </a:xfrm>
              <a:custGeom>
                <a:avLst/>
                <a:gdLst/>
                <a:ahLst/>
                <a:cxnLst/>
                <a:rect l="l" t="t" r="r" b="b"/>
                <a:pathLst>
                  <a:path w="73320" h="43808" extrusionOk="0">
                    <a:moveTo>
                      <a:pt x="100" y="0"/>
                    </a:moveTo>
                    <a:lnTo>
                      <a:pt x="0" y="334"/>
                    </a:lnTo>
                    <a:cubicBezTo>
                      <a:pt x="23450" y="12276"/>
                      <a:pt x="51837" y="29588"/>
                      <a:pt x="67248" y="43131"/>
                    </a:cubicBezTo>
                    <a:cubicBezTo>
                      <a:pt x="67767" y="43597"/>
                      <a:pt x="68383" y="43807"/>
                      <a:pt x="68988" y="43807"/>
                    </a:cubicBezTo>
                    <a:cubicBezTo>
                      <a:pt x="70289" y="43807"/>
                      <a:pt x="71538" y="42833"/>
                      <a:pt x="71651" y="41330"/>
                    </a:cubicBezTo>
                    <a:cubicBezTo>
                      <a:pt x="71818" y="38961"/>
                      <a:pt x="72218" y="36326"/>
                      <a:pt x="72986" y="34125"/>
                    </a:cubicBezTo>
                    <a:cubicBezTo>
                      <a:pt x="73319" y="33091"/>
                      <a:pt x="73052" y="31956"/>
                      <a:pt x="72252" y="31256"/>
                    </a:cubicBezTo>
                    <a:cubicBezTo>
                      <a:pt x="56274" y="16712"/>
                      <a:pt x="11275" y="0"/>
                      <a:pt x="100" y="0"/>
                    </a:cubicBezTo>
                    <a:close/>
                  </a:path>
                </a:pathLst>
              </a:custGeom>
              <a:solidFill>
                <a:srgbClr val="191919">
                  <a:alpha val="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4" name="Google Shape;3664;p17"/>
              <p:cNvSpPr/>
              <p:nvPr/>
            </p:nvSpPr>
            <p:spPr>
              <a:xfrm>
                <a:off x="-2313675" y="3744800"/>
                <a:ext cx="1687900" cy="1388950"/>
              </a:xfrm>
              <a:custGeom>
                <a:avLst/>
                <a:gdLst/>
                <a:ahLst/>
                <a:cxnLst/>
                <a:rect l="l" t="t" r="r" b="b"/>
                <a:pathLst>
                  <a:path w="67516" h="55558" extrusionOk="0">
                    <a:moveTo>
                      <a:pt x="67" y="0"/>
                    </a:moveTo>
                    <a:cubicBezTo>
                      <a:pt x="34" y="67"/>
                      <a:pt x="34" y="33"/>
                      <a:pt x="0" y="67"/>
                    </a:cubicBezTo>
                    <a:cubicBezTo>
                      <a:pt x="16979" y="16979"/>
                      <a:pt x="36593" y="38361"/>
                      <a:pt x="44466" y="54072"/>
                    </a:cubicBezTo>
                    <a:cubicBezTo>
                      <a:pt x="44945" y="55049"/>
                      <a:pt x="45883" y="55558"/>
                      <a:pt x="46835" y="55558"/>
                    </a:cubicBezTo>
                    <a:cubicBezTo>
                      <a:pt x="47605" y="55558"/>
                      <a:pt x="48384" y="55225"/>
                      <a:pt x="48935" y="54539"/>
                    </a:cubicBezTo>
                    <a:cubicBezTo>
                      <a:pt x="53238" y="49135"/>
                      <a:pt x="58676" y="46367"/>
                      <a:pt x="64080" y="46033"/>
                    </a:cubicBezTo>
                    <a:cubicBezTo>
                      <a:pt x="66481" y="45900"/>
                      <a:pt x="67515" y="42931"/>
                      <a:pt x="65681" y="41363"/>
                    </a:cubicBezTo>
                    <a:cubicBezTo>
                      <a:pt x="49936" y="28053"/>
                      <a:pt x="22650" y="11508"/>
                      <a:pt x="67" y="0"/>
                    </a:cubicBezTo>
                    <a:close/>
                  </a:path>
                </a:pathLst>
              </a:custGeom>
              <a:solidFill>
                <a:srgbClr val="191919">
                  <a:alpha val="61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5" name="Google Shape;3665;p17"/>
              <p:cNvSpPr/>
              <p:nvPr/>
            </p:nvSpPr>
            <p:spPr>
              <a:xfrm>
                <a:off x="-2354550" y="3746450"/>
                <a:ext cx="1148675" cy="1546025"/>
              </a:xfrm>
              <a:custGeom>
                <a:avLst/>
                <a:gdLst/>
                <a:ahLst/>
                <a:cxnLst/>
                <a:rect l="l" t="t" r="r" b="b"/>
                <a:pathLst>
                  <a:path w="45947" h="61841" extrusionOk="0">
                    <a:moveTo>
                      <a:pt x="1635" y="1"/>
                    </a:moveTo>
                    <a:cubicBezTo>
                      <a:pt x="1602" y="34"/>
                      <a:pt x="1569" y="34"/>
                      <a:pt x="1502" y="34"/>
                    </a:cubicBezTo>
                    <a:cubicBezTo>
                      <a:pt x="1402" y="168"/>
                      <a:pt x="1302" y="334"/>
                      <a:pt x="1168" y="501"/>
                    </a:cubicBezTo>
                    <a:cubicBezTo>
                      <a:pt x="301" y="17547"/>
                      <a:pt x="1" y="38995"/>
                      <a:pt x="1869" y="59443"/>
                    </a:cubicBezTo>
                    <a:cubicBezTo>
                      <a:pt x="1989" y="60884"/>
                      <a:pt x="3215" y="61841"/>
                      <a:pt x="4515" y="61841"/>
                    </a:cubicBezTo>
                    <a:cubicBezTo>
                      <a:pt x="5021" y="61841"/>
                      <a:pt x="5538" y="61696"/>
                      <a:pt x="6005" y="61378"/>
                    </a:cubicBezTo>
                    <a:cubicBezTo>
                      <a:pt x="12280" y="57075"/>
                      <a:pt x="22400" y="54418"/>
                      <a:pt x="31722" y="54418"/>
                    </a:cubicBezTo>
                    <a:cubicBezTo>
                      <a:pt x="35335" y="54418"/>
                      <a:pt x="38828" y="54817"/>
                      <a:pt x="41931" y="55674"/>
                    </a:cubicBezTo>
                    <a:cubicBezTo>
                      <a:pt x="42172" y="55738"/>
                      <a:pt x="42409" y="55768"/>
                      <a:pt x="42637" y="55768"/>
                    </a:cubicBezTo>
                    <a:cubicBezTo>
                      <a:pt x="44562" y="55768"/>
                      <a:pt x="45947" y="53653"/>
                      <a:pt x="44933" y="51805"/>
                    </a:cubicBezTo>
                    <a:cubicBezTo>
                      <a:pt x="36427" y="36360"/>
                      <a:pt x="17847" y="16112"/>
                      <a:pt x="1635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6" name="Google Shape;3666;p17"/>
              <p:cNvSpPr/>
              <p:nvPr/>
            </p:nvSpPr>
            <p:spPr>
              <a:xfrm>
                <a:off x="-4100775" y="3738950"/>
                <a:ext cx="2249125" cy="1553525"/>
              </a:xfrm>
              <a:custGeom>
                <a:avLst/>
                <a:gdLst/>
                <a:ahLst/>
                <a:cxnLst/>
                <a:rect l="l" t="t" r="r" b="b"/>
                <a:pathLst>
                  <a:path w="89965" h="62141" extrusionOk="0">
                    <a:moveTo>
                      <a:pt x="71585" y="58242"/>
                    </a:moveTo>
                    <a:lnTo>
                      <a:pt x="71585" y="58242"/>
                    </a:lnTo>
                    <a:cubicBezTo>
                      <a:pt x="71590" y="58323"/>
                      <a:pt x="71595" y="58404"/>
                      <a:pt x="71601" y="58485"/>
                    </a:cubicBezTo>
                    <a:lnTo>
                      <a:pt x="71601" y="58485"/>
                    </a:lnTo>
                    <a:cubicBezTo>
                      <a:pt x="71593" y="58407"/>
                      <a:pt x="71585" y="58324"/>
                      <a:pt x="71585" y="58242"/>
                    </a:cubicBezTo>
                    <a:close/>
                    <a:moveTo>
                      <a:pt x="71017" y="1"/>
                    </a:moveTo>
                    <a:lnTo>
                      <a:pt x="71017" y="1"/>
                    </a:lnTo>
                    <a:cubicBezTo>
                      <a:pt x="59142" y="634"/>
                      <a:pt x="18180" y="15879"/>
                      <a:pt x="1301" y="29722"/>
                    </a:cubicBezTo>
                    <a:cubicBezTo>
                      <a:pt x="100" y="30723"/>
                      <a:pt x="0" y="32524"/>
                      <a:pt x="1101" y="33625"/>
                    </a:cubicBezTo>
                    <a:cubicBezTo>
                      <a:pt x="3569" y="36060"/>
                      <a:pt x="5371" y="39762"/>
                      <a:pt x="5871" y="44166"/>
                    </a:cubicBezTo>
                    <a:cubicBezTo>
                      <a:pt x="6046" y="45630"/>
                      <a:pt x="7281" y="46551"/>
                      <a:pt x="8544" y="46551"/>
                    </a:cubicBezTo>
                    <a:cubicBezTo>
                      <a:pt x="9208" y="46551"/>
                      <a:pt x="9879" y="46296"/>
                      <a:pt x="10408" y="45733"/>
                    </a:cubicBezTo>
                    <a:cubicBezTo>
                      <a:pt x="10808" y="45333"/>
                      <a:pt x="11208" y="44933"/>
                      <a:pt x="11608" y="44532"/>
                    </a:cubicBezTo>
                    <a:lnTo>
                      <a:pt x="11608" y="44532"/>
                    </a:lnTo>
                    <a:cubicBezTo>
                      <a:pt x="9974" y="46200"/>
                      <a:pt x="11175" y="49002"/>
                      <a:pt x="13543" y="49002"/>
                    </a:cubicBezTo>
                    <a:cubicBezTo>
                      <a:pt x="20381" y="49036"/>
                      <a:pt x="28887" y="52171"/>
                      <a:pt x="33190" y="56775"/>
                    </a:cubicBezTo>
                    <a:cubicBezTo>
                      <a:pt x="33734" y="57373"/>
                      <a:pt x="34457" y="57658"/>
                      <a:pt x="35171" y="57658"/>
                    </a:cubicBezTo>
                    <a:cubicBezTo>
                      <a:pt x="36168" y="57658"/>
                      <a:pt x="37147" y="57104"/>
                      <a:pt x="37594" y="56074"/>
                    </a:cubicBezTo>
                    <a:cubicBezTo>
                      <a:pt x="37794" y="55574"/>
                      <a:pt x="37994" y="55107"/>
                      <a:pt x="38227" y="54606"/>
                    </a:cubicBezTo>
                    <a:lnTo>
                      <a:pt x="38227" y="54606"/>
                    </a:lnTo>
                    <a:cubicBezTo>
                      <a:pt x="37408" y="56428"/>
                      <a:pt x="38799" y="58333"/>
                      <a:pt x="40666" y="58333"/>
                    </a:cubicBezTo>
                    <a:cubicBezTo>
                      <a:pt x="40849" y="58333"/>
                      <a:pt x="41038" y="58315"/>
                      <a:pt x="41230" y="58276"/>
                    </a:cubicBezTo>
                    <a:cubicBezTo>
                      <a:pt x="43367" y="57814"/>
                      <a:pt x="45880" y="57597"/>
                      <a:pt x="48538" y="57597"/>
                    </a:cubicBezTo>
                    <a:cubicBezTo>
                      <a:pt x="55294" y="57597"/>
                      <a:pt x="62989" y="58998"/>
                      <a:pt x="67849" y="61344"/>
                    </a:cubicBezTo>
                    <a:cubicBezTo>
                      <a:pt x="68217" y="61519"/>
                      <a:pt x="68597" y="61599"/>
                      <a:pt x="68967" y="61599"/>
                    </a:cubicBezTo>
                    <a:cubicBezTo>
                      <a:pt x="70405" y="61599"/>
                      <a:pt x="71694" y="60389"/>
                      <a:pt x="71625" y="58814"/>
                    </a:cubicBezTo>
                    <a:lnTo>
                      <a:pt x="71625" y="58814"/>
                    </a:lnTo>
                    <a:cubicBezTo>
                      <a:pt x="71648" y="59124"/>
                      <a:pt x="71677" y="59434"/>
                      <a:pt x="71718" y="59743"/>
                    </a:cubicBezTo>
                    <a:cubicBezTo>
                      <a:pt x="71838" y="61184"/>
                      <a:pt x="73064" y="62141"/>
                      <a:pt x="74364" y="62141"/>
                    </a:cubicBezTo>
                    <a:cubicBezTo>
                      <a:pt x="74870" y="62141"/>
                      <a:pt x="75387" y="61996"/>
                      <a:pt x="75854" y="61678"/>
                    </a:cubicBezTo>
                    <a:cubicBezTo>
                      <a:pt x="79557" y="59143"/>
                      <a:pt x="84560" y="57175"/>
                      <a:pt x="89964" y="56007"/>
                    </a:cubicBezTo>
                    <a:cubicBezTo>
                      <a:pt x="89764" y="55974"/>
                      <a:pt x="89531" y="55874"/>
                      <a:pt x="89331" y="55774"/>
                    </a:cubicBezTo>
                    <a:cubicBezTo>
                      <a:pt x="84466" y="53426"/>
                      <a:pt x="76762" y="52041"/>
                      <a:pt x="70001" y="52041"/>
                    </a:cubicBezTo>
                    <a:cubicBezTo>
                      <a:pt x="67350" y="52041"/>
                      <a:pt x="64844" y="52254"/>
                      <a:pt x="62712" y="52705"/>
                    </a:cubicBezTo>
                    <a:cubicBezTo>
                      <a:pt x="62205" y="52816"/>
                      <a:pt x="61561" y="52870"/>
                      <a:pt x="60853" y="52870"/>
                    </a:cubicBezTo>
                    <a:cubicBezTo>
                      <a:pt x="58578" y="52870"/>
                      <a:pt x="55657" y="52306"/>
                      <a:pt x="54639" y="51237"/>
                    </a:cubicBezTo>
                    <a:cubicBezTo>
                      <a:pt x="50369" y="46601"/>
                      <a:pt x="41830" y="43498"/>
                      <a:pt x="35025" y="43465"/>
                    </a:cubicBezTo>
                    <a:cubicBezTo>
                      <a:pt x="32657" y="43465"/>
                      <a:pt x="27620" y="40863"/>
                      <a:pt x="27353" y="38628"/>
                    </a:cubicBezTo>
                    <a:cubicBezTo>
                      <a:pt x="26853" y="34225"/>
                      <a:pt x="25051" y="30522"/>
                      <a:pt x="22550" y="28054"/>
                    </a:cubicBezTo>
                    <a:cubicBezTo>
                      <a:pt x="21449" y="26987"/>
                      <a:pt x="21582" y="25152"/>
                      <a:pt x="22783" y="24185"/>
                    </a:cubicBezTo>
                    <a:cubicBezTo>
                      <a:pt x="33624" y="15278"/>
                      <a:pt x="54406" y="5805"/>
                      <a:pt x="71017" y="1"/>
                    </a:cubicBezTo>
                    <a:close/>
                  </a:path>
                </a:pathLst>
              </a:custGeom>
              <a:solidFill>
                <a:srgbClr val="191919">
                  <a:alpha val="284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7" name="Google Shape;3667;p17"/>
              <p:cNvSpPr/>
              <p:nvPr/>
            </p:nvSpPr>
            <p:spPr>
              <a:xfrm>
                <a:off x="-2392900" y="3456250"/>
                <a:ext cx="184325" cy="255200"/>
              </a:xfrm>
              <a:custGeom>
                <a:avLst/>
                <a:gdLst/>
                <a:ahLst/>
                <a:cxnLst/>
                <a:rect l="l" t="t" r="r" b="b"/>
                <a:pathLst>
                  <a:path w="7373" h="10208" extrusionOk="0">
                    <a:moveTo>
                      <a:pt x="3670" y="0"/>
                    </a:moveTo>
                    <a:cubicBezTo>
                      <a:pt x="1835" y="0"/>
                      <a:pt x="1" y="10208"/>
                      <a:pt x="1" y="10208"/>
                    </a:cubicBezTo>
                    <a:lnTo>
                      <a:pt x="7372" y="10208"/>
                    </a:lnTo>
                    <a:cubicBezTo>
                      <a:pt x="7372" y="10208"/>
                      <a:pt x="5538" y="0"/>
                      <a:pt x="36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8" name="Google Shape;3668;p17"/>
              <p:cNvSpPr/>
              <p:nvPr/>
            </p:nvSpPr>
            <p:spPr>
              <a:xfrm>
                <a:off x="-2447950" y="3655550"/>
                <a:ext cx="293575" cy="111775"/>
              </a:xfrm>
              <a:custGeom>
                <a:avLst/>
                <a:gdLst/>
                <a:ahLst/>
                <a:cxnLst/>
                <a:rect l="l" t="t" r="r" b="b"/>
                <a:pathLst>
                  <a:path w="11743" h="4471" extrusionOk="0">
                    <a:moveTo>
                      <a:pt x="2002" y="1"/>
                    </a:moveTo>
                    <a:cubicBezTo>
                      <a:pt x="902" y="1"/>
                      <a:pt x="1" y="902"/>
                      <a:pt x="1" y="2002"/>
                    </a:cubicBezTo>
                    <a:lnTo>
                      <a:pt x="1" y="2469"/>
                    </a:lnTo>
                    <a:cubicBezTo>
                      <a:pt x="1" y="3570"/>
                      <a:pt x="902" y="4471"/>
                      <a:pt x="2002" y="4471"/>
                    </a:cubicBezTo>
                    <a:lnTo>
                      <a:pt x="9741" y="4471"/>
                    </a:lnTo>
                    <a:cubicBezTo>
                      <a:pt x="10875" y="4471"/>
                      <a:pt x="11743" y="3570"/>
                      <a:pt x="11743" y="2469"/>
                    </a:cubicBezTo>
                    <a:lnTo>
                      <a:pt x="11743" y="2002"/>
                    </a:lnTo>
                    <a:cubicBezTo>
                      <a:pt x="11743" y="902"/>
                      <a:pt x="10875" y="1"/>
                      <a:pt x="974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669" name="Google Shape;3669;p17"/>
          <p:cNvGrpSpPr/>
          <p:nvPr/>
        </p:nvGrpSpPr>
        <p:grpSpPr>
          <a:xfrm>
            <a:off x="451898" y="4758781"/>
            <a:ext cx="3369488" cy="1707138"/>
            <a:chOff x="-939100" y="529913"/>
            <a:chExt cx="3624275" cy="1836225"/>
          </a:xfrm>
        </p:grpSpPr>
        <p:sp>
          <p:nvSpPr>
            <p:cNvPr id="3670" name="Google Shape;3670;p17"/>
            <p:cNvSpPr/>
            <p:nvPr/>
          </p:nvSpPr>
          <p:spPr>
            <a:xfrm>
              <a:off x="-939100" y="812613"/>
              <a:ext cx="1777125" cy="1163775"/>
            </a:xfrm>
            <a:custGeom>
              <a:avLst/>
              <a:gdLst/>
              <a:ahLst/>
              <a:cxnLst/>
              <a:rect l="l" t="t" r="r" b="b"/>
              <a:pathLst>
                <a:path w="71085" h="46551" extrusionOk="0">
                  <a:moveTo>
                    <a:pt x="71051" y="1"/>
                  </a:moveTo>
                  <a:cubicBezTo>
                    <a:pt x="59209" y="601"/>
                    <a:pt x="18213" y="15879"/>
                    <a:pt x="1301" y="29722"/>
                  </a:cubicBezTo>
                  <a:cubicBezTo>
                    <a:pt x="100" y="30723"/>
                    <a:pt x="0" y="32524"/>
                    <a:pt x="1101" y="33625"/>
                  </a:cubicBezTo>
                  <a:cubicBezTo>
                    <a:pt x="3569" y="36060"/>
                    <a:pt x="5371" y="39762"/>
                    <a:pt x="5904" y="44166"/>
                  </a:cubicBezTo>
                  <a:cubicBezTo>
                    <a:pt x="6057" y="45630"/>
                    <a:pt x="7285" y="46551"/>
                    <a:pt x="8555" y="46551"/>
                  </a:cubicBezTo>
                  <a:cubicBezTo>
                    <a:pt x="9222" y="46551"/>
                    <a:pt x="9901" y="46296"/>
                    <a:pt x="10441" y="45733"/>
                  </a:cubicBezTo>
                  <a:cubicBezTo>
                    <a:pt x="24151" y="31390"/>
                    <a:pt x="50203" y="12610"/>
                    <a:pt x="71051" y="568"/>
                  </a:cubicBezTo>
                  <a:cubicBezTo>
                    <a:pt x="71051" y="401"/>
                    <a:pt x="71051" y="201"/>
                    <a:pt x="7108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1" name="Google Shape;3671;p17"/>
            <p:cNvSpPr/>
            <p:nvPr/>
          </p:nvSpPr>
          <p:spPr>
            <a:xfrm>
              <a:off x="-690600" y="826788"/>
              <a:ext cx="1529450" cy="1427300"/>
            </a:xfrm>
            <a:custGeom>
              <a:avLst/>
              <a:gdLst/>
              <a:ahLst/>
              <a:cxnLst/>
              <a:rect l="l" t="t" r="r" b="b"/>
              <a:pathLst>
                <a:path w="61178" h="57092" extrusionOk="0">
                  <a:moveTo>
                    <a:pt x="61111" y="1"/>
                  </a:moveTo>
                  <a:cubicBezTo>
                    <a:pt x="40830" y="11709"/>
                    <a:pt x="15678" y="29789"/>
                    <a:pt x="1668" y="43932"/>
                  </a:cubicBezTo>
                  <a:cubicBezTo>
                    <a:pt x="1" y="45633"/>
                    <a:pt x="1235" y="48435"/>
                    <a:pt x="3603" y="48435"/>
                  </a:cubicBezTo>
                  <a:cubicBezTo>
                    <a:pt x="10441" y="48469"/>
                    <a:pt x="18947" y="51604"/>
                    <a:pt x="23250" y="56208"/>
                  </a:cubicBezTo>
                  <a:cubicBezTo>
                    <a:pt x="23794" y="56806"/>
                    <a:pt x="24517" y="57091"/>
                    <a:pt x="25231" y="57091"/>
                  </a:cubicBezTo>
                  <a:cubicBezTo>
                    <a:pt x="26228" y="57091"/>
                    <a:pt x="27207" y="56537"/>
                    <a:pt x="27654" y="55507"/>
                  </a:cubicBezTo>
                  <a:cubicBezTo>
                    <a:pt x="34525" y="39529"/>
                    <a:pt x="48001" y="18180"/>
                    <a:pt x="61178" y="101"/>
                  </a:cubicBezTo>
                  <a:cubicBezTo>
                    <a:pt x="61144" y="34"/>
                    <a:pt x="61144" y="67"/>
                    <a:pt x="611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2" name="Google Shape;3672;p17"/>
            <p:cNvSpPr/>
            <p:nvPr/>
          </p:nvSpPr>
          <p:spPr>
            <a:xfrm>
              <a:off x="-3925" y="832638"/>
              <a:ext cx="858600" cy="1520275"/>
            </a:xfrm>
            <a:custGeom>
              <a:avLst/>
              <a:gdLst/>
              <a:ahLst/>
              <a:cxnLst/>
              <a:rect l="l" t="t" r="r" b="b"/>
              <a:pathLst>
                <a:path w="34344" h="60811" extrusionOk="0">
                  <a:moveTo>
                    <a:pt x="33610" y="0"/>
                  </a:moveTo>
                  <a:lnTo>
                    <a:pt x="33610" y="0"/>
                  </a:lnTo>
                  <a:cubicBezTo>
                    <a:pt x="20868" y="17479"/>
                    <a:pt x="7859" y="38027"/>
                    <a:pt x="820" y="53805"/>
                  </a:cubicBezTo>
                  <a:cubicBezTo>
                    <a:pt x="1" y="55627"/>
                    <a:pt x="1392" y="57532"/>
                    <a:pt x="3259" y="57532"/>
                  </a:cubicBezTo>
                  <a:cubicBezTo>
                    <a:pt x="3442" y="57532"/>
                    <a:pt x="3631" y="57514"/>
                    <a:pt x="3823" y="57475"/>
                  </a:cubicBezTo>
                  <a:cubicBezTo>
                    <a:pt x="5960" y="57013"/>
                    <a:pt x="8473" y="56796"/>
                    <a:pt x="11131" y="56796"/>
                  </a:cubicBezTo>
                  <a:cubicBezTo>
                    <a:pt x="17887" y="56796"/>
                    <a:pt x="25582" y="58197"/>
                    <a:pt x="30442" y="60543"/>
                  </a:cubicBezTo>
                  <a:cubicBezTo>
                    <a:pt x="30815" y="60727"/>
                    <a:pt x="31200" y="60811"/>
                    <a:pt x="31574" y="60811"/>
                  </a:cubicBezTo>
                  <a:cubicBezTo>
                    <a:pt x="33038" y="60811"/>
                    <a:pt x="34344" y="59529"/>
                    <a:pt x="34211" y="57908"/>
                  </a:cubicBezTo>
                  <a:cubicBezTo>
                    <a:pt x="32443" y="37794"/>
                    <a:pt x="32777" y="16745"/>
                    <a:pt x="3361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3" name="Google Shape;3673;p17"/>
            <p:cNvSpPr/>
            <p:nvPr/>
          </p:nvSpPr>
          <p:spPr>
            <a:xfrm>
              <a:off x="852175" y="811788"/>
              <a:ext cx="1833000" cy="1095200"/>
            </a:xfrm>
            <a:custGeom>
              <a:avLst/>
              <a:gdLst/>
              <a:ahLst/>
              <a:cxnLst/>
              <a:rect l="l" t="t" r="r" b="b"/>
              <a:pathLst>
                <a:path w="73320" h="43808" extrusionOk="0">
                  <a:moveTo>
                    <a:pt x="100" y="0"/>
                  </a:moveTo>
                  <a:lnTo>
                    <a:pt x="0" y="334"/>
                  </a:lnTo>
                  <a:cubicBezTo>
                    <a:pt x="23450" y="12276"/>
                    <a:pt x="51837" y="29588"/>
                    <a:pt x="67248" y="43131"/>
                  </a:cubicBezTo>
                  <a:cubicBezTo>
                    <a:pt x="67767" y="43597"/>
                    <a:pt x="68383" y="43807"/>
                    <a:pt x="68988" y="43807"/>
                  </a:cubicBezTo>
                  <a:cubicBezTo>
                    <a:pt x="70289" y="43807"/>
                    <a:pt x="71538" y="42833"/>
                    <a:pt x="71651" y="41330"/>
                  </a:cubicBezTo>
                  <a:cubicBezTo>
                    <a:pt x="71818" y="38961"/>
                    <a:pt x="72218" y="36326"/>
                    <a:pt x="72986" y="34125"/>
                  </a:cubicBezTo>
                  <a:cubicBezTo>
                    <a:pt x="73319" y="33091"/>
                    <a:pt x="73052" y="31956"/>
                    <a:pt x="72252" y="31256"/>
                  </a:cubicBezTo>
                  <a:cubicBezTo>
                    <a:pt x="56274" y="16712"/>
                    <a:pt x="11275" y="0"/>
                    <a:pt x="10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4" name="Google Shape;3674;p17"/>
            <p:cNvSpPr/>
            <p:nvPr/>
          </p:nvSpPr>
          <p:spPr>
            <a:xfrm>
              <a:off x="848000" y="818463"/>
              <a:ext cx="1687900" cy="1388950"/>
            </a:xfrm>
            <a:custGeom>
              <a:avLst/>
              <a:gdLst/>
              <a:ahLst/>
              <a:cxnLst/>
              <a:rect l="l" t="t" r="r" b="b"/>
              <a:pathLst>
                <a:path w="67516" h="55558" extrusionOk="0">
                  <a:moveTo>
                    <a:pt x="67" y="0"/>
                  </a:moveTo>
                  <a:cubicBezTo>
                    <a:pt x="34" y="67"/>
                    <a:pt x="34" y="33"/>
                    <a:pt x="0" y="67"/>
                  </a:cubicBezTo>
                  <a:cubicBezTo>
                    <a:pt x="16979" y="16979"/>
                    <a:pt x="36593" y="38361"/>
                    <a:pt x="44466" y="54072"/>
                  </a:cubicBezTo>
                  <a:cubicBezTo>
                    <a:pt x="44945" y="55049"/>
                    <a:pt x="45883" y="55558"/>
                    <a:pt x="46835" y="55558"/>
                  </a:cubicBezTo>
                  <a:cubicBezTo>
                    <a:pt x="47605" y="55558"/>
                    <a:pt x="48384" y="55225"/>
                    <a:pt x="48935" y="54539"/>
                  </a:cubicBezTo>
                  <a:cubicBezTo>
                    <a:pt x="53238" y="49135"/>
                    <a:pt x="58676" y="46367"/>
                    <a:pt x="64080" y="46033"/>
                  </a:cubicBezTo>
                  <a:cubicBezTo>
                    <a:pt x="66481" y="45900"/>
                    <a:pt x="67515" y="42931"/>
                    <a:pt x="65681" y="41363"/>
                  </a:cubicBezTo>
                  <a:cubicBezTo>
                    <a:pt x="49936" y="28053"/>
                    <a:pt x="22650" y="11508"/>
                    <a:pt x="6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5" name="Google Shape;3675;p17"/>
            <p:cNvSpPr/>
            <p:nvPr/>
          </p:nvSpPr>
          <p:spPr>
            <a:xfrm>
              <a:off x="807125" y="820113"/>
              <a:ext cx="1148675" cy="1546025"/>
            </a:xfrm>
            <a:custGeom>
              <a:avLst/>
              <a:gdLst/>
              <a:ahLst/>
              <a:cxnLst/>
              <a:rect l="l" t="t" r="r" b="b"/>
              <a:pathLst>
                <a:path w="45947" h="61841" extrusionOk="0">
                  <a:moveTo>
                    <a:pt x="1635" y="1"/>
                  </a:moveTo>
                  <a:cubicBezTo>
                    <a:pt x="1602" y="34"/>
                    <a:pt x="1569" y="34"/>
                    <a:pt x="1502" y="34"/>
                  </a:cubicBezTo>
                  <a:cubicBezTo>
                    <a:pt x="1402" y="168"/>
                    <a:pt x="1302" y="334"/>
                    <a:pt x="1168" y="501"/>
                  </a:cubicBezTo>
                  <a:cubicBezTo>
                    <a:pt x="301" y="17547"/>
                    <a:pt x="1" y="38995"/>
                    <a:pt x="1869" y="59443"/>
                  </a:cubicBezTo>
                  <a:cubicBezTo>
                    <a:pt x="1989" y="60884"/>
                    <a:pt x="3215" y="61841"/>
                    <a:pt x="4515" y="61841"/>
                  </a:cubicBezTo>
                  <a:cubicBezTo>
                    <a:pt x="5021" y="61841"/>
                    <a:pt x="5538" y="61696"/>
                    <a:pt x="6005" y="61378"/>
                  </a:cubicBezTo>
                  <a:cubicBezTo>
                    <a:pt x="12280" y="57075"/>
                    <a:pt x="22400" y="54418"/>
                    <a:pt x="31722" y="54418"/>
                  </a:cubicBezTo>
                  <a:cubicBezTo>
                    <a:pt x="35335" y="54418"/>
                    <a:pt x="38828" y="54817"/>
                    <a:pt x="41931" y="55674"/>
                  </a:cubicBezTo>
                  <a:cubicBezTo>
                    <a:pt x="42172" y="55738"/>
                    <a:pt x="42409" y="55768"/>
                    <a:pt x="42637" y="55768"/>
                  </a:cubicBezTo>
                  <a:cubicBezTo>
                    <a:pt x="44562" y="55768"/>
                    <a:pt x="45947" y="53653"/>
                    <a:pt x="44933" y="51805"/>
                  </a:cubicBezTo>
                  <a:cubicBezTo>
                    <a:pt x="36427" y="36360"/>
                    <a:pt x="17847" y="16112"/>
                    <a:pt x="163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676" name="Google Shape;3676;p17"/>
            <p:cNvGrpSpPr/>
            <p:nvPr/>
          </p:nvGrpSpPr>
          <p:grpSpPr>
            <a:xfrm>
              <a:off x="-939100" y="529913"/>
              <a:ext cx="3624275" cy="1836225"/>
              <a:chOff x="112275" y="2665738"/>
              <a:chExt cx="3624275" cy="1836225"/>
            </a:xfrm>
          </p:grpSpPr>
          <p:sp>
            <p:nvSpPr>
              <p:cNvPr id="3677" name="Google Shape;3677;p17"/>
              <p:cNvSpPr/>
              <p:nvPr/>
            </p:nvSpPr>
            <p:spPr>
              <a:xfrm>
                <a:off x="112275" y="2948438"/>
                <a:ext cx="1777125" cy="1163775"/>
              </a:xfrm>
              <a:custGeom>
                <a:avLst/>
                <a:gdLst/>
                <a:ahLst/>
                <a:cxnLst/>
                <a:rect l="l" t="t" r="r" b="b"/>
                <a:pathLst>
                  <a:path w="71085" h="46551" extrusionOk="0">
                    <a:moveTo>
                      <a:pt x="71051" y="1"/>
                    </a:moveTo>
                    <a:cubicBezTo>
                      <a:pt x="59209" y="601"/>
                      <a:pt x="18213" y="15879"/>
                      <a:pt x="1301" y="29722"/>
                    </a:cubicBezTo>
                    <a:cubicBezTo>
                      <a:pt x="100" y="30723"/>
                      <a:pt x="0" y="32524"/>
                      <a:pt x="1101" y="33625"/>
                    </a:cubicBezTo>
                    <a:cubicBezTo>
                      <a:pt x="3569" y="36060"/>
                      <a:pt x="5371" y="39762"/>
                      <a:pt x="5904" y="44166"/>
                    </a:cubicBezTo>
                    <a:cubicBezTo>
                      <a:pt x="6057" y="45630"/>
                      <a:pt x="7285" y="46551"/>
                      <a:pt x="8555" y="46551"/>
                    </a:cubicBezTo>
                    <a:cubicBezTo>
                      <a:pt x="9222" y="46551"/>
                      <a:pt x="9901" y="46296"/>
                      <a:pt x="10441" y="45733"/>
                    </a:cubicBezTo>
                    <a:cubicBezTo>
                      <a:pt x="24151" y="31390"/>
                      <a:pt x="50203" y="12610"/>
                      <a:pt x="71051" y="568"/>
                    </a:cubicBezTo>
                    <a:cubicBezTo>
                      <a:pt x="71051" y="401"/>
                      <a:pt x="71051" y="201"/>
                      <a:pt x="71084" y="1"/>
                    </a:cubicBezTo>
                    <a:close/>
                  </a:path>
                </a:pathLst>
              </a:custGeom>
              <a:solidFill>
                <a:srgbClr val="191919">
                  <a:alpha val="284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78" name="Google Shape;3678;p17"/>
              <p:cNvSpPr/>
              <p:nvPr/>
            </p:nvSpPr>
            <p:spPr>
              <a:xfrm>
                <a:off x="360775" y="2962613"/>
                <a:ext cx="1529450" cy="1427300"/>
              </a:xfrm>
              <a:custGeom>
                <a:avLst/>
                <a:gdLst/>
                <a:ahLst/>
                <a:cxnLst/>
                <a:rect l="l" t="t" r="r" b="b"/>
                <a:pathLst>
                  <a:path w="61178" h="57092" extrusionOk="0">
                    <a:moveTo>
                      <a:pt x="61111" y="1"/>
                    </a:moveTo>
                    <a:cubicBezTo>
                      <a:pt x="40830" y="11709"/>
                      <a:pt x="15678" y="29789"/>
                      <a:pt x="1668" y="43932"/>
                    </a:cubicBezTo>
                    <a:cubicBezTo>
                      <a:pt x="1" y="45633"/>
                      <a:pt x="1235" y="48435"/>
                      <a:pt x="3603" y="48435"/>
                    </a:cubicBezTo>
                    <a:cubicBezTo>
                      <a:pt x="10441" y="48469"/>
                      <a:pt x="18947" y="51604"/>
                      <a:pt x="23250" y="56208"/>
                    </a:cubicBezTo>
                    <a:cubicBezTo>
                      <a:pt x="23794" y="56806"/>
                      <a:pt x="24517" y="57091"/>
                      <a:pt x="25231" y="57091"/>
                    </a:cubicBezTo>
                    <a:cubicBezTo>
                      <a:pt x="26228" y="57091"/>
                      <a:pt x="27207" y="56537"/>
                      <a:pt x="27654" y="55507"/>
                    </a:cubicBezTo>
                    <a:cubicBezTo>
                      <a:pt x="34525" y="39529"/>
                      <a:pt x="48001" y="18180"/>
                      <a:pt x="61178" y="101"/>
                    </a:cubicBezTo>
                    <a:cubicBezTo>
                      <a:pt x="61144" y="34"/>
                      <a:pt x="61144" y="67"/>
                      <a:pt x="61111" y="1"/>
                    </a:cubicBezTo>
                    <a:close/>
                  </a:path>
                </a:pathLst>
              </a:custGeom>
              <a:solidFill>
                <a:srgbClr val="191919">
                  <a:alpha val="189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79" name="Google Shape;3679;p17"/>
              <p:cNvSpPr/>
              <p:nvPr/>
            </p:nvSpPr>
            <p:spPr>
              <a:xfrm>
                <a:off x="1047450" y="2968463"/>
                <a:ext cx="858600" cy="1520275"/>
              </a:xfrm>
              <a:custGeom>
                <a:avLst/>
                <a:gdLst/>
                <a:ahLst/>
                <a:cxnLst/>
                <a:rect l="l" t="t" r="r" b="b"/>
                <a:pathLst>
                  <a:path w="34344" h="60811" extrusionOk="0">
                    <a:moveTo>
                      <a:pt x="33610" y="0"/>
                    </a:moveTo>
                    <a:lnTo>
                      <a:pt x="33610" y="0"/>
                    </a:lnTo>
                    <a:cubicBezTo>
                      <a:pt x="20868" y="17479"/>
                      <a:pt x="7859" y="38027"/>
                      <a:pt x="820" y="53805"/>
                    </a:cubicBezTo>
                    <a:cubicBezTo>
                      <a:pt x="1" y="55627"/>
                      <a:pt x="1392" y="57532"/>
                      <a:pt x="3259" y="57532"/>
                    </a:cubicBezTo>
                    <a:cubicBezTo>
                      <a:pt x="3442" y="57532"/>
                      <a:pt x="3631" y="57514"/>
                      <a:pt x="3823" y="57475"/>
                    </a:cubicBezTo>
                    <a:cubicBezTo>
                      <a:pt x="5960" y="57013"/>
                      <a:pt x="8473" y="56796"/>
                      <a:pt x="11131" y="56796"/>
                    </a:cubicBezTo>
                    <a:cubicBezTo>
                      <a:pt x="17887" y="56796"/>
                      <a:pt x="25582" y="58197"/>
                      <a:pt x="30442" y="60543"/>
                    </a:cubicBezTo>
                    <a:cubicBezTo>
                      <a:pt x="30815" y="60727"/>
                      <a:pt x="31200" y="60811"/>
                      <a:pt x="31574" y="60811"/>
                    </a:cubicBezTo>
                    <a:cubicBezTo>
                      <a:pt x="33038" y="60811"/>
                      <a:pt x="34344" y="59529"/>
                      <a:pt x="34211" y="57908"/>
                    </a:cubicBezTo>
                    <a:cubicBezTo>
                      <a:pt x="32443" y="37794"/>
                      <a:pt x="32777" y="16745"/>
                      <a:pt x="33610" y="0"/>
                    </a:cubicBezTo>
                    <a:close/>
                  </a:path>
                </a:pathLst>
              </a:custGeom>
              <a:solidFill>
                <a:srgbClr val="191919">
                  <a:alpha val="150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80" name="Google Shape;3680;p17"/>
              <p:cNvSpPr/>
              <p:nvPr/>
            </p:nvSpPr>
            <p:spPr>
              <a:xfrm>
                <a:off x="1903550" y="2947613"/>
                <a:ext cx="1833000" cy="1095200"/>
              </a:xfrm>
              <a:custGeom>
                <a:avLst/>
                <a:gdLst/>
                <a:ahLst/>
                <a:cxnLst/>
                <a:rect l="l" t="t" r="r" b="b"/>
                <a:pathLst>
                  <a:path w="73320" h="43808" extrusionOk="0">
                    <a:moveTo>
                      <a:pt x="100" y="0"/>
                    </a:moveTo>
                    <a:lnTo>
                      <a:pt x="0" y="334"/>
                    </a:lnTo>
                    <a:cubicBezTo>
                      <a:pt x="23450" y="12276"/>
                      <a:pt x="51837" y="29588"/>
                      <a:pt x="67248" y="43131"/>
                    </a:cubicBezTo>
                    <a:cubicBezTo>
                      <a:pt x="67767" y="43597"/>
                      <a:pt x="68383" y="43807"/>
                      <a:pt x="68988" y="43807"/>
                    </a:cubicBezTo>
                    <a:cubicBezTo>
                      <a:pt x="70289" y="43807"/>
                      <a:pt x="71538" y="42833"/>
                      <a:pt x="71651" y="41330"/>
                    </a:cubicBezTo>
                    <a:cubicBezTo>
                      <a:pt x="71818" y="38961"/>
                      <a:pt x="72218" y="36326"/>
                      <a:pt x="72986" y="34125"/>
                    </a:cubicBezTo>
                    <a:cubicBezTo>
                      <a:pt x="73319" y="33091"/>
                      <a:pt x="73052" y="31956"/>
                      <a:pt x="72252" y="31256"/>
                    </a:cubicBezTo>
                    <a:cubicBezTo>
                      <a:pt x="56274" y="16712"/>
                      <a:pt x="11275" y="0"/>
                      <a:pt x="100" y="0"/>
                    </a:cubicBezTo>
                    <a:close/>
                  </a:path>
                </a:pathLst>
              </a:custGeom>
              <a:solidFill>
                <a:srgbClr val="191919">
                  <a:alpha val="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81" name="Google Shape;3681;p17"/>
              <p:cNvSpPr/>
              <p:nvPr/>
            </p:nvSpPr>
            <p:spPr>
              <a:xfrm>
                <a:off x="1899375" y="2954288"/>
                <a:ext cx="1687900" cy="1388950"/>
              </a:xfrm>
              <a:custGeom>
                <a:avLst/>
                <a:gdLst/>
                <a:ahLst/>
                <a:cxnLst/>
                <a:rect l="l" t="t" r="r" b="b"/>
                <a:pathLst>
                  <a:path w="67516" h="55558" extrusionOk="0">
                    <a:moveTo>
                      <a:pt x="67" y="0"/>
                    </a:moveTo>
                    <a:cubicBezTo>
                      <a:pt x="34" y="67"/>
                      <a:pt x="34" y="33"/>
                      <a:pt x="0" y="67"/>
                    </a:cubicBezTo>
                    <a:cubicBezTo>
                      <a:pt x="16979" y="16979"/>
                      <a:pt x="36593" y="38361"/>
                      <a:pt x="44466" y="54072"/>
                    </a:cubicBezTo>
                    <a:cubicBezTo>
                      <a:pt x="44945" y="55049"/>
                      <a:pt x="45883" y="55558"/>
                      <a:pt x="46835" y="55558"/>
                    </a:cubicBezTo>
                    <a:cubicBezTo>
                      <a:pt x="47605" y="55558"/>
                      <a:pt x="48384" y="55225"/>
                      <a:pt x="48935" y="54539"/>
                    </a:cubicBezTo>
                    <a:cubicBezTo>
                      <a:pt x="53238" y="49135"/>
                      <a:pt x="58676" y="46367"/>
                      <a:pt x="64080" y="46033"/>
                    </a:cubicBezTo>
                    <a:cubicBezTo>
                      <a:pt x="66481" y="45900"/>
                      <a:pt x="67515" y="42931"/>
                      <a:pt x="65681" y="41363"/>
                    </a:cubicBezTo>
                    <a:cubicBezTo>
                      <a:pt x="49936" y="28053"/>
                      <a:pt x="22650" y="11508"/>
                      <a:pt x="67" y="0"/>
                    </a:cubicBezTo>
                    <a:close/>
                  </a:path>
                </a:pathLst>
              </a:custGeom>
              <a:solidFill>
                <a:srgbClr val="191919">
                  <a:alpha val="61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82" name="Google Shape;3682;p17"/>
              <p:cNvSpPr/>
              <p:nvPr/>
            </p:nvSpPr>
            <p:spPr>
              <a:xfrm>
                <a:off x="1858500" y="2955938"/>
                <a:ext cx="1148675" cy="1546025"/>
              </a:xfrm>
              <a:custGeom>
                <a:avLst/>
                <a:gdLst/>
                <a:ahLst/>
                <a:cxnLst/>
                <a:rect l="l" t="t" r="r" b="b"/>
                <a:pathLst>
                  <a:path w="45947" h="61841" extrusionOk="0">
                    <a:moveTo>
                      <a:pt x="1635" y="1"/>
                    </a:moveTo>
                    <a:cubicBezTo>
                      <a:pt x="1602" y="34"/>
                      <a:pt x="1569" y="34"/>
                      <a:pt x="1502" y="34"/>
                    </a:cubicBezTo>
                    <a:cubicBezTo>
                      <a:pt x="1402" y="168"/>
                      <a:pt x="1302" y="334"/>
                      <a:pt x="1168" y="501"/>
                    </a:cubicBezTo>
                    <a:cubicBezTo>
                      <a:pt x="301" y="17547"/>
                      <a:pt x="1" y="38995"/>
                      <a:pt x="1869" y="59443"/>
                    </a:cubicBezTo>
                    <a:cubicBezTo>
                      <a:pt x="1989" y="60884"/>
                      <a:pt x="3215" y="61841"/>
                      <a:pt x="4515" y="61841"/>
                    </a:cubicBezTo>
                    <a:cubicBezTo>
                      <a:pt x="5021" y="61841"/>
                      <a:pt x="5538" y="61696"/>
                      <a:pt x="6005" y="61378"/>
                    </a:cubicBezTo>
                    <a:cubicBezTo>
                      <a:pt x="12280" y="57075"/>
                      <a:pt x="22400" y="54418"/>
                      <a:pt x="31722" y="54418"/>
                    </a:cubicBezTo>
                    <a:cubicBezTo>
                      <a:pt x="35335" y="54418"/>
                      <a:pt x="38828" y="54817"/>
                      <a:pt x="41931" y="55674"/>
                    </a:cubicBezTo>
                    <a:cubicBezTo>
                      <a:pt x="42172" y="55738"/>
                      <a:pt x="42409" y="55768"/>
                      <a:pt x="42637" y="55768"/>
                    </a:cubicBezTo>
                    <a:cubicBezTo>
                      <a:pt x="44562" y="55768"/>
                      <a:pt x="45947" y="53653"/>
                      <a:pt x="44933" y="51805"/>
                    </a:cubicBezTo>
                    <a:cubicBezTo>
                      <a:pt x="36427" y="36360"/>
                      <a:pt x="17847" y="16112"/>
                      <a:pt x="1635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83" name="Google Shape;3683;p17"/>
              <p:cNvSpPr/>
              <p:nvPr/>
            </p:nvSpPr>
            <p:spPr>
              <a:xfrm>
                <a:off x="112275" y="2948438"/>
                <a:ext cx="2249125" cy="1553525"/>
              </a:xfrm>
              <a:custGeom>
                <a:avLst/>
                <a:gdLst/>
                <a:ahLst/>
                <a:cxnLst/>
                <a:rect l="l" t="t" r="r" b="b"/>
                <a:pathLst>
                  <a:path w="89965" h="62141" extrusionOk="0">
                    <a:moveTo>
                      <a:pt x="71585" y="58242"/>
                    </a:moveTo>
                    <a:lnTo>
                      <a:pt x="71585" y="58242"/>
                    </a:lnTo>
                    <a:cubicBezTo>
                      <a:pt x="71590" y="58323"/>
                      <a:pt x="71595" y="58404"/>
                      <a:pt x="71601" y="58485"/>
                    </a:cubicBezTo>
                    <a:lnTo>
                      <a:pt x="71601" y="58485"/>
                    </a:lnTo>
                    <a:cubicBezTo>
                      <a:pt x="71593" y="58407"/>
                      <a:pt x="71585" y="58324"/>
                      <a:pt x="71585" y="58242"/>
                    </a:cubicBezTo>
                    <a:close/>
                    <a:moveTo>
                      <a:pt x="71017" y="1"/>
                    </a:moveTo>
                    <a:lnTo>
                      <a:pt x="71017" y="1"/>
                    </a:lnTo>
                    <a:cubicBezTo>
                      <a:pt x="59142" y="634"/>
                      <a:pt x="18180" y="15879"/>
                      <a:pt x="1301" y="29722"/>
                    </a:cubicBezTo>
                    <a:cubicBezTo>
                      <a:pt x="100" y="30723"/>
                      <a:pt x="0" y="32524"/>
                      <a:pt x="1101" y="33625"/>
                    </a:cubicBezTo>
                    <a:cubicBezTo>
                      <a:pt x="3569" y="36060"/>
                      <a:pt x="5371" y="39762"/>
                      <a:pt x="5871" y="44166"/>
                    </a:cubicBezTo>
                    <a:cubicBezTo>
                      <a:pt x="6046" y="45630"/>
                      <a:pt x="7281" y="46551"/>
                      <a:pt x="8544" y="46551"/>
                    </a:cubicBezTo>
                    <a:cubicBezTo>
                      <a:pt x="9208" y="46551"/>
                      <a:pt x="9879" y="46296"/>
                      <a:pt x="10408" y="45733"/>
                    </a:cubicBezTo>
                    <a:cubicBezTo>
                      <a:pt x="10808" y="45333"/>
                      <a:pt x="11208" y="44933"/>
                      <a:pt x="11608" y="44532"/>
                    </a:cubicBezTo>
                    <a:lnTo>
                      <a:pt x="11608" y="44532"/>
                    </a:lnTo>
                    <a:cubicBezTo>
                      <a:pt x="9974" y="46200"/>
                      <a:pt x="11175" y="49002"/>
                      <a:pt x="13543" y="49002"/>
                    </a:cubicBezTo>
                    <a:cubicBezTo>
                      <a:pt x="20381" y="49036"/>
                      <a:pt x="28887" y="52171"/>
                      <a:pt x="33190" y="56775"/>
                    </a:cubicBezTo>
                    <a:cubicBezTo>
                      <a:pt x="33734" y="57373"/>
                      <a:pt x="34457" y="57658"/>
                      <a:pt x="35171" y="57658"/>
                    </a:cubicBezTo>
                    <a:cubicBezTo>
                      <a:pt x="36168" y="57658"/>
                      <a:pt x="37147" y="57104"/>
                      <a:pt x="37594" y="56074"/>
                    </a:cubicBezTo>
                    <a:cubicBezTo>
                      <a:pt x="37794" y="55574"/>
                      <a:pt x="37994" y="55107"/>
                      <a:pt x="38227" y="54606"/>
                    </a:cubicBezTo>
                    <a:lnTo>
                      <a:pt x="38227" y="54606"/>
                    </a:lnTo>
                    <a:cubicBezTo>
                      <a:pt x="37408" y="56428"/>
                      <a:pt x="38799" y="58333"/>
                      <a:pt x="40666" y="58333"/>
                    </a:cubicBezTo>
                    <a:cubicBezTo>
                      <a:pt x="40849" y="58333"/>
                      <a:pt x="41038" y="58315"/>
                      <a:pt x="41230" y="58276"/>
                    </a:cubicBezTo>
                    <a:cubicBezTo>
                      <a:pt x="43367" y="57814"/>
                      <a:pt x="45880" y="57597"/>
                      <a:pt x="48538" y="57597"/>
                    </a:cubicBezTo>
                    <a:cubicBezTo>
                      <a:pt x="55294" y="57597"/>
                      <a:pt x="62989" y="58998"/>
                      <a:pt x="67849" y="61344"/>
                    </a:cubicBezTo>
                    <a:cubicBezTo>
                      <a:pt x="68217" y="61519"/>
                      <a:pt x="68597" y="61599"/>
                      <a:pt x="68967" y="61599"/>
                    </a:cubicBezTo>
                    <a:cubicBezTo>
                      <a:pt x="70405" y="61599"/>
                      <a:pt x="71694" y="60389"/>
                      <a:pt x="71625" y="58814"/>
                    </a:cubicBezTo>
                    <a:lnTo>
                      <a:pt x="71625" y="58814"/>
                    </a:lnTo>
                    <a:cubicBezTo>
                      <a:pt x="71648" y="59124"/>
                      <a:pt x="71677" y="59434"/>
                      <a:pt x="71718" y="59743"/>
                    </a:cubicBezTo>
                    <a:cubicBezTo>
                      <a:pt x="71838" y="61184"/>
                      <a:pt x="73064" y="62141"/>
                      <a:pt x="74364" y="62141"/>
                    </a:cubicBezTo>
                    <a:cubicBezTo>
                      <a:pt x="74870" y="62141"/>
                      <a:pt x="75387" y="61996"/>
                      <a:pt x="75854" y="61678"/>
                    </a:cubicBezTo>
                    <a:cubicBezTo>
                      <a:pt x="79557" y="59143"/>
                      <a:pt x="84560" y="57175"/>
                      <a:pt x="89964" y="56007"/>
                    </a:cubicBezTo>
                    <a:cubicBezTo>
                      <a:pt x="89764" y="55974"/>
                      <a:pt x="89531" y="55874"/>
                      <a:pt x="89331" y="55774"/>
                    </a:cubicBezTo>
                    <a:cubicBezTo>
                      <a:pt x="84466" y="53426"/>
                      <a:pt x="76762" y="52041"/>
                      <a:pt x="70001" y="52041"/>
                    </a:cubicBezTo>
                    <a:cubicBezTo>
                      <a:pt x="67350" y="52041"/>
                      <a:pt x="64844" y="52254"/>
                      <a:pt x="62712" y="52705"/>
                    </a:cubicBezTo>
                    <a:cubicBezTo>
                      <a:pt x="62205" y="52816"/>
                      <a:pt x="61561" y="52870"/>
                      <a:pt x="60853" y="52870"/>
                    </a:cubicBezTo>
                    <a:cubicBezTo>
                      <a:pt x="58578" y="52870"/>
                      <a:pt x="55657" y="52306"/>
                      <a:pt x="54639" y="51237"/>
                    </a:cubicBezTo>
                    <a:cubicBezTo>
                      <a:pt x="50369" y="46601"/>
                      <a:pt x="41830" y="43498"/>
                      <a:pt x="35025" y="43465"/>
                    </a:cubicBezTo>
                    <a:cubicBezTo>
                      <a:pt x="32657" y="43465"/>
                      <a:pt x="27620" y="40863"/>
                      <a:pt x="27353" y="38628"/>
                    </a:cubicBezTo>
                    <a:cubicBezTo>
                      <a:pt x="26853" y="34225"/>
                      <a:pt x="25051" y="30522"/>
                      <a:pt x="22550" y="28054"/>
                    </a:cubicBezTo>
                    <a:cubicBezTo>
                      <a:pt x="21449" y="26987"/>
                      <a:pt x="21582" y="25152"/>
                      <a:pt x="22783" y="24185"/>
                    </a:cubicBezTo>
                    <a:cubicBezTo>
                      <a:pt x="33624" y="15278"/>
                      <a:pt x="54406" y="5805"/>
                      <a:pt x="71017" y="1"/>
                    </a:cubicBezTo>
                    <a:close/>
                  </a:path>
                </a:pathLst>
              </a:custGeom>
              <a:solidFill>
                <a:srgbClr val="191919">
                  <a:alpha val="284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84" name="Google Shape;3684;p17"/>
              <p:cNvSpPr/>
              <p:nvPr/>
            </p:nvSpPr>
            <p:spPr>
              <a:xfrm>
                <a:off x="1820150" y="2665738"/>
                <a:ext cx="184325" cy="255200"/>
              </a:xfrm>
              <a:custGeom>
                <a:avLst/>
                <a:gdLst/>
                <a:ahLst/>
                <a:cxnLst/>
                <a:rect l="l" t="t" r="r" b="b"/>
                <a:pathLst>
                  <a:path w="7373" h="10208" extrusionOk="0">
                    <a:moveTo>
                      <a:pt x="3670" y="0"/>
                    </a:moveTo>
                    <a:cubicBezTo>
                      <a:pt x="1835" y="0"/>
                      <a:pt x="1" y="10208"/>
                      <a:pt x="1" y="10208"/>
                    </a:cubicBezTo>
                    <a:lnTo>
                      <a:pt x="7372" y="10208"/>
                    </a:lnTo>
                    <a:cubicBezTo>
                      <a:pt x="7372" y="10208"/>
                      <a:pt x="5538" y="0"/>
                      <a:pt x="36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85" name="Google Shape;3685;p17"/>
              <p:cNvSpPr/>
              <p:nvPr/>
            </p:nvSpPr>
            <p:spPr>
              <a:xfrm>
                <a:off x="1765100" y="2865038"/>
                <a:ext cx="293575" cy="111775"/>
              </a:xfrm>
              <a:custGeom>
                <a:avLst/>
                <a:gdLst/>
                <a:ahLst/>
                <a:cxnLst/>
                <a:rect l="l" t="t" r="r" b="b"/>
                <a:pathLst>
                  <a:path w="11743" h="4471" extrusionOk="0">
                    <a:moveTo>
                      <a:pt x="2002" y="1"/>
                    </a:moveTo>
                    <a:cubicBezTo>
                      <a:pt x="902" y="1"/>
                      <a:pt x="1" y="902"/>
                      <a:pt x="1" y="2002"/>
                    </a:cubicBezTo>
                    <a:lnTo>
                      <a:pt x="1" y="2469"/>
                    </a:lnTo>
                    <a:cubicBezTo>
                      <a:pt x="1" y="3570"/>
                      <a:pt x="902" y="4471"/>
                      <a:pt x="2002" y="4471"/>
                    </a:cubicBezTo>
                    <a:lnTo>
                      <a:pt x="9741" y="4471"/>
                    </a:lnTo>
                    <a:cubicBezTo>
                      <a:pt x="10875" y="4471"/>
                      <a:pt x="11743" y="3570"/>
                      <a:pt x="11743" y="2469"/>
                    </a:cubicBezTo>
                    <a:lnTo>
                      <a:pt x="11743" y="2002"/>
                    </a:lnTo>
                    <a:cubicBezTo>
                      <a:pt x="11743" y="902"/>
                      <a:pt x="10875" y="1"/>
                      <a:pt x="974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686" name="Google Shape;3686;p17"/>
          <p:cNvGrpSpPr/>
          <p:nvPr/>
        </p:nvGrpSpPr>
        <p:grpSpPr>
          <a:xfrm>
            <a:off x="6832683" y="4409614"/>
            <a:ext cx="3369488" cy="1707138"/>
            <a:chOff x="2087475" y="2783813"/>
            <a:chExt cx="3624275" cy="1836225"/>
          </a:xfrm>
        </p:grpSpPr>
        <p:sp>
          <p:nvSpPr>
            <p:cNvPr id="3687" name="Google Shape;3687;p17"/>
            <p:cNvSpPr/>
            <p:nvPr/>
          </p:nvSpPr>
          <p:spPr>
            <a:xfrm>
              <a:off x="2087475" y="3066513"/>
              <a:ext cx="1777125" cy="1163775"/>
            </a:xfrm>
            <a:custGeom>
              <a:avLst/>
              <a:gdLst/>
              <a:ahLst/>
              <a:cxnLst/>
              <a:rect l="l" t="t" r="r" b="b"/>
              <a:pathLst>
                <a:path w="71085" h="46551" extrusionOk="0">
                  <a:moveTo>
                    <a:pt x="71051" y="1"/>
                  </a:moveTo>
                  <a:cubicBezTo>
                    <a:pt x="59209" y="601"/>
                    <a:pt x="18213" y="15879"/>
                    <a:pt x="1301" y="29722"/>
                  </a:cubicBezTo>
                  <a:cubicBezTo>
                    <a:pt x="100" y="30723"/>
                    <a:pt x="0" y="32524"/>
                    <a:pt x="1101" y="33625"/>
                  </a:cubicBezTo>
                  <a:cubicBezTo>
                    <a:pt x="3569" y="36060"/>
                    <a:pt x="5371" y="39762"/>
                    <a:pt x="5904" y="44166"/>
                  </a:cubicBezTo>
                  <a:cubicBezTo>
                    <a:pt x="6057" y="45630"/>
                    <a:pt x="7285" y="46551"/>
                    <a:pt x="8555" y="46551"/>
                  </a:cubicBezTo>
                  <a:cubicBezTo>
                    <a:pt x="9222" y="46551"/>
                    <a:pt x="9901" y="46296"/>
                    <a:pt x="10441" y="45733"/>
                  </a:cubicBezTo>
                  <a:cubicBezTo>
                    <a:pt x="24151" y="31390"/>
                    <a:pt x="50203" y="12610"/>
                    <a:pt x="71051" y="568"/>
                  </a:cubicBezTo>
                  <a:cubicBezTo>
                    <a:pt x="71051" y="401"/>
                    <a:pt x="71051" y="201"/>
                    <a:pt x="7108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8" name="Google Shape;3688;p17"/>
            <p:cNvSpPr/>
            <p:nvPr/>
          </p:nvSpPr>
          <p:spPr>
            <a:xfrm>
              <a:off x="2335975" y="3080688"/>
              <a:ext cx="1529450" cy="1427300"/>
            </a:xfrm>
            <a:custGeom>
              <a:avLst/>
              <a:gdLst/>
              <a:ahLst/>
              <a:cxnLst/>
              <a:rect l="l" t="t" r="r" b="b"/>
              <a:pathLst>
                <a:path w="61178" h="57092" extrusionOk="0">
                  <a:moveTo>
                    <a:pt x="61111" y="1"/>
                  </a:moveTo>
                  <a:cubicBezTo>
                    <a:pt x="40830" y="11709"/>
                    <a:pt x="15678" y="29789"/>
                    <a:pt x="1668" y="43932"/>
                  </a:cubicBezTo>
                  <a:cubicBezTo>
                    <a:pt x="1" y="45633"/>
                    <a:pt x="1235" y="48435"/>
                    <a:pt x="3603" y="48435"/>
                  </a:cubicBezTo>
                  <a:cubicBezTo>
                    <a:pt x="10441" y="48469"/>
                    <a:pt x="18947" y="51604"/>
                    <a:pt x="23250" y="56208"/>
                  </a:cubicBezTo>
                  <a:cubicBezTo>
                    <a:pt x="23794" y="56806"/>
                    <a:pt x="24517" y="57091"/>
                    <a:pt x="25231" y="57091"/>
                  </a:cubicBezTo>
                  <a:cubicBezTo>
                    <a:pt x="26228" y="57091"/>
                    <a:pt x="27207" y="56537"/>
                    <a:pt x="27654" y="55507"/>
                  </a:cubicBezTo>
                  <a:cubicBezTo>
                    <a:pt x="34525" y="39529"/>
                    <a:pt x="48001" y="18180"/>
                    <a:pt x="61178" y="101"/>
                  </a:cubicBezTo>
                  <a:cubicBezTo>
                    <a:pt x="61144" y="34"/>
                    <a:pt x="61144" y="67"/>
                    <a:pt x="6111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9" name="Google Shape;3689;p17"/>
            <p:cNvSpPr/>
            <p:nvPr/>
          </p:nvSpPr>
          <p:spPr>
            <a:xfrm>
              <a:off x="3022650" y="3086538"/>
              <a:ext cx="858600" cy="1520275"/>
            </a:xfrm>
            <a:custGeom>
              <a:avLst/>
              <a:gdLst/>
              <a:ahLst/>
              <a:cxnLst/>
              <a:rect l="l" t="t" r="r" b="b"/>
              <a:pathLst>
                <a:path w="34344" h="60811" extrusionOk="0">
                  <a:moveTo>
                    <a:pt x="33610" y="0"/>
                  </a:moveTo>
                  <a:lnTo>
                    <a:pt x="33610" y="0"/>
                  </a:lnTo>
                  <a:cubicBezTo>
                    <a:pt x="20868" y="17479"/>
                    <a:pt x="7859" y="38027"/>
                    <a:pt x="820" y="53805"/>
                  </a:cubicBezTo>
                  <a:cubicBezTo>
                    <a:pt x="1" y="55627"/>
                    <a:pt x="1392" y="57532"/>
                    <a:pt x="3259" y="57532"/>
                  </a:cubicBezTo>
                  <a:cubicBezTo>
                    <a:pt x="3442" y="57532"/>
                    <a:pt x="3631" y="57514"/>
                    <a:pt x="3823" y="57475"/>
                  </a:cubicBezTo>
                  <a:cubicBezTo>
                    <a:pt x="5960" y="57013"/>
                    <a:pt x="8473" y="56796"/>
                    <a:pt x="11131" y="56796"/>
                  </a:cubicBezTo>
                  <a:cubicBezTo>
                    <a:pt x="17887" y="56796"/>
                    <a:pt x="25582" y="58197"/>
                    <a:pt x="30442" y="60543"/>
                  </a:cubicBezTo>
                  <a:cubicBezTo>
                    <a:pt x="30815" y="60727"/>
                    <a:pt x="31200" y="60811"/>
                    <a:pt x="31574" y="60811"/>
                  </a:cubicBezTo>
                  <a:cubicBezTo>
                    <a:pt x="33038" y="60811"/>
                    <a:pt x="34344" y="59529"/>
                    <a:pt x="34211" y="57908"/>
                  </a:cubicBezTo>
                  <a:cubicBezTo>
                    <a:pt x="32443" y="37794"/>
                    <a:pt x="32777" y="16745"/>
                    <a:pt x="3361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0" name="Google Shape;3690;p17"/>
            <p:cNvSpPr/>
            <p:nvPr/>
          </p:nvSpPr>
          <p:spPr>
            <a:xfrm>
              <a:off x="3878750" y="3065688"/>
              <a:ext cx="1833000" cy="1095200"/>
            </a:xfrm>
            <a:custGeom>
              <a:avLst/>
              <a:gdLst/>
              <a:ahLst/>
              <a:cxnLst/>
              <a:rect l="l" t="t" r="r" b="b"/>
              <a:pathLst>
                <a:path w="73320" h="43808" extrusionOk="0">
                  <a:moveTo>
                    <a:pt x="100" y="0"/>
                  </a:moveTo>
                  <a:lnTo>
                    <a:pt x="0" y="334"/>
                  </a:lnTo>
                  <a:cubicBezTo>
                    <a:pt x="23450" y="12276"/>
                    <a:pt x="51837" y="29588"/>
                    <a:pt x="67248" y="43131"/>
                  </a:cubicBezTo>
                  <a:cubicBezTo>
                    <a:pt x="67767" y="43597"/>
                    <a:pt x="68383" y="43807"/>
                    <a:pt x="68988" y="43807"/>
                  </a:cubicBezTo>
                  <a:cubicBezTo>
                    <a:pt x="70289" y="43807"/>
                    <a:pt x="71538" y="42833"/>
                    <a:pt x="71651" y="41330"/>
                  </a:cubicBezTo>
                  <a:cubicBezTo>
                    <a:pt x="71818" y="38961"/>
                    <a:pt x="72218" y="36326"/>
                    <a:pt x="72986" y="34125"/>
                  </a:cubicBezTo>
                  <a:cubicBezTo>
                    <a:pt x="73319" y="33091"/>
                    <a:pt x="73052" y="31956"/>
                    <a:pt x="72252" y="31256"/>
                  </a:cubicBezTo>
                  <a:cubicBezTo>
                    <a:pt x="56274" y="16712"/>
                    <a:pt x="11275" y="0"/>
                    <a:pt x="10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1" name="Google Shape;3691;p17"/>
            <p:cNvSpPr/>
            <p:nvPr/>
          </p:nvSpPr>
          <p:spPr>
            <a:xfrm>
              <a:off x="3874575" y="3072363"/>
              <a:ext cx="1687900" cy="1388950"/>
            </a:xfrm>
            <a:custGeom>
              <a:avLst/>
              <a:gdLst/>
              <a:ahLst/>
              <a:cxnLst/>
              <a:rect l="l" t="t" r="r" b="b"/>
              <a:pathLst>
                <a:path w="67516" h="55558" extrusionOk="0">
                  <a:moveTo>
                    <a:pt x="67" y="0"/>
                  </a:moveTo>
                  <a:cubicBezTo>
                    <a:pt x="34" y="67"/>
                    <a:pt x="34" y="33"/>
                    <a:pt x="0" y="67"/>
                  </a:cubicBezTo>
                  <a:cubicBezTo>
                    <a:pt x="16979" y="16979"/>
                    <a:pt x="36593" y="38361"/>
                    <a:pt x="44466" y="54072"/>
                  </a:cubicBezTo>
                  <a:cubicBezTo>
                    <a:pt x="44945" y="55049"/>
                    <a:pt x="45883" y="55558"/>
                    <a:pt x="46835" y="55558"/>
                  </a:cubicBezTo>
                  <a:cubicBezTo>
                    <a:pt x="47605" y="55558"/>
                    <a:pt x="48384" y="55225"/>
                    <a:pt x="48935" y="54539"/>
                  </a:cubicBezTo>
                  <a:cubicBezTo>
                    <a:pt x="53238" y="49135"/>
                    <a:pt x="58676" y="46367"/>
                    <a:pt x="64080" y="46033"/>
                  </a:cubicBezTo>
                  <a:cubicBezTo>
                    <a:pt x="66481" y="45900"/>
                    <a:pt x="67515" y="42931"/>
                    <a:pt x="65681" y="41363"/>
                  </a:cubicBezTo>
                  <a:cubicBezTo>
                    <a:pt x="49936" y="28053"/>
                    <a:pt x="22650" y="11508"/>
                    <a:pt x="6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2" name="Google Shape;3692;p17"/>
            <p:cNvSpPr/>
            <p:nvPr/>
          </p:nvSpPr>
          <p:spPr>
            <a:xfrm>
              <a:off x="3833700" y="3074013"/>
              <a:ext cx="1148675" cy="1546025"/>
            </a:xfrm>
            <a:custGeom>
              <a:avLst/>
              <a:gdLst/>
              <a:ahLst/>
              <a:cxnLst/>
              <a:rect l="l" t="t" r="r" b="b"/>
              <a:pathLst>
                <a:path w="45947" h="61841" extrusionOk="0">
                  <a:moveTo>
                    <a:pt x="1635" y="1"/>
                  </a:moveTo>
                  <a:cubicBezTo>
                    <a:pt x="1602" y="34"/>
                    <a:pt x="1569" y="34"/>
                    <a:pt x="1502" y="34"/>
                  </a:cubicBezTo>
                  <a:cubicBezTo>
                    <a:pt x="1402" y="168"/>
                    <a:pt x="1302" y="334"/>
                    <a:pt x="1168" y="501"/>
                  </a:cubicBezTo>
                  <a:cubicBezTo>
                    <a:pt x="301" y="17547"/>
                    <a:pt x="1" y="38995"/>
                    <a:pt x="1869" y="59443"/>
                  </a:cubicBezTo>
                  <a:cubicBezTo>
                    <a:pt x="1989" y="60884"/>
                    <a:pt x="3215" y="61841"/>
                    <a:pt x="4515" y="61841"/>
                  </a:cubicBezTo>
                  <a:cubicBezTo>
                    <a:pt x="5021" y="61841"/>
                    <a:pt x="5538" y="61696"/>
                    <a:pt x="6005" y="61378"/>
                  </a:cubicBezTo>
                  <a:cubicBezTo>
                    <a:pt x="12280" y="57075"/>
                    <a:pt x="22400" y="54418"/>
                    <a:pt x="31722" y="54418"/>
                  </a:cubicBezTo>
                  <a:cubicBezTo>
                    <a:pt x="35335" y="54418"/>
                    <a:pt x="38828" y="54817"/>
                    <a:pt x="41931" y="55674"/>
                  </a:cubicBezTo>
                  <a:cubicBezTo>
                    <a:pt x="42172" y="55738"/>
                    <a:pt x="42409" y="55768"/>
                    <a:pt x="42637" y="55768"/>
                  </a:cubicBezTo>
                  <a:cubicBezTo>
                    <a:pt x="44562" y="55768"/>
                    <a:pt x="45947" y="53653"/>
                    <a:pt x="44933" y="51805"/>
                  </a:cubicBezTo>
                  <a:cubicBezTo>
                    <a:pt x="36427" y="36360"/>
                    <a:pt x="17847" y="16112"/>
                    <a:pt x="163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693" name="Google Shape;3693;p17"/>
            <p:cNvGrpSpPr/>
            <p:nvPr/>
          </p:nvGrpSpPr>
          <p:grpSpPr>
            <a:xfrm>
              <a:off x="2087475" y="2783813"/>
              <a:ext cx="3624275" cy="1836225"/>
              <a:chOff x="112275" y="2665738"/>
              <a:chExt cx="3624275" cy="1836225"/>
            </a:xfrm>
          </p:grpSpPr>
          <p:sp>
            <p:nvSpPr>
              <p:cNvPr id="3694" name="Google Shape;3694;p17"/>
              <p:cNvSpPr/>
              <p:nvPr/>
            </p:nvSpPr>
            <p:spPr>
              <a:xfrm>
                <a:off x="112275" y="2948438"/>
                <a:ext cx="1777125" cy="1163775"/>
              </a:xfrm>
              <a:custGeom>
                <a:avLst/>
                <a:gdLst/>
                <a:ahLst/>
                <a:cxnLst/>
                <a:rect l="l" t="t" r="r" b="b"/>
                <a:pathLst>
                  <a:path w="71085" h="46551" extrusionOk="0">
                    <a:moveTo>
                      <a:pt x="71051" y="1"/>
                    </a:moveTo>
                    <a:cubicBezTo>
                      <a:pt x="59209" y="601"/>
                      <a:pt x="18213" y="15879"/>
                      <a:pt x="1301" y="29722"/>
                    </a:cubicBezTo>
                    <a:cubicBezTo>
                      <a:pt x="100" y="30723"/>
                      <a:pt x="0" y="32524"/>
                      <a:pt x="1101" y="33625"/>
                    </a:cubicBezTo>
                    <a:cubicBezTo>
                      <a:pt x="3569" y="36060"/>
                      <a:pt x="5371" y="39762"/>
                      <a:pt x="5904" y="44166"/>
                    </a:cubicBezTo>
                    <a:cubicBezTo>
                      <a:pt x="6057" y="45630"/>
                      <a:pt x="7285" y="46551"/>
                      <a:pt x="8555" y="46551"/>
                    </a:cubicBezTo>
                    <a:cubicBezTo>
                      <a:pt x="9222" y="46551"/>
                      <a:pt x="9901" y="46296"/>
                      <a:pt x="10441" y="45733"/>
                    </a:cubicBezTo>
                    <a:cubicBezTo>
                      <a:pt x="24151" y="31390"/>
                      <a:pt x="50203" y="12610"/>
                      <a:pt x="71051" y="568"/>
                    </a:cubicBezTo>
                    <a:cubicBezTo>
                      <a:pt x="71051" y="401"/>
                      <a:pt x="71051" y="201"/>
                      <a:pt x="71084" y="1"/>
                    </a:cubicBezTo>
                    <a:close/>
                  </a:path>
                </a:pathLst>
              </a:custGeom>
              <a:solidFill>
                <a:srgbClr val="191919">
                  <a:alpha val="284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5" name="Google Shape;3695;p17"/>
              <p:cNvSpPr/>
              <p:nvPr/>
            </p:nvSpPr>
            <p:spPr>
              <a:xfrm>
                <a:off x="360775" y="2962613"/>
                <a:ext cx="1529450" cy="1427300"/>
              </a:xfrm>
              <a:custGeom>
                <a:avLst/>
                <a:gdLst/>
                <a:ahLst/>
                <a:cxnLst/>
                <a:rect l="l" t="t" r="r" b="b"/>
                <a:pathLst>
                  <a:path w="61178" h="57092" extrusionOk="0">
                    <a:moveTo>
                      <a:pt x="61111" y="1"/>
                    </a:moveTo>
                    <a:cubicBezTo>
                      <a:pt x="40830" y="11709"/>
                      <a:pt x="15678" y="29789"/>
                      <a:pt x="1668" y="43932"/>
                    </a:cubicBezTo>
                    <a:cubicBezTo>
                      <a:pt x="1" y="45633"/>
                      <a:pt x="1235" y="48435"/>
                      <a:pt x="3603" y="48435"/>
                    </a:cubicBezTo>
                    <a:cubicBezTo>
                      <a:pt x="10441" y="48469"/>
                      <a:pt x="18947" y="51604"/>
                      <a:pt x="23250" y="56208"/>
                    </a:cubicBezTo>
                    <a:cubicBezTo>
                      <a:pt x="23794" y="56806"/>
                      <a:pt x="24517" y="57091"/>
                      <a:pt x="25231" y="57091"/>
                    </a:cubicBezTo>
                    <a:cubicBezTo>
                      <a:pt x="26228" y="57091"/>
                      <a:pt x="27207" y="56537"/>
                      <a:pt x="27654" y="55507"/>
                    </a:cubicBezTo>
                    <a:cubicBezTo>
                      <a:pt x="34525" y="39529"/>
                      <a:pt x="48001" y="18180"/>
                      <a:pt x="61178" y="101"/>
                    </a:cubicBezTo>
                    <a:cubicBezTo>
                      <a:pt x="61144" y="34"/>
                      <a:pt x="61144" y="67"/>
                      <a:pt x="61111" y="1"/>
                    </a:cubicBezTo>
                    <a:close/>
                  </a:path>
                </a:pathLst>
              </a:custGeom>
              <a:solidFill>
                <a:srgbClr val="191919">
                  <a:alpha val="189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6" name="Google Shape;3696;p17"/>
              <p:cNvSpPr/>
              <p:nvPr/>
            </p:nvSpPr>
            <p:spPr>
              <a:xfrm>
                <a:off x="1047450" y="2968463"/>
                <a:ext cx="858600" cy="1520275"/>
              </a:xfrm>
              <a:custGeom>
                <a:avLst/>
                <a:gdLst/>
                <a:ahLst/>
                <a:cxnLst/>
                <a:rect l="l" t="t" r="r" b="b"/>
                <a:pathLst>
                  <a:path w="34344" h="60811" extrusionOk="0">
                    <a:moveTo>
                      <a:pt x="33610" y="0"/>
                    </a:moveTo>
                    <a:lnTo>
                      <a:pt x="33610" y="0"/>
                    </a:lnTo>
                    <a:cubicBezTo>
                      <a:pt x="20868" y="17479"/>
                      <a:pt x="7859" y="38027"/>
                      <a:pt x="820" y="53805"/>
                    </a:cubicBezTo>
                    <a:cubicBezTo>
                      <a:pt x="1" y="55627"/>
                      <a:pt x="1392" y="57532"/>
                      <a:pt x="3259" y="57532"/>
                    </a:cubicBezTo>
                    <a:cubicBezTo>
                      <a:pt x="3442" y="57532"/>
                      <a:pt x="3631" y="57514"/>
                      <a:pt x="3823" y="57475"/>
                    </a:cubicBezTo>
                    <a:cubicBezTo>
                      <a:pt x="5960" y="57013"/>
                      <a:pt x="8473" y="56796"/>
                      <a:pt x="11131" y="56796"/>
                    </a:cubicBezTo>
                    <a:cubicBezTo>
                      <a:pt x="17887" y="56796"/>
                      <a:pt x="25582" y="58197"/>
                      <a:pt x="30442" y="60543"/>
                    </a:cubicBezTo>
                    <a:cubicBezTo>
                      <a:pt x="30815" y="60727"/>
                      <a:pt x="31200" y="60811"/>
                      <a:pt x="31574" y="60811"/>
                    </a:cubicBezTo>
                    <a:cubicBezTo>
                      <a:pt x="33038" y="60811"/>
                      <a:pt x="34344" y="59529"/>
                      <a:pt x="34211" y="57908"/>
                    </a:cubicBezTo>
                    <a:cubicBezTo>
                      <a:pt x="32443" y="37794"/>
                      <a:pt x="32777" y="16745"/>
                      <a:pt x="33610" y="0"/>
                    </a:cubicBezTo>
                    <a:close/>
                  </a:path>
                </a:pathLst>
              </a:custGeom>
              <a:solidFill>
                <a:srgbClr val="191919">
                  <a:alpha val="150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7" name="Google Shape;3697;p17"/>
              <p:cNvSpPr/>
              <p:nvPr/>
            </p:nvSpPr>
            <p:spPr>
              <a:xfrm>
                <a:off x="1903550" y="2947613"/>
                <a:ext cx="1833000" cy="1095200"/>
              </a:xfrm>
              <a:custGeom>
                <a:avLst/>
                <a:gdLst/>
                <a:ahLst/>
                <a:cxnLst/>
                <a:rect l="l" t="t" r="r" b="b"/>
                <a:pathLst>
                  <a:path w="73320" h="43808" extrusionOk="0">
                    <a:moveTo>
                      <a:pt x="100" y="0"/>
                    </a:moveTo>
                    <a:lnTo>
                      <a:pt x="0" y="334"/>
                    </a:lnTo>
                    <a:cubicBezTo>
                      <a:pt x="23450" y="12276"/>
                      <a:pt x="51837" y="29588"/>
                      <a:pt x="67248" y="43131"/>
                    </a:cubicBezTo>
                    <a:cubicBezTo>
                      <a:pt x="67767" y="43597"/>
                      <a:pt x="68383" y="43807"/>
                      <a:pt x="68988" y="43807"/>
                    </a:cubicBezTo>
                    <a:cubicBezTo>
                      <a:pt x="70289" y="43807"/>
                      <a:pt x="71538" y="42833"/>
                      <a:pt x="71651" y="41330"/>
                    </a:cubicBezTo>
                    <a:cubicBezTo>
                      <a:pt x="71818" y="38961"/>
                      <a:pt x="72218" y="36326"/>
                      <a:pt x="72986" y="34125"/>
                    </a:cubicBezTo>
                    <a:cubicBezTo>
                      <a:pt x="73319" y="33091"/>
                      <a:pt x="73052" y="31956"/>
                      <a:pt x="72252" y="31256"/>
                    </a:cubicBezTo>
                    <a:cubicBezTo>
                      <a:pt x="56274" y="16712"/>
                      <a:pt x="11275" y="0"/>
                      <a:pt x="100" y="0"/>
                    </a:cubicBezTo>
                    <a:close/>
                  </a:path>
                </a:pathLst>
              </a:custGeom>
              <a:solidFill>
                <a:srgbClr val="191919">
                  <a:alpha val="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8" name="Google Shape;3698;p17"/>
              <p:cNvSpPr/>
              <p:nvPr/>
            </p:nvSpPr>
            <p:spPr>
              <a:xfrm>
                <a:off x="1899375" y="2954288"/>
                <a:ext cx="1687900" cy="1388950"/>
              </a:xfrm>
              <a:custGeom>
                <a:avLst/>
                <a:gdLst/>
                <a:ahLst/>
                <a:cxnLst/>
                <a:rect l="l" t="t" r="r" b="b"/>
                <a:pathLst>
                  <a:path w="67516" h="55558" extrusionOk="0">
                    <a:moveTo>
                      <a:pt x="67" y="0"/>
                    </a:moveTo>
                    <a:cubicBezTo>
                      <a:pt x="34" y="67"/>
                      <a:pt x="34" y="33"/>
                      <a:pt x="0" y="67"/>
                    </a:cubicBezTo>
                    <a:cubicBezTo>
                      <a:pt x="16979" y="16979"/>
                      <a:pt x="36593" y="38361"/>
                      <a:pt x="44466" y="54072"/>
                    </a:cubicBezTo>
                    <a:cubicBezTo>
                      <a:pt x="44945" y="55049"/>
                      <a:pt x="45883" y="55558"/>
                      <a:pt x="46835" y="55558"/>
                    </a:cubicBezTo>
                    <a:cubicBezTo>
                      <a:pt x="47605" y="55558"/>
                      <a:pt x="48384" y="55225"/>
                      <a:pt x="48935" y="54539"/>
                    </a:cubicBezTo>
                    <a:cubicBezTo>
                      <a:pt x="53238" y="49135"/>
                      <a:pt x="58676" y="46367"/>
                      <a:pt x="64080" y="46033"/>
                    </a:cubicBezTo>
                    <a:cubicBezTo>
                      <a:pt x="66481" y="45900"/>
                      <a:pt x="67515" y="42931"/>
                      <a:pt x="65681" y="41363"/>
                    </a:cubicBezTo>
                    <a:cubicBezTo>
                      <a:pt x="49936" y="28053"/>
                      <a:pt x="22650" y="11508"/>
                      <a:pt x="67" y="0"/>
                    </a:cubicBezTo>
                    <a:close/>
                  </a:path>
                </a:pathLst>
              </a:custGeom>
              <a:solidFill>
                <a:srgbClr val="191919">
                  <a:alpha val="61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9" name="Google Shape;3699;p17"/>
              <p:cNvSpPr/>
              <p:nvPr/>
            </p:nvSpPr>
            <p:spPr>
              <a:xfrm>
                <a:off x="1858500" y="2955938"/>
                <a:ext cx="1148675" cy="1546025"/>
              </a:xfrm>
              <a:custGeom>
                <a:avLst/>
                <a:gdLst/>
                <a:ahLst/>
                <a:cxnLst/>
                <a:rect l="l" t="t" r="r" b="b"/>
                <a:pathLst>
                  <a:path w="45947" h="61841" extrusionOk="0">
                    <a:moveTo>
                      <a:pt x="1635" y="1"/>
                    </a:moveTo>
                    <a:cubicBezTo>
                      <a:pt x="1602" y="34"/>
                      <a:pt x="1569" y="34"/>
                      <a:pt x="1502" y="34"/>
                    </a:cubicBezTo>
                    <a:cubicBezTo>
                      <a:pt x="1402" y="168"/>
                      <a:pt x="1302" y="334"/>
                      <a:pt x="1168" y="501"/>
                    </a:cubicBezTo>
                    <a:cubicBezTo>
                      <a:pt x="301" y="17547"/>
                      <a:pt x="1" y="38995"/>
                      <a:pt x="1869" y="59443"/>
                    </a:cubicBezTo>
                    <a:cubicBezTo>
                      <a:pt x="1989" y="60884"/>
                      <a:pt x="3215" y="61841"/>
                      <a:pt x="4515" y="61841"/>
                    </a:cubicBezTo>
                    <a:cubicBezTo>
                      <a:pt x="5021" y="61841"/>
                      <a:pt x="5538" y="61696"/>
                      <a:pt x="6005" y="61378"/>
                    </a:cubicBezTo>
                    <a:cubicBezTo>
                      <a:pt x="12280" y="57075"/>
                      <a:pt x="22400" y="54418"/>
                      <a:pt x="31722" y="54418"/>
                    </a:cubicBezTo>
                    <a:cubicBezTo>
                      <a:pt x="35335" y="54418"/>
                      <a:pt x="38828" y="54817"/>
                      <a:pt x="41931" y="55674"/>
                    </a:cubicBezTo>
                    <a:cubicBezTo>
                      <a:pt x="42172" y="55738"/>
                      <a:pt x="42409" y="55768"/>
                      <a:pt x="42637" y="55768"/>
                    </a:cubicBezTo>
                    <a:cubicBezTo>
                      <a:pt x="44562" y="55768"/>
                      <a:pt x="45947" y="53653"/>
                      <a:pt x="44933" y="51805"/>
                    </a:cubicBezTo>
                    <a:cubicBezTo>
                      <a:pt x="36427" y="36360"/>
                      <a:pt x="17847" y="16112"/>
                      <a:pt x="1635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0" name="Google Shape;3700;p17"/>
              <p:cNvSpPr/>
              <p:nvPr/>
            </p:nvSpPr>
            <p:spPr>
              <a:xfrm>
                <a:off x="112275" y="2948438"/>
                <a:ext cx="2249125" cy="1553525"/>
              </a:xfrm>
              <a:custGeom>
                <a:avLst/>
                <a:gdLst/>
                <a:ahLst/>
                <a:cxnLst/>
                <a:rect l="l" t="t" r="r" b="b"/>
                <a:pathLst>
                  <a:path w="89965" h="62141" extrusionOk="0">
                    <a:moveTo>
                      <a:pt x="71585" y="58242"/>
                    </a:moveTo>
                    <a:lnTo>
                      <a:pt x="71585" y="58242"/>
                    </a:lnTo>
                    <a:cubicBezTo>
                      <a:pt x="71590" y="58323"/>
                      <a:pt x="71595" y="58404"/>
                      <a:pt x="71601" y="58485"/>
                    </a:cubicBezTo>
                    <a:lnTo>
                      <a:pt x="71601" y="58485"/>
                    </a:lnTo>
                    <a:cubicBezTo>
                      <a:pt x="71593" y="58407"/>
                      <a:pt x="71585" y="58324"/>
                      <a:pt x="71585" y="58242"/>
                    </a:cubicBezTo>
                    <a:close/>
                    <a:moveTo>
                      <a:pt x="71017" y="1"/>
                    </a:moveTo>
                    <a:lnTo>
                      <a:pt x="71017" y="1"/>
                    </a:lnTo>
                    <a:cubicBezTo>
                      <a:pt x="59142" y="634"/>
                      <a:pt x="18180" y="15879"/>
                      <a:pt x="1301" y="29722"/>
                    </a:cubicBezTo>
                    <a:cubicBezTo>
                      <a:pt x="100" y="30723"/>
                      <a:pt x="0" y="32524"/>
                      <a:pt x="1101" y="33625"/>
                    </a:cubicBezTo>
                    <a:cubicBezTo>
                      <a:pt x="3569" y="36060"/>
                      <a:pt x="5371" y="39762"/>
                      <a:pt x="5871" y="44166"/>
                    </a:cubicBezTo>
                    <a:cubicBezTo>
                      <a:pt x="6046" y="45630"/>
                      <a:pt x="7281" y="46551"/>
                      <a:pt x="8544" y="46551"/>
                    </a:cubicBezTo>
                    <a:cubicBezTo>
                      <a:pt x="9208" y="46551"/>
                      <a:pt x="9879" y="46296"/>
                      <a:pt x="10408" y="45733"/>
                    </a:cubicBezTo>
                    <a:cubicBezTo>
                      <a:pt x="10808" y="45333"/>
                      <a:pt x="11208" y="44933"/>
                      <a:pt x="11608" y="44532"/>
                    </a:cubicBezTo>
                    <a:lnTo>
                      <a:pt x="11608" y="44532"/>
                    </a:lnTo>
                    <a:cubicBezTo>
                      <a:pt x="9974" y="46200"/>
                      <a:pt x="11175" y="49002"/>
                      <a:pt x="13543" y="49002"/>
                    </a:cubicBezTo>
                    <a:cubicBezTo>
                      <a:pt x="20381" y="49036"/>
                      <a:pt x="28887" y="52171"/>
                      <a:pt x="33190" y="56775"/>
                    </a:cubicBezTo>
                    <a:cubicBezTo>
                      <a:pt x="33734" y="57373"/>
                      <a:pt x="34457" y="57658"/>
                      <a:pt x="35171" y="57658"/>
                    </a:cubicBezTo>
                    <a:cubicBezTo>
                      <a:pt x="36168" y="57658"/>
                      <a:pt x="37147" y="57104"/>
                      <a:pt x="37594" y="56074"/>
                    </a:cubicBezTo>
                    <a:cubicBezTo>
                      <a:pt x="37794" y="55574"/>
                      <a:pt x="37994" y="55107"/>
                      <a:pt x="38227" y="54606"/>
                    </a:cubicBezTo>
                    <a:lnTo>
                      <a:pt x="38227" y="54606"/>
                    </a:lnTo>
                    <a:cubicBezTo>
                      <a:pt x="37408" y="56428"/>
                      <a:pt x="38799" y="58333"/>
                      <a:pt x="40666" y="58333"/>
                    </a:cubicBezTo>
                    <a:cubicBezTo>
                      <a:pt x="40849" y="58333"/>
                      <a:pt x="41038" y="58315"/>
                      <a:pt x="41230" y="58276"/>
                    </a:cubicBezTo>
                    <a:cubicBezTo>
                      <a:pt x="43367" y="57814"/>
                      <a:pt x="45880" y="57597"/>
                      <a:pt x="48538" y="57597"/>
                    </a:cubicBezTo>
                    <a:cubicBezTo>
                      <a:pt x="55294" y="57597"/>
                      <a:pt x="62989" y="58998"/>
                      <a:pt x="67849" y="61344"/>
                    </a:cubicBezTo>
                    <a:cubicBezTo>
                      <a:pt x="68217" y="61519"/>
                      <a:pt x="68597" y="61599"/>
                      <a:pt x="68967" y="61599"/>
                    </a:cubicBezTo>
                    <a:cubicBezTo>
                      <a:pt x="70405" y="61599"/>
                      <a:pt x="71694" y="60389"/>
                      <a:pt x="71625" y="58814"/>
                    </a:cubicBezTo>
                    <a:lnTo>
                      <a:pt x="71625" y="58814"/>
                    </a:lnTo>
                    <a:cubicBezTo>
                      <a:pt x="71648" y="59124"/>
                      <a:pt x="71677" y="59434"/>
                      <a:pt x="71718" y="59743"/>
                    </a:cubicBezTo>
                    <a:cubicBezTo>
                      <a:pt x="71838" y="61184"/>
                      <a:pt x="73064" y="62141"/>
                      <a:pt x="74364" y="62141"/>
                    </a:cubicBezTo>
                    <a:cubicBezTo>
                      <a:pt x="74870" y="62141"/>
                      <a:pt x="75387" y="61996"/>
                      <a:pt x="75854" y="61678"/>
                    </a:cubicBezTo>
                    <a:cubicBezTo>
                      <a:pt x="79557" y="59143"/>
                      <a:pt x="84560" y="57175"/>
                      <a:pt x="89964" y="56007"/>
                    </a:cubicBezTo>
                    <a:cubicBezTo>
                      <a:pt x="89764" y="55974"/>
                      <a:pt x="89531" y="55874"/>
                      <a:pt x="89331" y="55774"/>
                    </a:cubicBezTo>
                    <a:cubicBezTo>
                      <a:pt x="84466" y="53426"/>
                      <a:pt x="76762" y="52041"/>
                      <a:pt x="70001" y="52041"/>
                    </a:cubicBezTo>
                    <a:cubicBezTo>
                      <a:pt x="67350" y="52041"/>
                      <a:pt x="64844" y="52254"/>
                      <a:pt x="62712" y="52705"/>
                    </a:cubicBezTo>
                    <a:cubicBezTo>
                      <a:pt x="62205" y="52816"/>
                      <a:pt x="61561" y="52870"/>
                      <a:pt x="60853" y="52870"/>
                    </a:cubicBezTo>
                    <a:cubicBezTo>
                      <a:pt x="58578" y="52870"/>
                      <a:pt x="55657" y="52306"/>
                      <a:pt x="54639" y="51237"/>
                    </a:cubicBezTo>
                    <a:cubicBezTo>
                      <a:pt x="50369" y="46601"/>
                      <a:pt x="41830" y="43498"/>
                      <a:pt x="35025" y="43465"/>
                    </a:cubicBezTo>
                    <a:cubicBezTo>
                      <a:pt x="32657" y="43465"/>
                      <a:pt x="27620" y="40863"/>
                      <a:pt x="27353" y="38628"/>
                    </a:cubicBezTo>
                    <a:cubicBezTo>
                      <a:pt x="26853" y="34225"/>
                      <a:pt x="25051" y="30522"/>
                      <a:pt x="22550" y="28054"/>
                    </a:cubicBezTo>
                    <a:cubicBezTo>
                      <a:pt x="21449" y="26987"/>
                      <a:pt x="21582" y="25152"/>
                      <a:pt x="22783" y="24185"/>
                    </a:cubicBezTo>
                    <a:cubicBezTo>
                      <a:pt x="33624" y="15278"/>
                      <a:pt x="54406" y="5805"/>
                      <a:pt x="71017" y="1"/>
                    </a:cubicBezTo>
                    <a:close/>
                  </a:path>
                </a:pathLst>
              </a:custGeom>
              <a:solidFill>
                <a:srgbClr val="191919">
                  <a:alpha val="284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1" name="Google Shape;3701;p17"/>
              <p:cNvSpPr/>
              <p:nvPr/>
            </p:nvSpPr>
            <p:spPr>
              <a:xfrm>
                <a:off x="1820150" y="2665738"/>
                <a:ext cx="184325" cy="255200"/>
              </a:xfrm>
              <a:custGeom>
                <a:avLst/>
                <a:gdLst/>
                <a:ahLst/>
                <a:cxnLst/>
                <a:rect l="l" t="t" r="r" b="b"/>
                <a:pathLst>
                  <a:path w="7373" h="10208" extrusionOk="0">
                    <a:moveTo>
                      <a:pt x="3670" y="0"/>
                    </a:moveTo>
                    <a:cubicBezTo>
                      <a:pt x="1835" y="0"/>
                      <a:pt x="1" y="10208"/>
                      <a:pt x="1" y="10208"/>
                    </a:cubicBezTo>
                    <a:lnTo>
                      <a:pt x="7372" y="10208"/>
                    </a:lnTo>
                    <a:cubicBezTo>
                      <a:pt x="7372" y="10208"/>
                      <a:pt x="5538" y="0"/>
                      <a:pt x="36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2" name="Google Shape;3702;p17"/>
              <p:cNvSpPr/>
              <p:nvPr/>
            </p:nvSpPr>
            <p:spPr>
              <a:xfrm>
                <a:off x="1765100" y="2865038"/>
                <a:ext cx="293575" cy="111775"/>
              </a:xfrm>
              <a:custGeom>
                <a:avLst/>
                <a:gdLst/>
                <a:ahLst/>
                <a:cxnLst/>
                <a:rect l="l" t="t" r="r" b="b"/>
                <a:pathLst>
                  <a:path w="11743" h="4471" extrusionOk="0">
                    <a:moveTo>
                      <a:pt x="2002" y="1"/>
                    </a:moveTo>
                    <a:cubicBezTo>
                      <a:pt x="902" y="1"/>
                      <a:pt x="1" y="902"/>
                      <a:pt x="1" y="2002"/>
                    </a:cubicBezTo>
                    <a:lnTo>
                      <a:pt x="1" y="2469"/>
                    </a:lnTo>
                    <a:cubicBezTo>
                      <a:pt x="1" y="3570"/>
                      <a:pt x="902" y="4471"/>
                      <a:pt x="2002" y="4471"/>
                    </a:cubicBezTo>
                    <a:lnTo>
                      <a:pt x="9741" y="4471"/>
                    </a:lnTo>
                    <a:cubicBezTo>
                      <a:pt x="10875" y="4471"/>
                      <a:pt x="11743" y="3570"/>
                      <a:pt x="11743" y="2469"/>
                    </a:cubicBezTo>
                    <a:lnTo>
                      <a:pt x="11743" y="2002"/>
                    </a:lnTo>
                    <a:cubicBezTo>
                      <a:pt x="11743" y="902"/>
                      <a:pt x="10875" y="1"/>
                      <a:pt x="974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703" name="Google Shape;3703;p17"/>
          <p:cNvSpPr txBox="1">
            <a:spLocks noGrp="1"/>
          </p:cNvSpPr>
          <p:nvPr>
            <p:ph type="title"/>
          </p:nvPr>
        </p:nvSpPr>
        <p:spPr>
          <a:xfrm>
            <a:off x="937700" y="2556950"/>
            <a:ext cx="2175300" cy="527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704" name="Google Shape;3704;p17"/>
          <p:cNvSpPr txBox="1">
            <a:spLocks noGrp="1"/>
          </p:cNvSpPr>
          <p:nvPr>
            <p:ph type="subTitle" idx="1"/>
          </p:nvPr>
        </p:nvSpPr>
        <p:spPr>
          <a:xfrm>
            <a:off x="937700" y="3084650"/>
            <a:ext cx="2175300" cy="8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05" name="Google Shape;3705;p17"/>
          <p:cNvSpPr txBox="1">
            <a:spLocks noGrp="1"/>
          </p:cNvSpPr>
          <p:nvPr>
            <p:ph type="title" idx="2"/>
          </p:nvPr>
        </p:nvSpPr>
        <p:spPr>
          <a:xfrm>
            <a:off x="3547030" y="2556950"/>
            <a:ext cx="2175300" cy="527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706" name="Google Shape;3706;p17"/>
          <p:cNvSpPr txBox="1">
            <a:spLocks noGrp="1"/>
          </p:cNvSpPr>
          <p:nvPr>
            <p:ph type="subTitle" idx="3"/>
          </p:nvPr>
        </p:nvSpPr>
        <p:spPr>
          <a:xfrm>
            <a:off x="3547030" y="3084650"/>
            <a:ext cx="2175300" cy="8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07" name="Google Shape;3707;p17"/>
          <p:cNvSpPr txBox="1">
            <a:spLocks noGrp="1"/>
          </p:cNvSpPr>
          <p:nvPr>
            <p:ph type="title" idx="4"/>
          </p:nvPr>
        </p:nvSpPr>
        <p:spPr>
          <a:xfrm>
            <a:off x="6031147" y="2556950"/>
            <a:ext cx="2175300" cy="527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708" name="Google Shape;3708;p17"/>
          <p:cNvSpPr txBox="1">
            <a:spLocks noGrp="1"/>
          </p:cNvSpPr>
          <p:nvPr>
            <p:ph type="subTitle" idx="5"/>
          </p:nvPr>
        </p:nvSpPr>
        <p:spPr>
          <a:xfrm>
            <a:off x="6031147" y="3084650"/>
            <a:ext cx="2175300" cy="8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09" name="Google Shape;3709;p17"/>
          <p:cNvSpPr txBox="1">
            <a:spLocks noGrp="1"/>
          </p:cNvSpPr>
          <p:nvPr>
            <p:ph type="title" idx="6"/>
          </p:nvPr>
        </p:nvSpPr>
        <p:spPr>
          <a:xfrm>
            <a:off x="720000" y="532925"/>
            <a:ext cx="7704000" cy="484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s">
  <p:cSld name="CUSTOM_5">
    <p:spTree>
      <p:nvGrpSpPr>
        <p:cNvPr id="1" name="Shape 3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11" name="Google Shape;3711;p18"/>
          <p:cNvGrpSpPr/>
          <p:nvPr/>
        </p:nvGrpSpPr>
        <p:grpSpPr>
          <a:xfrm>
            <a:off x="50125" y="0"/>
            <a:ext cx="8858300" cy="5317875"/>
            <a:chOff x="50125" y="0"/>
            <a:chExt cx="8858300" cy="5317875"/>
          </a:xfrm>
        </p:grpSpPr>
        <p:sp>
          <p:nvSpPr>
            <p:cNvPr id="3712" name="Google Shape;3712;p18"/>
            <p:cNvSpPr/>
            <p:nvPr/>
          </p:nvSpPr>
          <p:spPr>
            <a:xfrm>
              <a:off x="1626250" y="15512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0"/>
                  </a:moveTo>
                  <a:cubicBezTo>
                    <a:pt x="2001" y="1702"/>
                    <a:pt x="0" y="6505"/>
                    <a:pt x="2569" y="6505"/>
                  </a:cubicBezTo>
                  <a:cubicBezTo>
                    <a:pt x="5137" y="6505"/>
                    <a:pt x="3236" y="1802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3" name="Google Shape;3713;p18"/>
            <p:cNvSpPr/>
            <p:nvPr/>
          </p:nvSpPr>
          <p:spPr>
            <a:xfrm>
              <a:off x="3958725" y="519550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0"/>
                  </a:moveTo>
                  <a:cubicBezTo>
                    <a:pt x="1969" y="1668"/>
                    <a:pt x="1" y="6505"/>
                    <a:pt x="2569" y="6505"/>
                  </a:cubicBezTo>
                  <a:cubicBezTo>
                    <a:pt x="5138" y="6505"/>
                    <a:pt x="3237" y="1802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4" name="Google Shape;3714;p18"/>
            <p:cNvSpPr/>
            <p:nvPr/>
          </p:nvSpPr>
          <p:spPr>
            <a:xfrm>
              <a:off x="1291000" y="1710400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36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5" name="Google Shape;3715;p18"/>
            <p:cNvSpPr/>
            <p:nvPr/>
          </p:nvSpPr>
          <p:spPr>
            <a:xfrm>
              <a:off x="447900" y="0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6" name="Google Shape;3716;p18"/>
            <p:cNvSpPr/>
            <p:nvPr/>
          </p:nvSpPr>
          <p:spPr>
            <a:xfrm>
              <a:off x="50125" y="1522775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2001" y="1701"/>
                    <a:pt x="0" y="6505"/>
                    <a:pt x="2569" y="6505"/>
                  </a:cubicBezTo>
                  <a:cubicBezTo>
                    <a:pt x="5137" y="6505"/>
                    <a:pt x="3269" y="1801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7" name="Google Shape;3717;p18"/>
            <p:cNvSpPr/>
            <p:nvPr/>
          </p:nvSpPr>
          <p:spPr>
            <a:xfrm>
              <a:off x="2361775" y="311075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1968" y="1668"/>
                    <a:pt x="0" y="6505"/>
                    <a:pt x="2569" y="6505"/>
                  </a:cubicBezTo>
                  <a:cubicBezTo>
                    <a:pt x="5137" y="6505"/>
                    <a:pt x="3236" y="1801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8" name="Google Shape;3718;p18"/>
            <p:cNvSpPr/>
            <p:nvPr/>
          </p:nvSpPr>
          <p:spPr>
            <a:xfrm>
              <a:off x="1150075" y="229350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0"/>
                  </a:moveTo>
                  <a:cubicBezTo>
                    <a:pt x="2002" y="1701"/>
                    <a:pt x="0" y="6538"/>
                    <a:pt x="2569" y="6538"/>
                  </a:cubicBezTo>
                  <a:cubicBezTo>
                    <a:pt x="5137" y="6538"/>
                    <a:pt x="3269" y="1801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9" name="Google Shape;3719;p18"/>
            <p:cNvSpPr/>
            <p:nvPr/>
          </p:nvSpPr>
          <p:spPr>
            <a:xfrm>
              <a:off x="3177350" y="203500"/>
              <a:ext cx="131775" cy="167625"/>
            </a:xfrm>
            <a:custGeom>
              <a:avLst/>
              <a:gdLst/>
              <a:ahLst/>
              <a:cxnLst/>
              <a:rect l="l" t="t" r="r" b="b"/>
              <a:pathLst>
                <a:path w="5271" h="6705" extrusionOk="0">
                  <a:moveTo>
                    <a:pt x="2636" y="0"/>
                  </a:moveTo>
                  <a:cubicBezTo>
                    <a:pt x="2035" y="1735"/>
                    <a:pt x="0" y="6705"/>
                    <a:pt x="2636" y="6705"/>
                  </a:cubicBezTo>
                  <a:cubicBezTo>
                    <a:pt x="5271" y="6705"/>
                    <a:pt x="3336" y="1868"/>
                    <a:pt x="2636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0" name="Google Shape;3720;p18"/>
            <p:cNvSpPr/>
            <p:nvPr/>
          </p:nvSpPr>
          <p:spPr>
            <a:xfrm>
              <a:off x="4516625" y="287725"/>
              <a:ext cx="132625" cy="167625"/>
            </a:xfrm>
            <a:custGeom>
              <a:avLst/>
              <a:gdLst/>
              <a:ahLst/>
              <a:cxnLst/>
              <a:rect l="l" t="t" r="r" b="b"/>
              <a:pathLst>
                <a:path w="5305" h="6705" extrusionOk="0">
                  <a:moveTo>
                    <a:pt x="2670" y="0"/>
                  </a:moveTo>
                  <a:cubicBezTo>
                    <a:pt x="2069" y="1735"/>
                    <a:pt x="1" y="6705"/>
                    <a:pt x="2670" y="6705"/>
                  </a:cubicBezTo>
                  <a:cubicBezTo>
                    <a:pt x="5305" y="6705"/>
                    <a:pt x="3370" y="1835"/>
                    <a:pt x="2670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1" name="Google Shape;3721;p18"/>
            <p:cNvSpPr/>
            <p:nvPr/>
          </p:nvSpPr>
          <p:spPr>
            <a:xfrm>
              <a:off x="2141600" y="97487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702"/>
                    <a:pt x="1" y="6505"/>
                    <a:pt x="2569" y="6505"/>
                  </a:cubicBezTo>
                  <a:cubicBezTo>
                    <a:pt x="5138" y="6505"/>
                    <a:pt x="3270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2" name="Google Shape;3722;p18"/>
            <p:cNvSpPr/>
            <p:nvPr/>
          </p:nvSpPr>
          <p:spPr>
            <a:xfrm>
              <a:off x="1764675" y="1737100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2002" y="1668"/>
                    <a:pt x="0" y="6505"/>
                    <a:pt x="2569" y="6505"/>
                  </a:cubicBezTo>
                  <a:cubicBezTo>
                    <a:pt x="5137" y="6505"/>
                    <a:pt x="3269" y="1768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3" name="Google Shape;3723;p18"/>
            <p:cNvSpPr/>
            <p:nvPr/>
          </p:nvSpPr>
          <p:spPr>
            <a:xfrm>
              <a:off x="3074775" y="111997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702"/>
                    <a:pt x="0" y="6505"/>
                    <a:pt x="2569" y="6505"/>
                  </a:cubicBezTo>
                  <a:cubicBezTo>
                    <a:pt x="5137" y="6505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4" name="Google Shape;3724;p18"/>
            <p:cNvSpPr/>
            <p:nvPr/>
          </p:nvSpPr>
          <p:spPr>
            <a:xfrm>
              <a:off x="415375" y="124172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702"/>
                    <a:pt x="0" y="6505"/>
                    <a:pt x="2569" y="6505"/>
                  </a:cubicBezTo>
                  <a:cubicBezTo>
                    <a:pt x="5137" y="6505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5" name="Google Shape;3725;p18"/>
            <p:cNvSpPr/>
            <p:nvPr/>
          </p:nvSpPr>
          <p:spPr>
            <a:xfrm>
              <a:off x="380350" y="2140700"/>
              <a:ext cx="132625" cy="167650"/>
            </a:xfrm>
            <a:custGeom>
              <a:avLst/>
              <a:gdLst/>
              <a:ahLst/>
              <a:cxnLst/>
              <a:rect l="l" t="t" r="r" b="b"/>
              <a:pathLst>
                <a:path w="5305" h="6706" extrusionOk="0">
                  <a:moveTo>
                    <a:pt x="2636" y="1"/>
                  </a:moveTo>
                  <a:cubicBezTo>
                    <a:pt x="2069" y="1735"/>
                    <a:pt x="0" y="6706"/>
                    <a:pt x="2636" y="6706"/>
                  </a:cubicBezTo>
                  <a:cubicBezTo>
                    <a:pt x="5304" y="6706"/>
                    <a:pt x="3370" y="1836"/>
                    <a:pt x="2636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6" name="Google Shape;3726;p18"/>
            <p:cNvSpPr/>
            <p:nvPr/>
          </p:nvSpPr>
          <p:spPr>
            <a:xfrm>
              <a:off x="3653525" y="2276650"/>
              <a:ext cx="132625" cy="167625"/>
            </a:xfrm>
            <a:custGeom>
              <a:avLst/>
              <a:gdLst/>
              <a:ahLst/>
              <a:cxnLst/>
              <a:rect l="l" t="t" r="r" b="b"/>
              <a:pathLst>
                <a:path w="5305" h="6705" extrusionOk="0">
                  <a:moveTo>
                    <a:pt x="2669" y="0"/>
                  </a:moveTo>
                  <a:cubicBezTo>
                    <a:pt x="2068" y="1735"/>
                    <a:pt x="0" y="6705"/>
                    <a:pt x="2669" y="6705"/>
                  </a:cubicBezTo>
                  <a:cubicBezTo>
                    <a:pt x="5304" y="6705"/>
                    <a:pt x="3369" y="1868"/>
                    <a:pt x="26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7" name="Google Shape;3727;p18"/>
            <p:cNvSpPr/>
            <p:nvPr/>
          </p:nvSpPr>
          <p:spPr>
            <a:xfrm>
              <a:off x="2307550" y="155862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668"/>
                    <a:pt x="1" y="6505"/>
                    <a:pt x="2569" y="6505"/>
                  </a:cubicBezTo>
                  <a:cubicBezTo>
                    <a:pt x="5138" y="6505"/>
                    <a:pt x="3270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8" name="Google Shape;3728;p18"/>
            <p:cNvSpPr/>
            <p:nvPr/>
          </p:nvSpPr>
          <p:spPr>
            <a:xfrm>
              <a:off x="3263250" y="1710400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9" name="Google Shape;3729;p18"/>
            <p:cNvSpPr/>
            <p:nvPr/>
          </p:nvSpPr>
          <p:spPr>
            <a:xfrm>
              <a:off x="82625" y="503700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1" y="6539"/>
                    <a:pt x="2569" y="6539"/>
                  </a:cubicBezTo>
                  <a:cubicBezTo>
                    <a:pt x="5138" y="6539"/>
                    <a:pt x="3270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0" name="Google Shape;3730;p18"/>
            <p:cNvSpPr/>
            <p:nvPr/>
          </p:nvSpPr>
          <p:spPr>
            <a:xfrm>
              <a:off x="3912025" y="1474400"/>
              <a:ext cx="131800" cy="167650"/>
            </a:xfrm>
            <a:custGeom>
              <a:avLst/>
              <a:gdLst/>
              <a:ahLst/>
              <a:cxnLst/>
              <a:rect l="l" t="t" r="r" b="b"/>
              <a:pathLst>
                <a:path w="5272" h="6706" extrusionOk="0">
                  <a:moveTo>
                    <a:pt x="2636" y="0"/>
                  </a:moveTo>
                  <a:cubicBezTo>
                    <a:pt x="2036" y="1735"/>
                    <a:pt x="1" y="6705"/>
                    <a:pt x="2636" y="6705"/>
                  </a:cubicBezTo>
                  <a:cubicBezTo>
                    <a:pt x="5271" y="6705"/>
                    <a:pt x="3337" y="1868"/>
                    <a:pt x="2636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1" name="Google Shape;3731;p18"/>
            <p:cNvSpPr/>
            <p:nvPr/>
          </p:nvSpPr>
          <p:spPr>
            <a:xfrm>
              <a:off x="4092800" y="1049300"/>
              <a:ext cx="132600" cy="167650"/>
            </a:xfrm>
            <a:custGeom>
              <a:avLst/>
              <a:gdLst/>
              <a:ahLst/>
              <a:cxnLst/>
              <a:rect l="l" t="t" r="r" b="b"/>
              <a:pathLst>
                <a:path w="5304" h="6706" extrusionOk="0">
                  <a:moveTo>
                    <a:pt x="2669" y="1"/>
                  </a:moveTo>
                  <a:cubicBezTo>
                    <a:pt x="2068" y="1735"/>
                    <a:pt x="0" y="6705"/>
                    <a:pt x="2669" y="6705"/>
                  </a:cubicBezTo>
                  <a:cubicBezTo>
                    <a:pt x="5304" y="6705"/>
                    <a:pt x="3369" y="1835"/>
                    <a:pt x="26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2" name="Google Shape;3732;p18"/>
            <p:cNvSpPr/>
            <p:nvPr/>
          </p:nvSpPr>
          <p:spPr>
            <a:xfrm>
              <a:off x="2616950" y="174042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0"/>
                  </a:moveTo>
                  <a:cubicBezTo>
                    <a:pt x="2002" y="1702"/>
                    <a:pt x="0" y="6505"/>
                    <a:pt x="2569" y="6505"/>
                  </a:cubicBezTo>
                  <a:cubicBezTo>
                    <a:pt x="5137" y="6505"/>
                    <a:pt x="3269" y="1802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189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3" name="Google Shape;3733;p18"/>
            <p:cNvSpPr/>
            <p:nvPr/>
          </p:nvSpPr>
          <p:spPr>
            <a:xfrm>
              <a:off x="3572625" y="189302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669"/>
                    <a:pt x="1" y="6505"/>
                    <a:pt x="2569" y="6505"/>
                  </a:cubicBezTo>
                  <a:cubicBezTo>
                    <a:pt x="5138" y="6505"/>
                    <a:pt x="3270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189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4" name="Google Shape;3734;p18"/>
            <p:cNvSpPr/>
            <p:nvPr/>
          </p:nvSpPr>
          <p:spPr>
            <a:xfrm>
              <a:off x="392025" y="68632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669"/>
                    <a:pt x="0" y="6506"/>
                    <a:pt x="2569" y="6506"/>
                  </a:cubicBezTo>
                  <a:cubicBezTo>
                    <a:pt x="5137" y="6506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5" name="Google Shape;3735;p18"/>
            <p:cNvSpPr/>
            <p:nvPr/>
          </p:nvSpPr>
          <p:spPr>
            <a:xfrm>
              <a:off x="6047850" y="15512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0"/>
                  </a:moveTo>
                  <a:cubicBezTo>
                    <a:pt x="2001" y="1702"/>
                    <a:pt x="0" y="6505"/>
                    <a:pt x="2569" y="6505"/>
                  </a:cubicBezTo>
                  <a:cubicBezTo>
                    <a:pt x="5137" y="6505"/>
                    <a:pt x="3236" y="1802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6" name="Google Shape;3736;p18"/>
            <p:cNvSpPr/>
            <p:nvPr/>
          </p:nvSpPr>
          <p:spPr>
            <a:xfrm>
              <a:off x="8380325" y="519550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0"/>
                  </a:moveTo>
                  <a:cubicBezTo>
                    <a:pt x="1969" y="1668"/>
                    <a:pt x="1" y="6505"/>
                    <a:pt x="2569" y="6505"/>
                  </a:cubicBezTo>
                  <a:cubicBezTo>
                    <a:pt x="5138" y="6505"/>
                    <a:pt x="3237" y="1802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7" name="Google Shape;3737;p18"/>
            <p:cNvSpPr/>
            <p:nvPr/>
          </p:nvSpPr>
          <p:spPr>
            <a:xfrm>
              <a:off x="5712600" y="1710400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36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8" name="Google Shape;3738;p18"/>
            <p:cNvSpPr/>
            <p:nvPr/>
          </p:nvSpPr>
          <p:spPr>
            <a:xfrm>
              <a:off x="4869500" y="0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9" name="Google Shape;3739;p18"/>
            <p:cNvSpPr/>
            <p:nvPr/>
          </p:nvSpPr>
          <p:spPr>
            <a:xfrm>
              <a:off x="4471725" y="1522775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2001" y="1701"/>
                    <a:pt x="0" y="6505"/>
                    <a:pt x="2569" y="6505"/>
                  </a:cubicBezTo>
                  <a:cubicBezTo>
                    <a:pt x="5137" y="6505"/>
                    <a:pt x="3269" y="1801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0" name="Google Shape;3740;p18"/>
            <p:cNvSpPr/>
            <p:nvPr/>
          </p:nvSpPr>
          <p:spPr>
            <a:xfrm>
              <a:off x="6783375" y="311075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1968" y="1668"/>
                    <a:pt x="0" y="6505"/>
                    <a:pt x="2569" y="6505"/>
                  </a:cubicBezTo>
                  <a:cubicBezTo>
                    <a:pt x="5137" y="6505"/>
                    <a:pt x="3236" y="1801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1" name="Google Shape;3741;p18"/>
            <p:cNvSpPr/>
            <p:nvPr/>
          </p:nvSpPr>
          <p:spPr>
            <a:xfrm>
              <a:off x="5571675" y="229350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0"/>
                  </a:moveTo>
                  <a:cubicBezTo>
                    <a:pt x="2002" y="1701"/>
                    <a:pt x="0" y="6538"/>
                    <a:pt x="2569" y="6538"/>
                  </a:cubicBezTo>
                  <a:cubicBezTo>
                    <a:pt x="5137" y="6538"/>
                    <a:pt x="3269" y="1801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2" name="Google Shape;3742;p18"/>
            <p:cNvSpPr/>
            <p:nvPr/>
          </p:nvSpPr>
          <p:spPr>
            <a:xfrm>
              <a:off x="7598950" y="203500"/>
              <a:ext cx="131775" cy="167625"/>
            </a:xfrm>
            <a:custGeom>
              <a:avLst/>
              <a:gdLst/>
              <a:ahLst/>
              <a:cxnLst/>
              <a:rect l="l" t="t" r="r" b="b"/>
              <a:pathLst>
                <a:path w="5271" h="6705" extrusionOk="0">
                  <a:moveTo>
                    <a:pt x="2636" y="0"/>
                  </a:moveTo>
                  <a:cubicBezTo>
                    <a:pt x="2035" y="1735"/>
                    <a:pt x="0" y="6705"/>
                    <a:pt x="2636" y="6705"/>
                  </a:cubicBezTo>
                  <a:cubicBezTo>
                    <a:pt x="5271" y="6705"/>
                    <a:pt x="3336" y="1868"/>
                    <a:pt x="2636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3" name="Google Shape;3743;p18"/>
            <p:cNvSpPr/>
            <p:nvPr/>
          </p:nvSpPr>
          <p:spPr>
            <a:xfrm>
              <a:off x="6563200" y="97487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702"/>
                    <a:pt x="1" y="6505"/>
                    <a:pt x="2569" y="6505"/>
                  </a:cubicBezTo>
                  <a:cubicBezTo>
                    <a:pt x="5138" y="6505"/>
                    <a:pt x="3270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4" name="Google Shape;3744;p18"/>
            <p:cNvSpPr/>
            <p:nvPr/>
          </p:nvSpPr>
          <p:spPr>
            <a:xfrm>
              <a:off x="6186275" y="1737100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2002" y="1668"/>
                    <a:pt x="0" y="6505"/>
                    <a:pt x="2569" y="6505"/>
                  </a:cubicBezTo>
                  <a:cubicBezTo>
                    <a:pt x="5137" y="6505"/>
                    <a:pt x="3269" y="1768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5" name="Google Shape;3745;p18"/>
            <p:cNvSpPr/>
            <p:nvPr/>
          </p:nvSpPr>
          <p:spPr>
            <a:xfrm>
              <a:off x="7496375" y="111997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702"/>
                    <a:pt x="0" y="6505"/>
                    <a:pt x="2569" y="6505"/>
                  </a:cubicBezTo>
                  <a:cubicBezTo>
                    <a:pt x="5137" y="6505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6" name="Google Shape;3746;p18"/>
            <p:cNvSpPr/>
            <p:nvPr/>
          </p:nvSpPr>
          <p:spPr>
            <a:xfrm>
              <a:off x="4760775" y="108932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702"/>
                    <a:pt x="0" y="6505"/>
                    <a:pt x="2569" y="6505"/>
                  </a:cubicBezTo>
                  <a:cubicBezTo>
                    <a:pt x="5137" y="6505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7" name="Google Shape;3747;p18"/>
            <p:cNvSpPr/>
            <p:nvPr/>
          </p:nvSpPr>
          <p:spPr>
            <a:xfrm>
              <a:off x="4801950" y="2140700"/>
              <a:ext cx="132625" cy="167650"/>
            </a:xfrm>
            <a:custGeom>
              <a:avLst/>
              <a:gdLst/>
              <a:ahLst/>
              <a:cxnLst/>
              <a:rect l="l" t="t" r="r" b="b"/>
              <a:pathLst>
                <a:path w="5305" h="6706" extrusionOk="0">
                  <a:moveTo>
                    <a:pt x="2636" y="1"/>
                  </a:moveTo>
                  <a:cubicBezTo>
                    <a:pt x="2069" y="1735"/>
                    <a:pt x="0" y="6706"/>
                    <a:pt x="2636" y="6706"/>
                  </a:cubicBezTo>
                  <a:cubicBezTo>
                    <a:pt x="5304" y="6706"/>
                    <a:pt x="3370" y="1836"/>
                    <a:pt x="2636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8" name="Google Shape;3748;p18"/>
            <p:cNvSpPr/>
            <p:nvPr/>
          </p:nvSpPr>
          <p:spPr>
            <a:xfrm>
              <a:off x="8075125" y="2276650"/>
              <a:ext cx="132625" cy="167625"/>
            </a:xfrm>
            <a:custGeom>
              <a:avLst/>
              <a:gdLst/>
              <a:ahLst/>
              <a:cxnLst/>
              <a:rect l="l" t="t" r="r" b="b"/>
              <a:pathLst>
                <a:path w="5305" h="6705" extrusionOk="0">
                  <a:moveTo>
                    <a:pt x="2669" y="0"/>
                  </a:moveTo>
                  <a:cubicBezTo>
                    <a:pt x="2068" y="1735"/>
                    <a:pt x="0" y="6705"/>
                    <a:pt x="2669" y="6705"/>
                  </a:cubicBezTo>
                  <a:cubicBezTo>
                    <a:pt x="5304" y="6705"/>
                    <a:pt x="3369" y="1868"/>
                    <a:pt x="26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9" name="Google Shape;3749;p18"/>
            <p:cNvSpPr/>
            <p:nvPr/>
          </p:nvSpPr>
          <p:spPr>
            <a:xfrm>
              <a:off x="6729150" y="155862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668"/>
                    <a:pt x="1" y="6505"/>
                    <a:pt x="2569" y="6505"/>
                  </a:cubicBezTo>
                  <a:cubicBezTo>
                    <a:pt x="5138" y="6505"/>
                    <a:pt x="3270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0" name="Google Shape;3750;p18"/>
            <p:cNvSpPr/>
            <p:nvPr/>
          </p:nvSpPr>
          <p:spPr>
            <a:xfrm>
              <a:off x="7684850" y="1710400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1" name="Google Shape;3751;p18"/>
            <p:cNvSpPr/>
            <p:nvPr/>
          </p:nvSpPr>
          <p:spPr>
            <a:xfrm>
              <a:off x="4504225" y="503700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1" y="6539"/>
                    <a:pt x="2569" y="6539"/>
                  </a:cubicBezTo>
                  <a:cubicBezTo>
                    <a:pt x="5138" y="6539"/>
                    <a:pt x="3270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2" name="Google Shape;3752;p18"/>
            <p:cNvSpPr/>
            <p:nvPr/>
          </p:nvSpPr>
          <p:spPr>
            <a:xfrm>
              <a:off x="8333625" y="1474400"/>
              <a:ext cx="131800" cy="167650"/>
            </a:xfrm>
            <a:custGeom>
              <a:avLst/>
              <a:gdLst/>
              <a:ahLst/>
              <a:cxnLst/>
              <a:rect l="l" t="t" r="r" b="b"/>
              <a:pathLst>
                <a:path w="5272" h="6706" extrusionOk="0">
                  <a:moveTo>
                    <a:pt x="2636" y="0"/>
                  </a:moveTo>
                  <a:cubicBezTo>
                    <a:pt x="2036" y="1735"/>
                    <a:pt x="1" y="6705"/>
                    <a:pt x="2636" y="6705"/>
                  </a:cubicBezTo>
                  <a:cubicBezTo>
                    <a:pt x="5271" y="6705"/>
                    <a:pt x="3337" y="1868"/>
                    <a:pt x="2636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3" name="Google Shape;3753;p18"/>
            <p:cNvSpPr/>
            <p:nvPr/>
          </p:nvSpPr>
          <p:spPr>
            <a:xfrm>
              <a:off x="4813625" y="68632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669"/>
                    <a:pt x="0" y="6506"/>
                    <a:pt x="2569" y="6506"/>
                  </a:cubicBezTo>
                  <a:cubicBezTo>
                    <a:pt x="5137" y="6506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4" name="Google Shape;3754;p18"/>
            <p:cNvSpPr/>
            <p:nvPr/>
          </p:nvSpPr>
          <p:spPr>
            <a:xfrm>
              <a:off x="6169800" y="1177000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36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5" name="Google Shape;3755;p18"/>
            <p:cNvSpPr/>
            <p:nvPr/>
          </p:nvSpPr>
          <p:spPr>
            <a:xfrm flipH="1">
              <a:off x="1517850" y="765563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702"/>
                    <a:pt x="0" y="6505"/>
                    <a:pt x="2569" y="6505"/>
                  </a:cubicBezTo>
                  <a:cubicBezTo>
                    <a:pt x="5137" y="6505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6" name="Google Shape;3756;p18"/>
            <p:cNvSpPr/>
            <p:nvPr/>
          </p:nvSpPr>
          <p:spPr>
            <a:xfrm flipH="1">
              <a:off x="1329375" y="1355988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7" name="Google Shape;3757;p18"/>
            <p:cNvSpPr/>
            <p:nvPr/>
          </p:nvSpPr>
          <p:spPr>
            <a:xfrm>
              <a:off x="7751450" y="755550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36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8" name="Google Shape;3758;p18"/>
            <p:cNvSpPr/>
            <p:nvPr/>
          </p:nvSpPr>
          <p:spPr>
            <a:xfrm>
              <a:off x="8225125" y="782250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2002" y="1668"/>
                    <a:pt x="0" y="6505"/>
                    <a:pt x="2569" y="6505"/>
                  </a:cubicBezTo>
                  <a:cubicBezTo>
                    <a:pt x="5137" y="6505"/>
                    <a:pt x="3269" y="1768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9" name="Google Shape;3759;p18"/>
            <p:cNvSpPr/>
            <p:nvPr/>
          </p:nvSpPr>
          <p:spPr>
            <a:xfrm>
              <a:off x="3335788" y="712175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36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0" name="Google Shape;3760;p18"/>
            <p:cNvSpPr/>
            <p:nvPr/>
          </p:nvSpPr>
          <p:spPr>
            <a:xfrm>
              <a:off x="3809463" y="738875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2002" y="1668"/>
                    <a:pt x="0" y="6505"/>
                    <a:pt x="2569" y="6505"/>
                  </a:cubicBezTo>
                  <a:cubicBezTo>
                    <a:pt x="5137" y="6505"/>
                    <a:pt x="3269" y="1768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1" name="Google Shape;3761;p18"/>
            <p:cNvSpPr/>
            <p:nvPr/>
          </p:nvSpPr>
          <p:spPr>
            <a:xfrm>
              <a:off x="1716500" y="2260650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0"/>
                  </a:moveTo>
                  <a:cubicBezTo>
                    <a:pt x="2001" y="1702"/>
                    <a:pt x="0" y="6505"/>
                    <a:pt x="2569" y="6505"/>
                  </a:cubicBezTo>
                  <a:cubicBezTo>
                    <a:pt x="5137" y="6505"/>
                    <a:pt x="3236" y="1802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2" name="Google Shape;3762;p18"/>
            <p:cNvSpPr/>
            <p:nvPr/>
          </p:nvSpPr>
          <p:spPr>
            <a:xfrm>
              <a:off x="4048975" y="262507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0"/>
                  </a:moveTo>
                  <a:cubicBezTo>
                    <a:pt x="1969" y="1668"/>
                    <a:pt x="1" y="6505"/>
                    <a:pt x="2569" y="6505"/>
                  </a:cubicBezTo>
                  <a:cubicBezTo>
                    <a:pt x="5138" y="6505"/>
                    <a:pt x="3237" y="1802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3" name="Google Shape;3763;p18"/>
            <p:cNvSpPr/>
            <p:nvPr/>
          </p:nvSpPr>
          <p:spPr>
            <a:xfrm>
              <a:off x="1381250" y="3815925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36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4" name="Google Shape;3764;p18"/>
            <p:cNvSpPr/>
            <p:nvPr/>
          </p:nvSpPr>
          <p:spPr>
            <a:xfrm>
              <a:off x="538150" y="2105525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5" name="Google Shape;3765;p18"/>
            <p:cNvSpPr/>
            <p:nvPr/>
          </p:nvSpPr>
          <p:spPr>
            <a:xfrm>
              <a:off x="140375" y="3628300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2001" y="1701"/>
                    <a:pt x="0" y="6505"/>
                    <a:pt x="2569" y="6505"/>
                  </a:cubicBezTo>
                  <a:cubicBezTo>
                    <a:pt x="5137" y="6505"/>
                    <a:pt x="3269" y="1801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6" name="Google Shape;3766;p18"/>
            <p:cNvSpPr/>
            <p:nvPr/>
          </p:nvSpPr>
          <p:spPr>
            <a:xfrm>
              <a:off x="2452025" y="2416600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1968" y="1668"/>
                    <a:pt x="0" y="6505"/>
                    <a:pt x="2569" y="6505"/>
                  </a:cubicBezTo>
                  <a:cubicBezTo>
                    <a:pt x="5137" y="6505"/>
                    <a:pt x="3236" y="1801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7" name="Google Shape;3767;p18"/>
            <p:cNvSpPr/>
            <p:nvPr/>
          </p:nvSpPr>
          <p:spPr>
            <a:xfrm>
              <a:off x="1240325" y="2334875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0"/>
                  </a:moveTo>
                  <a:cubicBezTo>
                    <a:pt x="2002" y="1701"/>
                    <a:pt x="0" y="6538"/>
                    <a:pt x="2569" y="6538"/>
                  </a:cubicBezTo>
                  <a:cubicBezTo>
                    <a:pt x="5137" y="6538"/>
                    <a:pt x="3269" y="1801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8" name="Google Shape;3768;p18"/>
            <p:cNvSpPr/>
            <p:nvPr/>
          </p:nvSpPr>
          <p:spPr>
            <a:xfrm>
              <a:off x="3267600" y="2309025"/>
              <a:ext cx="131775" cy="167625"/>
            </a:xfrm>
            <a:custGeom>
              <a:avLst/>
              <a:gdLst/>
              <a:ahLst/>
              <a:cxnLst/>
              <a:rect l="l" t="t" r="r" b="b"/>
              <a:pathLst>
                <a:path w="5271" h="6705" extrusionOk="0">
                  <a:moveTo>
                    <a:pt x="2636" y="0"/>
                  </a:moveTo>
                  <a:cubicBezTo>
                    <a:pt x="2035" y="1735"/>
                    <a:pt x="0" y="6705"/>
                    <a:pt x="2636" y="6705"/>
                  </a:cubicBezTo>
                  <a:cubicBezTo>
                    <a:pt x="5271" y="6705"/>
                    <a:pt x="3336" y="1868"/>
                    <a:pt x="2636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9" name="Google Shape;3769;p18"/>
            <p:cNvSpPr/>
            <p:nvPr/>
          </p:nvSpPr>
          <p:spPr>
            <a:xfrm>
              <a:off x="4606875" y="2393250"/>
              <a:ext cx="132625" cy="167625"/>
            </a:xfrm>
            <a:custGeom>
              <a:avLst/>
              <a:gdLst/>
              <a:ahLst/>
              <a:cxnLst/>
              <a:rect l="l" t="t" r="r" b="b"/>
              <a:pathLst>
                <a:path w="5305" h="6705" extrusionOk="0">
                  <a:moveTo>
                    <a:pt x="2670" y="0"/>
                  </a:moveTo>
                  <a:cubicBezTo>
                    <a:pt x="2069" y="1735"/>
                    <a:pt x="1" y="6705"/>
                    <a:pt x="2670" y="6705"/>
                  </a:cubicBezTo>
                  <a:cubicBezTo>
                    <a:pt x="5305" y="6705"/>
                    <a:pt x="3370" y="1835"/>
                    <a:pt x="2670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0" name="Google Shape;3770;p18"/>
            <p:cNvSpPr/>
            <p:nvPr/>
          </p:nvSpPr>
          <p:spPr>
            <a:xfrm>
              <a:off x="2231850" y="3080400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702"/>
                    <a:pt x="1" y="6505"/>
                    <a:pt x="2569" y="6505"/>
                  </a:cubicBezTo>
                  <a:cubicBezTo>
                    <a:pt x="5138" y="6505"/>
                    <a:pt x="3270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1" name="Google Shape;3771;p18"/>
            <p:cNvSpPr/>
            <p:nvPr/>
          </p:nvSpPr>
          <p:spPr>
            <a:xfrm>
              <a:off x="1854925" y="3842625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2002" y="1668"/>
                    <a:pt x="0" y="6505"/>
                    <a:pt x="2569" y="6505"/>
                  </a:cubicBezTo>
                  <a:cubicBezTo>
                    <a:pt x="5137" y="6505"/>
                    <a:pt x="3269" y="1768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2" name="Google Shape;3772;p18"/>
            <p:cNvSpPr/>
            <p:nvPr/>
          </p:nvSpPr>
          <p:spPr>
            <a:xfrm>
              <a:off x="3165025" y="3225500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702"/>
                    <a:pt x="0" y="6505"/>
                    <a:pt x="2569" y="6505"/>
                  </a:cubicBezTo>
                  <a:cubicBezTo>
                    <a:pt x="5137" y="6505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3" name="Google Shape;3773;p18"/>
            <p:cNvSpPr/>
            <p:nvPr/>
          </p:nvSpPr>
          <p:spPr>
            <a:xfrm>
              <a:off x="505625" y="3347250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702"/>
                    <a:pt x="0" y="6505"/>
                    <a:pt x="2569" y="6505"/>
                  </a:cubicBezTo>
                  <a:cubicBezTo>
                    <a:pt x="5137" y="6505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4" name="Google Shape;3774;p18"/>
            <p:cNvSpPr/>
            <p:nvPr/>
          </p:nvSpPr>
          <p:spPr>
            <a:xfrm>
              <a:off x="470600" y="4246225"/>
              <a:ext cx="132625" cy="167650"/>
            </a:xfrm>
            <a:custGeom>
              <a:avLst/>
              <a:gdLst/>
              <a:ahLst/>
              <a:cxnLst/>
              <a:rect l="l" t="t" r="r" b="b"/>
              <a:pathLst>
                <a:path w="5305" h="6706" extrusionOk="0">
                  <a:moveTo>
                    <a:pt x="2636" y="1"/>
                  </a:moveTo>
                  <a:cubicBezTo>
                    <a:pt x="2069" y="1735"/>
                    <a:pt x="0" y="6706"/>
                    <a:pt x="2636" y="6706"/>
                  </a:cubicBezTo>
                  <a:cubicBezTo>
                    <a:pt x="5304" y="6706"/>
                    <a:pt x="3370" y="1836"/>
                    <a:pt x="2636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5" name="Google Shape;3775;p18"/>
            <p:cNvSpPr/>
            <p:nvPr/>
          </p:nvSpPr>
          <p:spPr>
            <a:xfrm>
              <a:off x="3743775" y="4382175"/>
              <a:ext cx="132625" cy="167625"/>
            </a:xfrm>
            <a:custGeom>
              <a:avLst/>
              <a:gdLst/>
              <a:ahLst/>
              <a:cxnLst/>
              <a:rect l="l" t="t" r="r" b="b"/>
              <a:pathLst>
                <a:path w="5305" h="6705" extrusionOk="0">
                  <a:moveTo>
                    <a:pt x="2669" y="0"/>
                  </a:moveTo>
                  <a:cubicBezTo>
                    <a:pt x="2068" y="1735"/>
                    <a:pt x="0" y="6705"/>
                    <a:pt x="2669" y="6705"/>
                  </a:cubicBezTo>
                  <a:cubicBezTo>
                    <a:pt x="5304" y="6705"/>
                    <a:pt x="3369" y="1868"/>
                    <a:pt x="26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6" name="Google Shape;3776;p18"/>
            <p:cNvSpPr/>
            <p:nvPr/>
          </p:nvSpPr>
          <p:spPr>
            <a:xfrm>
              <a:off x="2397800" y="3664150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668"/>
                    <a:pt x="1" y="6505"/>
                    <a:pt x="2569" y="6505"/>
                  </a:cubicBezTo>
                  <a:cubicBezTo>
                    <a:pt x="5138" y="6505"/>
                    <a:pt x="3270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7" name="Google Shape;3777;p18"/>
            <p:cNvSpPr/>
            <p:nvPr/>
          </p:nvSpPr>
          <p:spPr>
            <a:xfrm>
              <a:off x="3353500" y="3815925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8" name="Google Shape;3778;p18"/>
            <p:cNvSpPr/>
            <p:nvPr/>
          </p:nvSpPr>
          <p:spPr>
            <a:xfrm>
              <a:off x="172875" y="2609225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1" y="6539"/>
                    <a:pt x="2569" y="6539"/>
                  </a:cubicBezTo>
                  <a:cubicBezTo>
                    <a:pt x="5138" y="6539"/>
                    <a:pt x="3270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9" name="Google Shape;3779;p18"/>
            <p:cNvSpPr/>
            <p:nvPr/>
          </p:nvSpPr>
          <p:spPr>
            <a:xfrm>
              <a:off x="4002275" y="3579925"/>
              <a:ext cx="131800" cy="167650"/>
            </a:xfrm>
            <a:custGeom>
              <a:avLst/>
              <a:gdLst/>
              <a:ahLst/>
              <a:cxnLst/>
              <a:rect l="l" t="t" r="r" b="b"/>
              <a:pathLst>
                <a:path w="5272" h="6706" extrusionOk="0">
                  <a:moveTo>
                    <a:pt x="2636" y="0"/>
                  </a:moveTo>
                  <a:cubicBezTo>
                    <a:pt x="2036" y="1735"/>
                    <a:pt x="1" y="6705"/>
                    <a:pt x="2636" y="6705"/>
                  </a:cubicBezTo>
                  <a:cubicBezTo>
                    <a:pt x="5271" y="6705"/>
                    <a:pt x="3337" y="1868"/>
                    <a:pt x="2636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0" name="Google Shape;3780;p18"/>
            <p:cNvSpPr/>
            <p:nvPr/>
          </p:nvSpPr>
          <p:spPr>
            <a:xfrm>
              <a:off x="4183050" y="3154825"/>
              <a:ext cx="132600" cy="167650"/>
            </a:xfrm>
            <a:custGeom>
              <a:avLst/>
              <a:gdLst/>
              <a:ahLst/>
              <a:cxnLst/>
              <a:rect l="l" t="t" r="r" b="b"/>
              <a:pathLst>
                <a:path w="5304" h="6706" extrusionOk="0">
                  <a:moveTo>
                    <a:pt x="2669" y="1"/>
                  </a:moveTo>
                  <a:cubicBezTo>
                    <a:pt x="2068" y="1735"/>
                    <a:pt x="0" y="6705"/>
                    <a:pt x="2669" y="6705"/>
                  </a:cubicBezTo>
                  <a:cubicBezTo>
                    <a:pt x="5304" y="6705"/>
                    <a:pt x="3369" y="1835"/>
                    <a:pt x="26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1" name="Google Shape;3781;p18"/>
            <p:cNvSpPr/>
            <p:nvPr/>
          </p:nvSpPr>
          <p:spPr>
            <a:xfrm>
              <a:off x="2025875" y="244327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1969" y="1668"/>
                    <a:pt x="1" y="6505"/>
                    <a:pt x="2569" y="6505"/>
                  </a:cubicBezTo>
                  <a:cubicBezTo>
                    <a:pt x="5138" y="6505"/>
                    <a:pt x="3236" y="1769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189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2" name="Google Shape;3782;p18"/>
            <p:cNvSpPr/>
            <p:nvPr/>
          </p:nvSpPr>
          <p:spPr>
            <a:xfrm>
              <a:off x="3576975" y="2491650"/>
              <a:ext cx="131800" cy="167650"/>
            </a:xfrm>
            <a:custGeom>
              <a:avLst/>
              <a:gdLst/>
              <a:ahLst/>
              <a:cxnLst/>
              <a:rect l="l" t="t" r="r" b="b"/>
              <a:pathLst>
                <a:path w="5272" h="6706" extrusionOk="0">
                  <a:moveTo>
                    <a:pt x="2636" y="0"/>
                  </a:moveTo>
                  <a:cubicBezTo>
                    <a:pt x="2036" y="1735"/>
                    <a:pt x="1" y="6705"/>
                    <a:pt x="2636" y="6705"/>
                  </a:cubicBezTo>
                  <a:cubicBezTo>
                    <a:pt x="5271" y="6705"/>
                    <a:pt x="3337" y="1835"/>
                    <a:pt x="2636" y="0"/>
                  </a:cubicBezTo>
                  <a:close/>
                </a:path>
              </a:pathLst>
            </a:custGeom>
            <a:solidFill>
              <a:srgbClr val="191919">
                <a:alpha val="189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3" name="Google Shape;3783;p18"/>
            <p:cNvSpPr/>
            <p:nvPr/>
          </p:nvSpPr>
          <p:spPr>
            <a:xfrm>
              <a:off x="2707200" y="3845950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0"/>
                  </a:moveTo>
                  <a:cubicBezTo>
                    <a:pt x="2002" y="1702"/>
                    <a:pt x="0" y="6505"/>
                    <a:pt x="2569" y="6505"/>
                  </a:cubicBezTo>
                  <a:cubicBezTo>
                    <a:pt x="5137" y="6505"/>
                    <a:pt x="3269" y="1802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189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4" name="Google Shape;3784;p18"/>
            <p:cNvSpPr/>
            <p:nvPr/>
          </p:nvSpPr>
          <p:spPr>
            <a:xfrm>
              <a:off x="482275" y="2791850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669"/>
                    <a:pt x="0" y="6506"/>
                    <a:pt x="2569" y="6506"/>
                  </a:cubicBezTo>
                  <a:cubicBezTo>
                    <a:pt x="5137" y="6506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5" name="Google Shape;3785;p18"/>
            <p:cNvSpPr/>
            <p:nvPr/>
          </p:nvSpPr>
          <p:spPr>
            <a:xfrm>
              <a:off x="6138100" y="2260650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0"/>
                  </a:moveTo>
                  <a:cubicBezTo>
                    <a:pt x="2001" y="1702"/>
                    <a:pt x="0" y="6505"/>
                    <a:pt x="2569" y="6505"/>
                  </a:cubicBezTo>
                  <a:cubicBezTo>
                    <a:pt x="5137" y="6505"/>
                    <a:pt x="3236" y="1802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6" name="Google Shape;3786;p18"/>
            <p:cNvSpPr/>
            <p:nvPr/>
          </p:nvSpPr>
          <p:spPr>
            <a:xfrm>
              <a:off x="8470575" y="262507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0"/>
                  </a:moveTo>
                  <a:cubicBezTo>
                    <a:pt x="1969" y="1668"/>
                    <a:pt x="1" y="6505"/>
                    <a:pt x="2569" y="6505"/>
                  </a:cubicBezTo>
                  <a:cubicBezTo>
                    <a:pt x="5138" y="6505"/>
                    <a:pt x="3237" y="1802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7" name="Google Shape;3787;p18"/>
            <p:cNvSpPr/>
            <p:nvPr/>
          </p:nvSpPr>
          <p:spPr>
            <a:xfrm>
              <a:off x="5802850" y="3815925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36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8" name="Google Shape;3788;p18"/>
            <p:cNvSpPr/>
            <p:nvPr/>
          </p:nvSpPr>
          <p:spPr>
            <a:xfrm>
              <a:off x="4959750" y="2105525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9" name="Google Shape;3789;p18"/>
            <p:cNvSpPr/>
            <p:nvPr/>
          </p:nvSpPr>
          <p:spPr>
            <a:xfrm>
              <a:off x="4561975" y="3628300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2001" y="1701"/>
                    <a:pt x="0" y="6505"/>
                    <a:pt x="2569" y="6505"/>
                  </a:cubicBezTo>
                  <a:cubicBezTo>
                    <a:pt x="5137" y="6505"/>
                    <a:pt x="3269" y="1801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0" name="Google Shape;3790;p18"/>
            <p:cNvSpPr/>
            <p:nvPr/>
          </p:nvSpPr>
          <p:spPr>
            <a:xfrm>
              <a:off x="6873625" y="2416600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1968" y="1668"/>
                    <a:pt x="0" y="6505"/>
                    <a:pt x="2569" y="6505"/>
                  </a:cubicBezTo>
                  <a:cubicBezTo>
                    <a:pt x="5137" y="6505"/>
                    <a:pt x="3236" y="1801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1" name="Google Shape;3791;p18"/>
            <p:cNvSpPr/>
            <p:nvPr/>
          </p:nvSpPr>
          <p:spPr>
            <a:xfrm>
              <a:off x="5661925" y="2334875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0"/>
                  </a:moveTo>
                  <a:cubicBezTo>
                    <a:pt x="2002" y="1701"/>
                    <a:pt x="0" y="6538"/>
                    <a:pt x="2569" y="6538"/>
                  </a:cubicBezTo>
                  <a:cubicBezTo>
                    <a:pt x="5137" y="6538"/>
                    <a:pt x="3269" y="1801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2" name="Google Shape;3792;p18"/>
            <p:cNvSpPr/>
            <p:nvPr/>
          </p:nvSpPr>
          <p:spPr>
            <a:xfrm>
              <a:off x="7689200" y="2309025"/>
              <a:ext cx="131775" cy="167625"/>
            </a:xfrm>
            <a:custGeom>
              <a:avLst/>
              <a:gdLst/>
              <a:ahLst/>
              <a:cxnLst/>
              <a:rect l="l" t="t" r="r" b="b"/>
              <a:pathLst>
                <a:path w="5271" h="6705" extrusionOk="0">
                  <a:moveTo>
                    <a:pt x="2636" y="0"/>
                  </a:moveTo>
                  <a:cubicBezTo>
                    <a:pt x="2035" y="1735"/>
                    <a:pt x="0" y="6705"/>
                    <a:pt x="2636" y="6705"/>
                  </a:cubicBezTo>
                  <a:cubicBezTo>
                    <a:pt x="5271" y="6705"/>
                    <a:pt x="3336" y="1868"/>
                    <a:pt x="2636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3" name="Google Shape;3793;p18"/>
            <p:cNvSpPr/>
            <p:nvPr/>
          </p:nvSpPr>
          <p:spPr>
            <a:xfrm>
              <a:off x="6653450" y="3080400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702"/>
                    <a:pt x="1" y="6505"/>
                    <a:pt x="2569" y="6505"/>
                  </a:cubicBezTo>
                  <a:cubicBezTo>
                    <a:pt x="5138" y="6505"/>
                    <a:pt x="3270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4" name="Google Shape;3794;p18"/>
            <p:cNvSpPr/>
            <p:nvPr/>
          </p:nvSpPr>
          <p:spPr>
            <a:xfrm>
              <a:off x="6276525" y="3842625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2002" y="1668"/>
                    <a:pt x="0" y="6505"/>
                    <a:pt x="2569" y="6505"/>
                  </a:cubicBezTo>
                  <a:cubicBezTo>
                    <a:pt x="5137" y="6505"/>
                    <a:pt x="3269" y="1768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5" name="Google Shape;3795;p18"/>
            <p:cNvSpPr/>
            <p:nvPr/>
          </p:nvSpPr>
          <p:spPr>
            <a:xfrm>
              <a:off x="7586625" y="3225500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702"/>
                    <a:pt x="0" y="6505"/>
                    <a:pt x="2569" y="6505"/>
                  </a:cubicBezTo>
                  <a:cubicBezTo>
                    <a:pt x="5137" y="6505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6" name="Google Shape;3796;p18"/>
            <p:cNvSpPr/>
            <p:nvPr/>
          </p:nvSpPr>
          <p:spPr>
            <a:xfrm>
              <a:off x="4851025" y="3194850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702"/>
                    <a:pt x="0" y="6505"/>
                    <a:pt x="2569" y="6505"/>
                  </a:cubicBezTo>
                  <a:cubicBezTo>
                    <a:pt x="5137" y="6505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7" name="Google Shape;3797;p18"/>
            <p:cNvSpPr/>
            <p:nvPr/>
          </p:nvSpPr>
          <p:spPr>
            <a:xfrm>
              <a:off x="4892200" y="4246225"/>
              <a:ext cx="132625" cy="167650"/>
            </a:xfrm>
            <a:custGeom>
              <a:avLst/>
              <a:gdLst/>
              <a:ahLst/>
              <a:cxnLst/>
              <a:rect l="l" t="t" r="r" b="b"/>
              <a:pathLst>
                <a:path w="5305" h="6706" extrusionOk="0">
                  <a:moveTo>
                    <a:pt x="2636" y="1"/>
                  </a:moveTo>
                  <a:cubicBezTo>
                    <a:pt x="2069" y="1735"/>
                    <a:pt x="0" y="6706"/>
                    <a:pt x="2636" y="6706"/>
                  </a:cubicBezTo>
                  <a:cubicBezTo>
                    <a:pt x="5304" y="6706"/>
                    <a:pt x="3370" y="1836"/>
                    <a:pt x="2636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8" name="Google Shape;3798;p18"/>
            <p:cNvSpPr/>
            <p:nvPr/>
          </p:nvSpPr>
          <p:spPr>
            <a:xfrm>
              <a:off x="8165375" y="4382175"/>
              <a:ext cx="132625" cy="167625"/>
            </a:xfrm>
            <a:custGeom>
              <a:avLst/>
              <a:gdLst/>
              <a:ahLst/>
              <a:cxnLst/>
              <a:rect l="l" t="t" r="r" b="b"/>
              <a:pathLst>
                <a:path w="5305" h="6705" extrusionOk="0">
                  <a:moveTo>
                    <a:pt x="2669" y="0"/>
                  </a:moveTo>
                  <a:cubicBezTo>
                    <a:pt x="2068" y="1735"/>
                    <a:pt x="0" y="6705"/>
                    <a:pt x="2669" y="6705"/>
                  </a:cubicBezTo>
                  <a:cubicBezTo>
                    <a:pt x="5304" y="6705"/>
                    <a:pt x="3369" y="1868"/>
                    <a:pt x="26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9" name="Google Shape;3799;p18"/>
            <p:cNvSpPr/>
            <p:nvPr/>
          </p:nvSpPr>
          <p:spPr>
            <a:xfrm>
              <a:off x="6819400" y="3664150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668"/>
                    <a:pt x="1" y="6505"/>
                    <a:pt x="2569" y="6505"/>
                  </a:cubicBezTo>
                  <a:cubicBezTo>
                    <a:pt x="5138" y="6505"/>
                    <a:pt x="3270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0" name="Google Shape;3800;p18"/>
            <p:cNvSpPr/>
            <p:nvPr/>
          </p:nvSpPr>
          <p:spPr>
            <a:xfrm>
              <a:off x="7775100" y="3815925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1" name="Google Shape;3801;p18"/>
            <p:cNvSpPr/>
            <p:nvPr/>
          </p:nvSpPr>
          <p:spPr>
            <a:xfrm>
              <a:off x="4594475" y="2609225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1" y="6539"/>
                    <a:pt x="2569" y="6539"/>
                  </a:cubicBezTo>
                  <a:cubicBezTo>
                    <a:pt x="5138" y="6539"/>
                    <a:pt x="3270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2" name="Google Shape;3802;p18"/>
            <p:cNvSpPr/>
            <p:nvPr/>
          </p:nvSpPr>
          <p:spPr>
            <a:xfrm>
              <a:off x="8423875" y="3579925"/>
              <a:ext cx="131800" cy="167650"/>
            </a:xfrm>
            <a:custGeom>
              <a:avLst/>
              <a:gdLst/>
              <a:ahLst/>
              <a:cxnLst/>
              <a:rect l="l" t="t" r="r" b="b"/>
              <a:pathLst>
                <a:path w="5272" h="6706" extrusionOk="0">
                  <a:moveTo>
                    <a:pt x="2636" y="0"/>
                  </a:moveTo>
                  <a:cubicBezTo>
                    <a:pt x="2036" y="1735"/>
                    <a:pt x="1" y="6705"/>
                    <a:pt x="2636" y="6705"/>
                  </a:cubicBezTo>
                  <a:cubicBezTo>
                    <a:pt x="5271" y="6705"/>
                    <a:pt x="3337" y="1868"/>
                    <a:pt x="2636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3" name="Google Shape;3803;p18"/>
            <p:cNvSpPr/>
            <p:nvPr/>
          </p:nvSpPr>
          <p:spPr>
            <a:xfrm>
              <a:off x="4903875" y="2791850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669"/>
                    <a:pt x="0" y="6506"/>
                    <a:pt x="2569" y="6506"/>
                  </a:cubicBezTo>
                  <a:cubicBezTo>
                    <a:pt x="5137" y="6506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4" name="Google Shape;3804;p18"/>
            <p:cNvSpPr/>
            <p:nvPr/>
          </p:nvSpPr>
          <p:spPr>
            <a:xfrm>
              <a:off x="6260050" y="3282525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36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5" name="Google Shape;3805;p18"/>
            <p:cNvSpPr/>
            <p:nvPr/>
          </p:nvSpPr>
          <p:spPr>
            <a:xfrm flipH="1">
              <a:off x="1608100" y="2871088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702"/>
                    <a:pt x="0" y="6505"/>
                    <a:pt x="2569" y="6505"/>
                  </a:cubicBezTo>
                  <a:cubicBezTo>
                    <a:pt x="5137" y="6505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6" name="Google Shape;3806;p18"/>
            <p:cNvSpPr/>
            <p:nvPr/>
          </p:nvSpPr>
          <p:spPr>
            <a:xfrm flipH="1">
              <a:off x="1419625" y="3461513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7" name="Google Shape;3807;p18"/>
            <p:cNvSpPr/>
            <p:nvPr/>
          </p:nvSpPr>
          <p:spPr>
            <a:xfrm>
              <a:off x="7841700" y="2861075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36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8" name="Google Shape;3808;p18"/>
            <p:cNvSpPr/>
            <p:nvPr/>
          </p:nvSpPr>
          <p:spPr>
            <a:xfrm>
              <a:off x="8315375" y="2887775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2002" y="1668"/>
                    <a:pt x="0" y="6505"/>
                    <a:pt x="2569" y="6505"/>
                  </a:cubicBezTo>
                  <a:cubicBezTo>
                    <a:pt x="5137" y="6505"/>
                    <a:pt x="3269" y="1768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9" name="Google Shape;3809;p18"/>
            <p:cNvSpPr/>
            <p:nvPr/>
          </p:nvSpPr>
          <p:spPr>
            <a:xfrm>
              <a:off x="3426038" y="2817700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36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0" name="Google Shape;3810;p18"/>
            <p:cNvSpPr/>
            <p:nvPr/>
          </p:nvSpPr>
          <p:spPr>
            <a:xfrm>
              <a:off x="3899713" y="2844400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2002" y="1668"/>
                    <a:pt x="0" y="6505"/>
                    <a:pt x="2569" y="6505"/>
                  </a:cubicBezTo>
                  <a:cubicBezTo>
                    <a:pt x="5137" y="6505"/>
                    <a:pt x="3269" y="1768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811" name="Google Shape;3811;p18"/>
            <p:cNvGrpSpPr/>
            <p:nvPr/>
          </p:nvGrpSpPr>
          <p:grpSpPr>
            <a:xfrm>
              <a:off x="359500" y="182650"/>
              <a:ext cx="8548925" cy="3978550"/>
              <a:chOff x="359500" y="182650"/>
              <a:chExt cx="8548925" cy="3978550"/>
            </a:xfrm>
          </p:grpSpPr>
          <p:sp>
            <p:nvSpPr>
              <p:cNvPr id="3812" name="Google Shape;3812;p18"/>
              <p:cNvSpPr/>
              <p:nvPr/>
            </p:nvSpPr>
            <p:spPr>
              <a:xfrm>
                <a:off x="1935625" y="337750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1969" y="1668"/>
                      <a:pt x="1" y="6505"/>
                      <a:pt x="2569" y="6505"/>
                    </a:cubicBezTo>
                    <a:cubicBezTo>
                      <a:pt x="5138" y="6505"/>
                      <a:pt x="3236" y="1769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13" name="Google Shape;3813;p18"/>
              <p:cNvSpPr/>
              <p:nvPr/>
            </p:nvSpPr>
            <p:spPr>
              <a:xfrm>
                <a:off x="4268125" y="701350"/>
                <a:ext cx="128450" cy="16262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5" extrusionOk="0">
                    <a:moveTo>
                      <a:pt x="2569" y="0"/>
                    </a:moveTo>
                    <a:cubicBezTo>
                      <a:pt x="1969" y="1702"/>
                      <a:pt x="0" y="6505"/>
                      <a:pt x="2569" y="6505"/>
                    </a:cubicBezTo>
                    <a:cubicBezTo>
                      <a:pt x="5137" y="6505"/>
                      <a:pt x="3236" y="1802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14" name="Google Shape;3814;p18"/>
              <p:cNvSpPr/>
              <p:nvPr/>
            </p:nvSpPr>
            <p:spPr>
              <a:xfrm>
                <a:off x="1600375" y="1893025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1969" y="1669"/>
                      <a:pt x="1" y="6505"/>
                      <a:pt x="2569" y="6505"/>
                    </a:cubicBezTo>
                    <a:cubicBezTo>
                      <a:pt x="5138" y="6505"/>
                      <a:pt x="3237" y="1802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15" name="Google Shape;3815;p18"/>
              <p:cNvSpPr/>
              <p:nvPr/>
            </p:nvSpPr>
            <p:spPr>
              <a:xfrm>
                <a:off x="757275" y="182650"/>
                <a:ext cx="128450" cy="16262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5" extrusionOk="0">
                    <a:moveTo>
                      <a:pt x="2569" y="0"/>
                    </a:moveTo>
                    <a:cubicBezTo>
                      <a:pt x="2002" y="1668"/>
                      <a:pt x="1" y="6505"/>
                      <a:pt x="2569" y="6505"/>
                    </a:cubicBezTo>
                    <a:cubicBezTo>
                      <a:pt x="5138" y="6505"/>
                      <a:pt x="3270" y="1801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16" name="Google Shape;3816;p18"/>
              <p:cNvSpPr/>
              <p:nvPr/>
            </p:nvSpPr>
            <p:spPr>
              <a:xfrm>
                <a:off x="359500" y="1704575"/>
                <a:ext cx="128450" cy="16347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39" extrusionOk="0">
                    <a:moveTo>
                      <a:pt x="2569" y="0"/>
                    </a:moveTo>
                    <a:cubicBezTo>
                      <a:pt x="2002" y="1701"/>
                      <a:pt x="1" y="6538"/>
                      <a:pt x="2569" y="6538"/>
                    </a:cubicBezTo>
                    <a:cubicBezTo>
                      <a:pt x="5138" y="6538"/>
                      <a:pt x="3270" y="1801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17" name="Google Shape;3817;p18"/>
              <p:cNvSpPr/>
              <p:nvPr/>
            </p:nvSpPr>
            <p:spPr>
              <a:xfrm>
                <a:off x="2670325" y="492875"/>
                <a:ext cx="128450" cy="16262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5" extrusionOk="0">
                    <a:moveTo>
                      <a:pt x="2569" y="0"/>
                    </a:moveTo>
                    <a:cubicBezTo>
                      <a:pt x="2002" y="1701"/>
                      <a:pt x="0" y="6505"/>
                      <a:pt x="2569" y="6505"/>
                    </a:cubicBezTo>
                    <a:cubicBezTo>
                      <a:pt x="5137" y="6505"/>
                      <a:pt x="3269" y="1801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18" name="Google Shape;3818;p18"/>
              <p:cNvSpPr/>
              <p:nvPr/>
            </p:nvSpPr>
            <p:spPr>
              <a:xfrm>
                <a:off x="1459450" y="411975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0"/>
                    </a:moveTo>
                    <a:cubicBezTo>
                      <a:pt x="2002" y="1668"/>
                      <a:pt x="1" y="6505"/>
                      <a:pt x="2569" y="6505"/>
                    </a:cubicBezTo>
                    <a:cubicBezTo>
                      <a:pt x="5138" y="6505"/>
                      <a:pt x="3270" y="1802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19" name="Google Shape;3819;p18"/>
              <p:cNvSpPr/>
              <p:nvPr/>
            </p:nvSpPr>
            <p:spPr>
              <a:xfrm>
                <a:off x="3486725" y="386125"/>
                <a:ext cx="131800" cy="167650"/>
              </a:xfrm>
              <a:custGeom>
                <a:avLst/>
                <a:gdLst/>
                <a:ahLst/>
                <a:cxnLst/>
                <a:rect l="l" t="t" r="r" b="b"/>
                <a:pathLst>
                  <a:path w="5272" h="6706" extrusionOk="0">
                    <a:moveTo>
                      <a:pt x="2636" y="0"/>
                    </a:moveTo>
                    <a:cubicBezTo>
                      <a:pt x="2036" y="1735"/>
                      <a:pt x="1" y="6705"/>
                      <a:pt x="2636" y="6705"/>
                    </a:cubicBezTo>
                    <a:cubicBezTo>
                      <a:pt x="5271" y="6705"/>
                      <a:pt x="3337" y="1835"/>
                      <a:pt x="2636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0" name="Google Shape;3820;p18"/>
              <p:cNvSpPr/>
              <p:nvPr/>
            </p:nvSpPr>
            <p:spPr>
              <a:xfrm>
                <a:off x="4826025" y="469525"/>
                <a:ext cx="132625" cy="167625"/>
              </a:xfrm>
              <a:custGeom>
                <a:avLst/>
                <a:gdLst/>
                <a:ahLst/>
                <a:cxnLst/>
                <a:rect l="l" t="t" r="r" b="b"/>
                <a:pathLst>
                  <a:path w="5305" h="6705" extrusionOk="0">
                    <a:moveTo>
                      <a:pt x="2669" y="0"/>
                    </a:moveTo>
                    <a:cubicBezTo>
                      <a:pt x="2069" y="1735"/>
                      <a:pt x="0" y="6705"/>
                      <a:pt x="2669" y="6705"/>
                    </a:cubicBezTo>
                    <a:cubicBezTo>
                      <a:pt x="5304" y="6705"/>
                      <a:pt x="3370" y="1868"/>
                      <a:pt x="26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1" name="Google Shape;3821;p18"/>
              <p:cNvSpPr/>
              <p:nvPr/>
            </p:nvSpPr>
            <p:spPr>
              <a:xfrm>
                <a:off x="2451000" y="1156675"/>
                <a:ext cx="128450" cy="16347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39" extrusionOk="0">
                    <a:moveTo>
                      <a:pt x="2569" y="0"/>
                    </a:moveTo>
                    <a:cubicBezTo>
                      <a:pt x="2002" y="1702"/>
                      <a:pt x="0" y="6538"/>
                      <a:pt x="2569" y="6538"/>
                    </a:cubicBezTo>
                    <a:cubicBezTo>
                      <a:pt x="5137" y="6538"/>
                      <a:pt x="3269" y="1802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2" name="Google Shape;3822;p18"/>
              <p:cNvSpPr/>
              <p:nvPr/>
            </p:nvSpPr>
            <p:spPr>
              <a:xfrm>
                <a:off x="3384150" y="1302600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2002" y="1669"/>
                      <a:pt x="1" y="6506"/>
                      <a:pt x="2569" y="6506"/>
                    </a:cubicBezTo>
                    <a:cubicBezTo>
                      <a:pt x="5138" y="6506"/>
                      <a:pt x="3270" y="1769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3" name="Google Shape;3823;p18"/>
              <p:cNvSpPr/>
              <p:nvPr/>
            </p:nvSpPr>
            <p:spPr>
              <a:xfrm>
                <a:off x="724750" y="1423525"/>
                <a:ext cx="128450" cy="16347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39" extrusionOk="0">
                    <a:moveTo>
                      <a:pt x="2569" y="1"/>
                    </a:moveTo>
                    <a:cubicBezTo>
                      <a:pt x="2002" y="1702"/>
                      <a:pt x="1" y="6539"/>
                      <a:pt x="2569" y="6539"/>
                    </a:cubicBezTo>
                    <a:cubicBezTo>
                      <a:pt x="5138" y="6539"/>
                      <a:pt x="3270" y="1802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4" name="Google Shape;3824;p18"/>
              <p:cNvSpPr/>
              <p:nvPr/>
            </p:nvSpPr>
            <p:spPr>
              <a:xfrm>
                <a:off x="4220600" y="1657025"/>
                <a:ext cx="132600" cy="167650"/>
              </a:xfrm>
              <a:custGeom>
                <a:avLst/>
                <a:gdLst/>
                <a:ahLst/>
                <a:cxnLst/>
                <a:rect l="l" t="t" r="r" b="b"/>
                <a:pathLst>
                  <a:path w="5304" h="6706" extrusionOk="0">
                    <a:moveTo>
                      <a:pt x="2669" y="1"/>
                    </a:moveTo>
                    <a:cubicBezTo>
                      <a:pt x="2068" y="1735"/>
                      <a:pt x="0" y="6706"/>
                      <a:pt x="2669" y="6706"/>
                    </a:cubicBezTo>
                    <a:cubicBezTo>
                      <a:pt x="5304" y="6706"/>
                      <a:pt x="3369" y="1835"/>
                      <a:pt x="26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5" name="Google Shape;3825;p18"/>
              <p:cNvSpPr/>
              <p:nvPr/>
            </p:nvSpPr>
            <p:spPr>
              <a:xfrm>
                <a:off x="4859375" y="1383500"/>
                <a:ext cx="132625" cy="167650"/>
              </a:xfrm>
              <a:custGeom>
                <a:avLst/>
                <a:gdLst/>
                <a:ahLst/>
                <a:cxnLst/>
                <a:rect l="l" t="t" r="r" b="b"/>
                <a:pathLst>
                  <a:path w="5305" h="6706" extrusionOk="0">
                    <a:moveTo>
                      <a:pt x="2669" y="1"/>
                    </a:moveTo>
                    <a:cubicBezTo>
                      <a:pt x="2069" y="1735"/>
                      <a:pt x="1" y="6705"/>
                      <a:pt x="2669" y="6705"/>
                    </a:cubicBezTo>
                    <a:cubicBezTo>
                      <a:pt x="5305" y="6705"/>
                      <a:pt x="3370" y="1869"/>
                      <a:pt x="26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6" name="Google Shape;3826;p18"/>
              <p:cNvSpPr/>
              <p:nvPr/>
            </p:nvSpPr>
            <p:spPr>
              <a:xfrm>
                <a:off x="6357225" y="337750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1969" y="1668"/>
                      <a:pt x="1" y="6505"/>
                      <a:pt x="2569" y="6505"/>
                    </a:cubicBezTo>
                    <a:cubicBezTo>
                      <a:pt x="5138" y="6505"/>
                      <a:pt x="3236" y="1769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7" name="Google Shape;3827;p18"/>
              <p:cNvSpPr/>
              <p:nvPr/>
            </p:nvSpPr>
            <p:spPr>
              <a:xfrm>
                <a:off x="8689725" y="701350"/>
                <a:ext cx="128450" cy="16262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5" extrusionOk="0">
                    <a:moveTo>
                      <a:pt x="2569" y="0"/>
                    </a:moveTo>
                    <a:cubicBezTo>
                      <a:pt x="1969" y="1702"/>
                      <a:pt x="0" y="6505"/>
                      <a:pt x="2569" y="6505"/>
                    </a:cubicBezTo>
                    <a:cubicBezTo>
                      <a:pt x="5137" y="6505"/>
                      <a:pt x="3236" y="1802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8" name="Google Shape;3828;p18"/>
              <p:cNvSpPr/>
              <p:nvPr/>
            </p:nvSpPr>
            <p:spPr>
              <a:xfrm>
                <a:off x="6021975" y="1893025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1969" y="1669"/>
                      <a:pt x="1" y="6505"/>
                      <a:pt x="2569" y="6505"/>
                    </a:cubicBezTo>
                    <a:cubicBezTo>
                      <a:pt x="5138" y="6505"/>
                      <a:pt x="3237" y="1802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9" name="Google Shape;3829;p18"/>
              <p:cNvSpPr/>
              <p:nvPr/>
            </p:nvSpPr>
            <p:spPr>
              <a:xfrm>
                <a:off x="5178875" y="182650"/>
                <a:ext cx="128450" cy="16262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5" extrusionOk="0">
                    <a:moveTo>
                      <a:pt x="2569" y="0"/>
                    </a:moveTo>
                    <a:cubicBezTo>
                      <a:pt x="2002" y="1668"/>
                      <a:pt x="1" y="6505"/>
                      <a:pt x="2569" y="6505"/>
                    </a:cubicBezTo>
                    <a:cubicBezTo>
                      <a:pt x="5138" y="6505"/>
                      <a:pt x="3270" y="1801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30" name="Google Shape;3830;p18"/>
              <p:cNvSpPr/>
              <p:nvPr/>
            </p:nvSpPr>
            <p:spPr>
              <a:xfrm>
                <a:off x="4781100" y="1704575"/>
                <a:ext cx="128450" cy="16347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39" extrusionOk="0">
                    <a:moveTo>
                      <a:pt x="2569" y="0"/>
                    </a:moveTo>
                    <a:cubicBezTo>
                      <a:pt x="2002" y="1701"/>
                      <a:pt x="1" y="6538"/>
                      <a:pt x="2569" y="6538"/>
                    </a:cubicBezTo>
                    <a:cubicBezTo>
                      <a:pt x="5138" y="6538"/>
                      <a:pt x="3270" y="1801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31" name="Google Shape;3831;p18"/>
              <p:cNvSpPr/>
              <p:nvPr/>
            </p:nvSpPr>
            <p:spPr>
              <a:xfrm>
                <a:off x="7091925" y="492875"/>
                <a:ext cx="128450" cy="16262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5" extrusionOk="0">
                    <a:moveTo>
                      <a:pt x="2569" y="0"/>
                    </a:moveTo>
                    <a:cubicBezTo>
                      <a:pt x="2002" y="1701"/>
                      <a:pt x="0" y="6505"/>
                      <a:pt x="2569" y="6505"/>
                    </a:cubicBezTo>
                    <a:cubicBezTo>
                      <a:pt x="5137" y="6505"/>
                      <a:pt x="3269" y="1801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32" name="Google Shape;3832;p18"/>
              <p:cNvSpPr/>
              <p:nvPr/>
            </p:nvSpPr>
            <p:spPr>
              <a:xfrm>
                <a:off x="5881050" y="411975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0"/>
                    </a:moveTo>
                    <a:cubicBezTo>
                      <a:pt x="2002" y="1668"/>
                      <a:pt x="1" y="6505"/>
                      <a:pt x="2569" y="6505"/>
                    </a:cubicBezTo>
                    <a:cubicBezTo>
                      <a:pt x="5138" y="6505"/>
                      <a:pt x="3270" y="1802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33" name="Google Shape;3833;p18"/>
              <p:cNvSpPr/>
              <p:nvPr/>
            </p:nvSpPr>
            <p:spPr>
              <a:xfrm>
                <a:off x="7908325" y="386125"/>
                <a:ext cx="131800" cy="167650"/>
              </a:xfrm>
              <a:custGeom>
                <a:avLst/>
                <a:gdLst/>
                <a:ahLst/>
                <a:cxnLst/>
                <a:rect l="l" t="t" r="r" b="b"/>
                <a:pathLst>
                  <a:path w="5272" h="6706" extrusionOk="0">
                    <a:moveTo>
                      <a:pt x="2636" y="0"/>
                    </a:moveTo>
                    <a:cubicBezTo>
                      <a:pt x="2036" y="1735"/>
                      <a:pt x="1" y="6705"/>
                      <a:pt x="2636" y="6705"/>
                    </a:cubicBezTo>
                    <a:cubicBezTo>
                      <a:pt x="5271" y="6705"/>
                      <a:pt x="3337" y="1835"/>
                      <a:pt x="2636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34" name="Google Shape;3834;p18"/>
              <p:cNvSpPr/>
              <p:nvPr/>
            </p:nvSpPr>
            <p:spPr>
              <a:xfrm>
                <a:off x="6872600" y="1156675"/>
                <a:ext cx="128450" cy="16347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39" extrusionOk="0">
                    <a:moveTo>
                      <a:pt x="2569" y="0"/>
                    </a:moveTo>
                    <a:cubicBezTo>
                      <a:pt x="2002" y="1702"/>
                      <a:pt x="0" y="6538"/>
                      <a:pt x="2569" y="6538"/>
                    </a:cubicBezTo>
                    <a:cubicBezTo>
                      <a:pt x="5137" y="6538"/>
                      <a:pt x="3269" y="1802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35" name="Google Shape;3835;p18"/>
              <p:cNvSpPr/>
              <p:nvPr/>
            </p:nvSpPr>
            <p:spPr>
              <a:xfrm>
                <a:off x="7805750" y="1302600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2002" y="1669"/>
                      <a:pt x="1" y="6506"/>
                      <a:pt x="2569" y="6506"/>
                    </a:cubicBezTo>
                    <a:cubicBezTo>
                      <a:pt x="5138" y="6506"/>
                      <a:pt x="3270" y="1769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36" name="Google Shape;3836;p18"/>
              <p:cNvSpPr/>
              <p:nvPr/>
            </p:nvSpPr>
            <p:spPr>
              <a:xfrm>
                <a:off x="5146350" y="1423525"/>
                <a:ext cx="128450" cy="16347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39" extrusionOk="0">
                    <a:moveTo>
                      <a:pt x="2569" y="1"/>
                    </a:moveTo>
                    <a:cubicBezTo>
                      <a:pt x="2002" y="1702"/>
                      <a:pt x="1" y="6539"/>
                      <a:pt x="2569" y="6539"/>
                    </a:cubicBezTo>
                    <a:cubicBezTo>
                      <a:pt x="5138" y="6539"/>
                      <a:pt x="3270" y="1802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37" name="Google Shape;3837;p18"/>
              <p:cNvSpPr/>
              <p:nvPr/>
            </p:nvSpPr>
            <p:spPr>
              <a:xfrm>
                <a:off x="7038550" y="1740425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0"/>
                    </a:moveTo>
                    <a:cubicBezTo>
                      <a:pt x="2002" y="1702"/>
                      <a:pt x="0" y="6505"/>
                      <a:pt x="2569" y="6505"/>
                    </a:cubicBezTo>
                    <a:cubicBezTo>
                      <a:pt x="5137" y="6505"/>
                      <a:pt x="3269" y="1802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38" name="Google Shape;3838;p18"/>
              <p:cNvSpPr/>
              <p:nvPr/>
            </p:nvSpPr>
            <p:spPr>
              <a:xfrm>
                <a:off x="7994225" y="1893025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2002" y="1669"/>
                      <a:pt x="1" y="6505"/>
                      <a:pt x="2569" y="6505"/>
                    </a:cubicBezTo>
                    <a:cubicBezTo>
                      <a:pt x="5138" y="6505"/>
                      <a:pt x="3270" y="1802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39" name="Google Shape;3839;p18"/>
              <p:cNvSpPr/>
              <p:nvPr/>
            </p:nvSpPr>
            <p:spPr>
              <a:xfrm>
                <a:off x="8642200" y="1657025"/>
                <a:ext cx="132600" cy="167650"/>
              </a:xfrm>
              <a:custGeom>
                <a:avLst/>
                <a:gdLst/>
                <a:ahLst/>
                <a:cxnLst/>
                <a:rect l="l" t="t" r="r" b="b"/>
                <a:pathLst>
                  <a:path w="5304" h="6706" extrusionOk="0">
                    <a:moveTo>
                      <a:pt x="2669" y="1"/>
                    </a:moveTo>
                    <a:cubicBezTo>
                      <a:pt x="2068" y="1735"/>
                      <a:pt x="0" y="6706"/>
                      <a:pt x="2669" y="6706"/>
                    </a:cubicBezTo>
                    <a:cubicBezTo>
                      <a:pt x="5304" y="6706"/>
                      <a:pt x="3369" y="1835"/>
                      <a:pt x="26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40" name="Google Shape;3840;p18"/>
              <p:cNvSpPr/>
              <p:nvPr/>
            </p:nvSpPr>
            <p:spPr>
              <a:xfrm>
                <a:off x="5374950" y="966325"/>
                <a:ext cx="128450" cy="16347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39" extrusionOk="0">
                    <a:moveTo>
                      <a:pt x="2569" y="1"/>
                    </a:moveTo>
                    <a:cubicBezTo>
                      <a:pt x="2002" y="1702"/>
                      <a:pt x="1" y="6539"/>
                      <a:pt x="2569" y="6539"/>
                    </a:cubicBezTo>
                    <a:cubicBezTo>
                      <a:pt x="5138" y="6539"/>
                      <a:pt x="3270" y="1802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41" name="Google Shape;3841;p18"/>
              <p:cNvSpPr/>
              <p:nvPr/>
            </p:nvSpPr>
            <p:spPr>
              <a:xfrm>
                <a:off x="5679750" y="1271125"/>
                <a:ext cx="128450" cy="16347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39" extrusionOk="0">
                    <a:moveTo>
                      <a:pt x="2569" y="1"/>
                    </a:moveTo>
                    <a:cubicBezTo>
                      <a:pt x="2002" y="1702"/>
                      <a:pt x="1" y="6539"/>
                      <a:pt x="2569" y="6539"/>
                    </a:cubicBezTo>
                    <a:cubicBezTo>
                      <a:pt x="5138" y="6539"/>
                      <a:pt x="3270" y="1802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42" name="Google Shape;3842;p18"/>
              <p:cNvSpPr/>
              <p:nvPr/>
            </p:nvSpPr>
            <p:spPr>
              <a:xfrm flipH="1">
                <a:off x="1208475" y="948188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2002" y="1669"/>
                      <a:pt x="1" y="6506"/>
                      <a:pt x="2569" y="6506"/>
                    </a:cubicBezTo>
                    <a:cubicBezTo>
                      <a:pt x="5138" y="6506"/>
                      <a:pt x="3270" y="1769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43" name="Google Shape;3843;p18"/>
              <p:cNvSpPr/>
              <p:nvPr/>
            </p:nvSpPr>
            <p:spPr>
              <a:xfrm>
                <a:off x="8060825" y="938175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1969" y="1669"/>
                      <a:pt x="1" y="6505"/>
                      <a:pt x="2569" y="6505"/>
                    </a:cubicBezTo>
                    <a:cubicBezTo>
                      <a:pt x="5138" y="6505"/>
                      <a:pt x="3237" y="1802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44" name="Google Shape;3844;p18"/>
              <p:cNvSpPr/>
              <p:nvPr/>
            </p:nvSpPr>
            <p:spPr>
              <a:xfrm>
                <a:off x="3645163" y="894800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1969" y="1669"/>
                      <a:pt x="1" y="6505"/>
                      <a:pt x="2569" y="6505"/>
                    </a:cubicBezTo>
                    <a:cubicBezTo>
                      <a:pt x="5138" y="6505"/>
                      <a:pt x="3237" y="1802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45" name="Google Shape;3845;p18"/>
              <p:cNvSpPr/>
              <p:nvPr/>
            </p:nvSpPr>
            <p:spPr>
              <a:xfrm>
                <a:off x="4358375" y="2806875"/>
                <a:ext cx="128450" cy="16262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5" extrusionOk="0">
                    <a:moveTo>
                      <a:pt x="2569" y="0"/>
                    </a:moveTo>
                    <a:cubicBezTo>
                      <a:pt x="1969" y="1702"/>
                      <a:pt x="0" y="6505"/>
                      <a:pt x="2569" y="6505"/>
                    </a:cubicBezTo>
                    <a:cubicBezTo>
                      <a:pt x="5137" y="6505"/>
                      <a:pt x="3236" y="1802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46" name="Google Shape;3846;p18"/>
              <p:cNvSpPr/>
              <p:nvPr/>
            </p:nvSpPr>
            <p:spPr>
              <a:xfrm>
                <a:off x="1690625" y="3998550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1969" y="1669"/>
                      <a:pt x="1" y="6505"/>
                      <a:pt x="2569" y="6505"/>
                    </a:cubicBezTo>
                    <a:cubicBezTo>
                      <a:pt x="5138" y="6505"/>
                      <a:pt x="3237" y="1802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47" name="Google Shape;3847;p18"/>
              <p:cNvSpPr/>
              <p:nvPr/>
            </p:nvSpPr>
            <p:spPr>
              <a:xfrm>
                <a:off x="847525" y="2288175"/>
                <a:ext cx="128450" cy="16262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5" extrusionOk="0">
                    <a:moveTo>
                      <a:pt x="2569" y="0"/>
                    </a:moveTo>
                    <a:cubicBezTo>
                      <a:pt x="2002" y="1668"/>
                      <a:pt x="1" y="6505"/>
                      <a:pt x="2569" y="6505"/>
                    </a:cubicBezTo>
                    <a:cubicBezTo>
                      <a:pt x="5138" y="6505"/>
                      <a:pt x="3270" y="1801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48" name="Google Shape;3848;p18"/>
              <p:cNvSpPr/>
              <p:nvPr/>
            </p:nvSpPr>
            <p:spPr>
              <a:xfrm>
                <a:off x="449750" y="3810100"/>
                <a:ext cx="128450" cy="16347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39" extrusionOk="0">
                    <a:moveTo>
                      <a:pt x="2569" y="0"/>
                    </a:moveTo>
                    <a:cubicBezTo>
                      <a:pt x="2002" y="1701"/>
                      <a:pt x="1" y="6538"/>
                      <a:pt x="2569" y="6538"/>
                    </a:cubicBezTo>
                    <a:cubicBezTo>
                      <a:pt x="5138" y="6538"/>
                      <a:pt x="3270" y="1801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49" name="Google Shape;3849;p18"/>
              <p:cNvSpPr/>
              <p:nvPr/>
            </p:nvSpPr>
            <p:spPr>
              <a:xfrm>
                <a:off x="2760575" y="2598400"/>
                <a:ext cx="128450" cy="16262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5" extrusionOk="0">
                    <a:moveTo>
                      <a:pt x="2569" y="0"/>
                    </a:moveTo>
                    <a:cubicBezTo>
                      <a:pt x="2002" y="1701"/>
                      <a:pt x="0" y="6505"/>
                      <a:pt x="2569" y="6505"/>
                    </a:cubicBezTo>
                    <a:cubicBezTo>
                      <a:pt x="5137" y="6505"/>
                      <a:pt x="3269" y="1801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0" name="Google Shape;3850;p18"/>
              <p:cNvSpPr/>
              <p:nvPr/>
            </p:nvSpPr>
            <p:spPr>
              <a:xfrm>
                <a:off x="1549700" y="2517500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0"/>
                    </a:moveTo>
                    <a:cubicBezTo>
                      <a:pt x="2002" y="1668"/>
                      <a:pt x="1" y="6505"/>
                      <a:pt x="2569" y="6505"/>
                    </a:cubicBezTo>
                    <a:cubicBezTo>
                      <a:pt x="5138" y="6505"/>
                      <a:pt x="3270" y="1802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1" name="Google Shape;3851;p18"/>
              <p:cNvSpPr/>
              <p:nvPr/>
            </p:nvSpPr>
            <p:spPr>
              <a:xfrm>
                <a:off x="4916275" y="2575050"/>
                <a:ext cx="132625" cy="167625"/>
              </a:xfrm>
              <a:custGeom>
                <a:avLst/>
                <a:gdLst/>
                <a:ahLst/>
                <a:cxnLst/>
                <a:rect l="l" t="t" r="r" b="b"/>
                <a:pathLst>
                  <a:path w="5305" h="6705" extrusionOk="0">
                    <a:moveTo>
                      <a:pt x="2669" y="0"/>
                    </a:moveTo>
                    <a:cubicBezTo>
                      <a:pt x="2069" y="1735"/>
                      <a:pt x="0" y="6705"/>
                      <a:pt x="2669" y="6705"/>
                    </a:cubicBezTo>
                    <a:cubicBezTo>
                      <a:pt x="5304" y="6705"/>
                      <a:pt x="3370" y="1868"/>
                      <a:pt x="26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2" name="Google Shape;3852;p18"/>
              <p:cNvSpPr/>
              <p:nvPr/>
            </p:nvSpPr>
            <p:spPr>
              <a:xfrm>
                <a:off x="2541250" y="3262200"/>
                <a:ext cx="128450" cy="16347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39" extrusionOk="0">
                    <a:moveTo>
                      <a:pt x="2569" y="0"/>
                    </a:moveTo>
                    <a:cubicBezTo>
                      <a:pt x="2002" y="1702"/>
                      <a:pt x="0" y="6538"/>
                      <a:pt x="2569" y="6538"/>
                    </a:cubicBezTo>
                    <a:cubicBezTo>
                      <a:pt x="5137" y="6538"/>
                      <a:pt x="3269" y="1802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3" name="Google Shape;3853;p18"/>
              <p:cNvSpPr/>
              <p:nvPr/>
            </p:nvSpPr>
            <p:spPr>
              <a:xfrm>
                <a:off x="3474400" y="3408125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2002" y="1669"/>
                      <a:pt x="1" y="6506"/>
                      <a:pt x="2569" y="6506"/>
                    </a:cubicBezTo>
                    <a:cubicBezTo>
                      <a:pt x="5138" y="6506"/>
                      <a:pt x="3270" y="1769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4" name="Google Shape;3854;p18"/>
              <p:cNvSpPr/>
              <p:nvPr/>
            </p:nvSpPr>
            <p:spPr>
              <a:xfrm>
                <a:off x="815000" y="3529050"/>
                <a:ext cx="128450" cy="16347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39" extrusionOk="0">
                    <a:moveTo>
                      <a:pt x="2569" y="1"/>
                    </a:moveTo>
                    <a:cubicBezTo>
                      <a:pt x="2002" y="1702"/>
                      <a:pt x="1" y="6539"/>
                      <a:pt x="2569" y="6539"/>
                    </a:cubicBezTo>
                    <a:cubicBezTo>
                      <a:pt x="5138" y="6539"/>
                      <a:pt x="3270" y="1802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5" name="Google Shape;3855;p18"/>
              <p:cNvSpPr/>
              <p:nvPr/>
            </p:nvSpPr>
            <p:spPr>
              <a:xfrm>
                <a:off x="3662875" y="3998550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2002" y="1669"/>
                      <a:pt x="1" y="6505"/>
                      <a:pt x="2569" y="6505"/>
                    </a:cubicBezTo>
                    <a:cubicBezTo>
                      <a:pt x="5138" y="6505"/>
                      <a:pt x="3270" y="1802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6" name="Google Shape;3856;p18"/>
              <p:cNvSpPr/>
              <p:nvPr/>
            </p:nvSpPr>
            <p:spPr>
              <a:xfrm>
                <a:off x="4310850" y="3762550"/>
                <a:ext cx="132600" cy="167650"/>
              </a:xfrm>
              <a:custGeom>
                <a:avLst/>
                <a:gdLst/>
                <a:ahLst/>
                <a:cxnLst/>
                <a:rect l="l" t="t" r="r" b="b"/>
                <a:pathLst>
                  <a:path w="5304" h="6706" extrusionOk="0">
                    <a:moveTo>
                      <a:pt x="2669" y="1"/>
                    </a:moveTo>
                    <a:cubicBezTo>
                      <a:pt x="2068" y="1735"/>
                      <a:pt x="0" y="6706"/>
                      <a:pt x="2669" y="6706"/>
                    </a:cubicBezTo>
                    <a:cubicBezTo>
                      <a:pt x="5304" y="6706"/>
                      <a:pt x="3369" y="1835"/>
                      <a:pt x="26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7" name="Google Shape;3857;p18"/>
              <p:cNvSpPr/>
              <p:nvPr/>
            </p:nvSpPr>
            <p:spPr>
              <a:xfrm>
                <a:off x="4949625" y="3489025"/>
                <a:ext cx="132625" cy="167650"/>
              </a:xfrm>
              <a:custGeom>
                <a:avLst/>
                <a:gdLst/>
                <a:ahLst/>
                <a:cxnLst/>
                <a:rect l="l" t="t" r="r" b="b"/>
                <a:pathLst>
                  <a:path w="5305" h="6706" extrusionOk="0">
                    <a:moveTo>
                      <a:pt x="2669" y="1"/>
                    </a:moveTo>
                    <a:cubicBezTo>
                      <a:pt x="2069" y="1735"/>
                      <a:pt x="1" y="6705"/>
                      <a:pt x="2669" y="6705"/>
                    </a:cubicBezTo>
                    <a:cubicBezTo>
                      <a:pt x="5305" y="6705"/>
                      <a:pt x="3370" y="1869"/>
                      <a:pt x="26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8" name="Google Shape;3858;p18"/>
              <p:cNvSpPr/>
              <p:nvPr/>
            </p:nvSpPr>
            <p:spPr>
              <a:xfrm>
                <a:off x="6447475" y="2443275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1969" y="1668"/>
                      <a:pt x="1" y="6505"/>
                      <a:pt x="2569" y="6505"/>
                    </a:cubicBezTo>
                    <a:cubicBezTo>
                      <a:pt x="5138" y="6505"/>
                      <a:pt x="3236" y="1769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9" name="Google Shape;3859;p18"/>
              <p:cNvSpPr/>
              <p:nvPr/>
            </p:nvSpPr>
            <p:spPr>
              <a:xfrm>
                <a:off x="8779975" y="2806875"/>
                <a:ext cx="128450" cy="16262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5" extrusionOk="0">
                    <a:moveTo>
                      <a:pt x="2569" y="0"/>
                    </a:moveTo>
                    <a:cubicBezTo>
                      <a:pt x="1969" y="1702"/>
                      <a:pt x="0" y="6505"/>
                      <a:pt x="2569" y="6505"/>
                    </a:cubicBezTo>
                    <a:cubicBezTo>
                      <a:pt x="5137" y="6505"/>
                      <a:pt x="3236" y="1802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0" name="Google Shape;3860;p18"/>
              <p:cNvSpPr/>
              <p:nvPr/>
            </p:nvSpPr>
            <p:spPr>
              <a:xfrm>
                <a:off x="6112225" y="3998550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1969" y="1669"/>
                      <a:pt x="1" y="6505"/>
                      <a:pt x="2569" y="6505"/>
                    </a:cubicBezTo>
                    <a:cubicBezTo>
                      <a:pt x="5138" y="6505"/>
                      <a:pt x="3237" y="1802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1" name="Google Shape;3861;p18"/>
              <p:cNvSpPr/>
              <p:nvPr/>
            </p:nvSpPr>
            <p:spPr>
              <a:xfrm>
                <a:off x="5269125" y="2288175"/>
                <a:ext cx="128450" cy="16262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5" extrusionOk="0">
                    <a:moveTo>
                      <a:pt x="2569" y="0"/>
                    </a:moveTo>
                    <a:cubicBezTo>
                      <a:pt x="2002" y="1668"/>
                      <a:pt x="1" y="6505"/>
                      <a:pt x="2569" y="6505"/>
                    </a:cubicBezTo>
                    <a:cubicBezTo>
                      <a:pt x="5138" y="6505"/>
                      <a:pt x="3270" y="1801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2" name="Google Shape;3862;p18"/>
              <p:cNvSpPr/>
              <p:nvPr/>
            </p:nvSpPr>
            <p:spPr>
              <a:xfrm>
                <a:off x="4871350" y="3810100"/>
                <a:ext cx="128450" cy="16347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39" extrusionOk="0">
                    <a:moveTo>
                      <a:pt x="2569" y="0"/>
                    </a:moveTo>
                    <a:cubicBezTo>
                      <a:pt x="2002" y="1701"/>
                      <a:pt x="1" y="6538"/>
                      <a:pt x="2569" y="6538"/>
                    </a:cubicBezTo>
                    <a:cubicBezTo>
                      <a:pt x="5138" y="6538"/>
                      <a:pt x="3270" y="1801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3" name="Google Shape;3863;p18"/>
              <p:cNvSpPr/>
              <p:nvPr/>
            </p:nvSpPr>
            <p:spPr>
              <a:xfrm>
                <a:off x="7182175" y="2598400"/>
                <a:ext cx="128450" cy="16262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5" extrusionOk="0">
                    <a:moveTo>
                      <a:pt x="2569" y="0"/>
                    </a:moveTo>
                    <a:cubicBezTo>
                      <a:pt x="2002" y="1701"/>
                      <a:pt x="0" y="6505"/>
                      <a:pt x="2569" y="6505"/>
                    </a:cubicBezTo>
                    <a:cubicBezTo>
                      <a:pt x="5137" y="6505"/>
                      <a:pt x="3269" y="1801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4" name="Google Shape;3864;p18"/>
              <p:cNvSpPr/>
              <p:nvPr/>
            </p:nvSpPr>
            <p:spPr>
              <a:xfrm>
                <a:off x="5971300" y="2517500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0"/>
                    </a:moveTo>
                    <a:cubicBezTo>
                      <a:pt x="2002" y="1668"/>
                      <a:pt x="1" y="6505"/>
                      <a:pt x="2569" y="6505"/>
                    </a:cubicBezTo>
                    <a:cubicBezTo>
                      <a:pt x="5138" y="6505"/>
                      <a:pt x="3270" y="1802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5" name="Google Shape;3865;p18"/>
              <p:cNvSpPr/>
              <p:nvPr/>
            </p:nvSpPr>
            <p:spPr>
              <a:xfrm>
                <a:off x="7998575" y="2491650"/>
                <a:ext cx="131800" cy="167650"/>
              </a:xfrm>
              <a:custGeom>
                <a:avLst/>
                <a:gdLst/>
                <a:ahLst/>
                <a:cxnLst/>
                <a:rect l="l" t="t" r="r" b="b"/>
                <a:pathLst>
                  <a:path w="5272" h="6706" extrusionOk="0">
                    <a:moveTo>
                      <a:pt x="2636" y="0"/>
                    </a:moveTo>
                    <a:cubicBezTo>
                      <a:pt x="2036" y="1735"/>
                      <a:pt x="1" y="6705"/>
                      <a:pt x="2636" y="6705"/>
                    </a:cubicBezTo>
                    <a:cubicBezTo>
                      <a:pt x="5271" y="6705"/>
                      <a:pt x="3337" y="1835"/>
                      <a:pt x="2636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6" name="Google Shape;3866;p18"/>
              <p:cNvSpPr/>
              <p:nvPr/>
            </p:nvSpPr>
            <p:spPr>
              <a:xfrm>
                <a:off x="6962850" y="3262200"/>
                <a:ext cx="128450" cy="16347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39" extrusionOk="0">
                    <a:moveTo>
                      <a:pt x="2569" y="0"/>
                    </a:moveTo>
                    <a:cubicBezTo>
                      <a:pt x="2002" y="1702"/>
                      <a:pt x="0" y="6538"/>
                      <a:pt x="2569" y="6538"/>
                    </a:cubicBezTo>
                    <a:cubicBezTo>
                      <a:pt x="5137" y="6538"/>
                      <a:pt x="3269" y="1802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7" name="Google Shape;3867;p18"/>
              <p:cNvSpPr/>
              <p:nvPr/>
            </p:nvSpPr>
            <p:spPr>
              <a:xfrm>
                <a:off x="7896000" y="3408125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2002" y="1669"/>
                      <a:pt x="1" y="6506"/>
                      <a:pt x="2569" y="6506"/>
                    </a:cubicBezTo>
                    <a:cubicBezTo>
                      <a:pt x="5138" y="6506"/>
                      <a:pt x="3270" y="1769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8" name="Google Shape;3868;p18"/>
              <p:cNvSpPr/>
              <p:nvPr/>
            </p:nvSpPr>
            <p:spPr>
              <a:xfrm>
                <a:off x="5236600" y="3529050"/>
                <a:ext cx="128450" cy="16347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39" extrusionOk="0">
                    <a:moveTo>
                      <a:pt x="2569" y="1"/>
                    </a:moveTo>
                    <a:cubicBezTo>
                      <a:pt x="2002" y="1702"/>
                      <a:pt x="1" y="6539"/>
                      <a:pt x="2569" y="6539"/>
                    </a:cubicBezTo>
                    <a:cubicBezTo>
                      <a:pt x="5138" y="6539"/>
                      <a:pt x="3270" y="1802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9" name="Google Shape;3869;p18"/>
              <p:cNvSpPr/>
              <p:nvPr/>
            </p:nvSpPr>
            <p:spPr>
              <a:xfrm>
                <a:off x="7128800" y="3845950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0"/>
                    </a:moveTo>
                    <a:cubicBezTo>
                      <a:pt x="2002" y="1702"/>
                      <a:pt x="0" y="6505"/>
                      <a:pt x="2569" y="6505"/>
                    </a:cubicBezTo>
                    <a:cubicBezTo>
                      <a:pt x="5137" y="6505"/>
                      <a:pt x="3269" y="1802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70" name="Google Shape;3870;p18"/>
              <p:cNvSpPr/>
              <p:nvPr/>
            </p:nvSpPr>
            <p:spPr>
              <a:xfrm>
                <a:off x="8084475" y="3998550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2002" y="1669"/>
                      <a:pt x="1" y="6505"/>
                      <a:pt x="2569" y="6505"/>
                    </a:cubicBezTo>
                    <a:cubicBezTo>
                      <a:pt x="5138" y="6505"/>
                      <a:pt x="3270" y="1802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71" name="Google Shape;3871;p18"/>
              <p:cNvSpPr/>
              <p:nvPr/>
            </p:nvSpPr>
            <p:spPr>
              <a:xfrm>
                <a:off x="8732450" y="3762550"/>
                <a:ext cx="132600" cy="167650"/>
              </a:xfrm>
              <a:custGeom>
                <a:avLst/>
                <a:gdLst/>
                <a:ahLst/>
                <a:cxnLst/>
                <a:rect l="l" t="t" r="r" b="b"/>
                <a:pathLst>
                  <a:path w="5304" h="6706" extrusionOk="0">
                    <a:moveTo>
                      <a:pt x="2669" y="1"/>
                    </a:moveTo>
                    <a:cubicBezTo>
                      <a:pt x="2068" y="1735"/>
                      <a:pt x="0" y="6706"/>
                      <a:pt x="2669" y="6706"/>
                    </a:cubicBezTo>
                    <a:cubicBezTo>
                      <a:pt x="5304" y="6706"/>
                      <a:pt x="3369" y="1835"/>
                      <a:pt x="26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72" name="Google Shape;3872;p18"/>
              <p:cNvSpPr/>
              <p:nvPr/>
            </p:nvSpPr>
            <p:spPr>
              <a:xfrm>
                <a:off x="5465200" y="3071850"/>
                <a:ext cx="128450" cy="16347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39" extrusionOk="0">
                    <a:moveTo>
                      <a:pt x="2569" y="1"/>
                    </a:moveTo>
                    <a:cubicBezTo>
                      <a:pt x="2002" y="1702"/>
                      <a:pt x="1" y="6539"/>
                      <a:pt x="2569" y="6539"/>
                    </a:cubicBezTo>
                    <a:cubicBezTo>
                      <a:pt x="5138" y="6539"/>
                      <a:pt x="3270" y="1802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73" name="Google Shape;3873;p18"/>
              <p:cNvSpPr/>
              <p:nvPr/>
            </p:nvSpPr>
            <p:spPr>
              <a:xfrm>
                <a:off x="5770000" y="3376650"/>
                <a:ext cx="128450" cy="16347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39" extrusionOk="0">
                    <a:moveTo>
                      <a:pt x="2569" y="1"/>
                    </a:moveTo>
                    <a:cubicBezTo>
                      <a:pt x="2002" y="1702"/>
                      <a:pt x="1" y="6539"/>
                      <a:pt x="2569" y="6539"/>
                    </a:cubicBezTo>
                    <a:cubicBezTo>
                      <a:pt x="5138" y="6539"/>
                      <a:pt x="3270" y="1802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74" name="Google Shape;3874;p18"/>
              <p:cNvSpPr/>
              <p:nvPr/>
            </p:nvSpPr>
            <p:spPr>
              <a:xfrm flipH="1">
                <a:off x="1298725" y="3053713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2002" y="1669"/>
                      <a:pt x="1" y="6506"/>
                      <a:pt x="2569" y="6506"/>
                    </a:cubicBezTo>
                    <a:cubicBezTo>
                      <a:pt x="5138" y="6506"/>
                      <a:pt x="3270" y="1769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75" name="Google Shape;3875;p18"/>
              <p:cNvSpPr/>
              <p:nvPr/>
            </p:nvSpPr>
            <p:spPr>
              <a:xfrm>
                <a:off x="8151075" y="3043700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1969" y="1669"/>
                      <a:pt x="1" y="6505"/>
                      <a:pt x="2569" y="6505"/>
                    </a:cubicBezTo>
                    <a:cubicBezTo>
                      <a:pt x="5138" y="6505"/>
                      <a:pt x="3237" y="1802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76" name="Google Shape;3876;p18"/>
              <p:cNvSpPr/>
              <p:nvPr/>
            </p:nvSpPr>
            <p:spPr>
              <a:xfrm>
                <a:off x="3735413" y="3000325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1969" y="1669"/>
                      <a:pt x="1" y="6505"/>
                      <a:pt x="2569" y="6505"/>
                    </a:cubicBezTo>
                    <a:cubicBezTo>
                      <a:pt x="5138" y="6505"/>
                      <a:pt x="3237" y="1802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877" name="Google Shape;3877;p18"/>
            <p:cNvSpPr/>
            <p:nvPr/>
          </p:nvSpPr>
          <p:spPr>
            <a:xfrm>
              <a:off x="2011825" y="433547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1969" y="1668"/>
                    <a:pt x="1" y="6505"/>
                    <a:pt x="2569" y="6505"/>
                  </a:cubicBezTo>
                  <a:cubicBezTo>
                    <a:pt x="5138" y="6505"/>
                    <a:pt x="3236" y="1769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8" name="Google Shape;3878;p18"/>
            <p:cNvSpPr/>
            <p:nvPr/>
          </p:nvSpPr>
          <p:spPr>
            <a:xfrm>
              <a:off x="4344325" y="4699075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1969" y="1702"/>
                    <a:pt x="0" y="6505"/>
                    <a:pt x="2569" y="6505"/>
                  </a:cubicBezTo>
                  <a:cubicBezTo>
                    <a:pt x="5137" y="6505"/>
                    <a:pt x="3236" y="1802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9" name="Google Shape;3879;p18"/>
            <p:cNvSpPr/>
            <p:nvPr/>
          </p:nvSpPr>
          <p:spPr>
            <a:xfrm>
              <a:off x="833475" y="4180375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2002" y="1668"/>
                    <a:pt x="1" y="6505"/>
                    <a:pt x="2569" y="6505"/>
                  </a:cubicBezTo>
                  <a:cubicBezTo>
                    <a:pt x="5138" y="6505"/>
                    <a:pt x="3270" y="1801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0" name="Google Shape;3880;p18"/>
            <p:cNvSpPr/>
            <p:nvPr/>
          </p:nvSpPr>
          <p:spPr>
            <a:xfrm>
              <a:off x="2746525" y="4490600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2002" y="1701"/>
                    <a:pt x="0" y="6505"/>
                    <a:pt x="2569" y="6505"/>
                  </a:cubicBezTo>
                  <a:cubicBezTo>
                    <a:pt x="5137" y="6505"/>
                    <a:pt x="3269" y="1801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1" name="Google Shape;3881;p18"/>
            <p:cNvSpPr/>
            <p:nvPr/>
          </p:nvSpPr>
          <p:spPr>
            <a:xfrm>
              <a:off x="1535650" y="4409700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0"/>
                  </a:moveTo>
                  <a:cubicBezTo>
                    <a:pt x="2002" y="1668"/>
                    <a:pt x="1" y="6505"/>
                    <a:pt x="2569" y="6505"/>
                  </a:cubicBezTo>
                  <a:cubicBezTo>
                    <a:pt x="5138" y="6505"/>
                    <a:pt x="3270" y="1802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2" name="Google Shape;3882;p18"/>
            <p:cNvSpPr/>
            <p:nvPr/>
          </p:nvSpPr>
          <p:spPr>
            <a:xfrm>
              <a:off x="3562925" y="4383850"/>
              <a:ext cx="131800" cy="167650"/>
            </a:xfrm>
            <a:custGeom>
              <a:avLst/>
              <a:gdLst/>
              <a:ahLst/>
              <a:cxnLst/>
              <a:rect l="l" t="t" r="r" b="b"/>
              <a:pathLst>
                <a:path w="5272" h="6706" extrusionOk="0">
                  <a:moveTo>
                    <a:pt x="2636" y="0"/>
                  </a:moveTo>
                  <a:cubicBezTo>
                    <a:pt x="2036" y="1735"/>
                    <a:pt x="1" y="6705"/>
                    <a:pt x="2636" y="6705"/>
                  </a:cubicBezTo>
                  <a:cubicBezTo>
                    <a:pt x="5271" y="6705"/>
                    <a:pt x="3337" y="1835"/>
                    <a:pt x="2636" y="0"/>
                  </a:cubicBezTo>
                  <a:close/>
                </a:path>
              </a:pathLst>
            </a:custGeom>
            <a:solidFill>
              <a:srgbClr val="191919">
                <a:alpha val="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3" name="Google Shape;3883;p18"/>
            <p:cNvSpPr/>
            <p:nvPr/>
          </p:nvSpPr>
          <p:spPr>
            <a:xfrm>
              <a:off x="4902225" y="4467250"/>
              <a:ext cx="132625" cy="167625"/>
            </a:xfrm>
            <a:custGeom>
              <a:avLst/>
              <a:gdLst/>
              <a:ahLst/>
              <a:cxnLst/>
              <a:rect l="l" t="t" r="r" b="b"/>
              <a:pathLst>
                <a:path w="5305" h="6705" extrusionOk="0">
                  <a:moveTo>
                    <a:pt x="2669" y="0"/>
                  </a:moveTo>
                  <a:cubicBezTo>
                    <a:pt x="2069" y="1735"/>
                    <a:pt x="0" y="6705"/>
                    <a:pt x="2669" y="6705"/>
                  </a:cubicBezTo>
                  <a:cubicBezTo>
                    <a:pt x="5304" y="6705"/>
                    <a:pt x="3370" y="1868"/>
                    <a:pt x="2669" y="0"/>
                  </a:cubicBezTo>
                  <a:close/>
                </a:path>
              </a:pathLst>
            </a:custGeom>
            <a:solidFill>
              <a:srgbClr val="191919">
                <a:alpha val="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4" name="Google Shape;3884;p18"/>
            <p:cNvSpPr/>
            <p:nvPr/>
          </p:nvSpPr>
          <p:spPr>
            <a:xfrm>
              <a:off x="2527200" y="5154400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0"/>
                  </a:moveTo>
                  <a:cubicBezTo>
                    <a:pt x="2002" y="1702"/>
                    <a:pt x="0" y="6538"/>
                    <a:pt x="2569" y="6538"/>
                  </a:cubicBezTo>
                  <a:cubicBezTo>
                    <a:pt x="5137" y="6538"/>
                    <a:pt x="3269" y="1802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5" name="Google Shape;3885;p18"/>
            <p:cNvSpPr/>
            <p:nvPr/>
          </p:nvSpPr>
          <p:spPr>
            <a:xfrm>
              <a:off x="6433425" y="433547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1969" y="1668"/>
                    <a:pt x="1" y="6505"/>
                    <a:pt x="2569" y="6505"/>
                  </a:cubicBezTo>
                  <a:cubicBezTo>
                    <a:pt x="5138" y="6505"/>
                    <a:pt x="3236" y="1769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6" name="Google Shape;3886;p18"/>
            <p:cNvSpPr/>
            <p:nvPr/>
          </p:nvSpPr>
          <p:spPr>
            <a:xfrm>
              <a:off x="8765925" y="4699075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1969" y="1702"/>
                    <a:pt x="0" y="6505"/>
                    <a:pt x="2569" y="6505"/>
                  </a:cubicBezTo>
                  <a:cubicBezTo>
                    <a:pt x="5137" y="6505"/>
                    <a:pt x="3236" y="1802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7" name="Google Shape;3887;p18"/>
            <p:cNvSpPr/>
            <p:nvPr/>
          </p:nvSpPr>
          <p:spPr>
            <a:xfrm>
              <a:off x="5255075" y="4180375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2002" y="1668"/>
                    <a:pt x="1" y="6505"/>
                    <a:pt x="2569" y="6505"/>
                  </a:cubicBezTo>
                  <a:cubicBezTo>
                    <a:pt x="5138" y="6505"/>
                    <a:pt x="3270" y="1801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8" name="Google Shape;3888;p18"/>
            <p:cNvSpPr/>
            <p:nvPr/>
          </p:nvSpPr>
          <p:spPr>
            <a:xfrm>
              <a:off x="7168125" y="4490600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2002" y="1701"/>
                    <a:pt x="0" y="6505"/>
                    <a:pt x="2569" y="6505"/>
                  </a:cubicBezTo>
                  <a:cubicBezTo>
                    <a:pt x="5137" y="6505"/>
                    <a:pt x="3269" y="1801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9" name="Google Shape;3889;p18"/>
            <p:cNvSpPr/>
            <p:nvPr/>
          </p:nvSpPr>
          <p:spPr>
            <a:xfrm>
              <a:off x="5957250" y="4409700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0"/>
                  </a:moveTo>
                  <a:cubicBezTo>
                    <a:pt x="2002" y="1668"/>
                    <a:pt x="1" y="6505"/>
                    <a:pt x="2569" y="6505"/>
                  </a:cubicBezTo>
                  <a:cubicBezTo>
                    <a:pt x="5138" y="6505"/>
                    <a:pt x="3270" y="1802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0" name="Google Shape;3890;p18"/>
            <p:cNvSpPr/>
            <p:nvPr/>
          </p:nvSpPr>
          <p:spPr>
            <a:xfrm>
              <a:off x="7984525" y="4383850"/>
              <a:ext cx="131800" cy="167650"/>
            </a:xfrm>
            <a:custGeom>
              <a:avLst/>
              <a:gdLst/>
              <a:ahLst/>
              <a:cxnLst/>
              <a:rect l="l" t="t" r="r" b="b"/>
              <a:pathLst>
                <a:path w="5272" h="6706" extrusionOk="0">
                  <a:moveTo>
                    <a:pt x="2636" y="0"/>
                  </a:moveTo>
                  <a:cubicBezTo>
                    <a:pt x="2036" y="1735"/>
                    <a:pt x="1" y="6705"/>
                    <a:pt x="2636" y="6705"/>
                  </a:cubicBezTo>
                  <a:cubicBezTo>
                    <a:pt x="5271" y="6705"/>
                    <a:pt x="3337" y="1835"/>
                    <a:pt x="2636" y="0"/>
                  </a:cubicBezTo>
                  <a:close/>
                </a:path>
              </a:pathLst>
            </a:custGeom>
            <a:solidFill>
              <a:srgbClr val="191919">
                <a:alpha val="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1" name="Google Shape;3891;p18"/>
            <p:cNvSpPr/>
            <p:nvPr/>
          </p:nvSpPr>
          <p:spPr>
            <a:xfrm>
              <a:off x="6948800" y="5154400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0"/>
                  </a:moveTo>
                  <a:cubicBezTo>
                    <a:pt x="2002" y="1702"/>
                    <a:pt x="0" y="6538"/>
                    <a:pt x="2569" y="6538"/>
                  </a:cubicBezTo>
                  <a:cubicBezTo>
                    <a:pt x="5137" y="6538"/>
                    <a:pt x="3269" y="1802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2" name="Google Shape;3892;p18"/>
            <p:cNvSpPr/>
            <p:nvPr/>
          </p:nvSpPr>
          <p:spPr>
            <a:xfrm>
              <a:off x="5451150" y="4964050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1" y="6539"/>
                    <a:pt x="2569" y="6539"/>
                  </a:cubicBezTo>
                  <a:cubicBezTo>
                    <a:pt x="5138" y="6539"/>
                    <a:pt x="3270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3" name="Google Shape;3893;p18"/>
            <p:cNvSpPr/>
            <p:nvPr/>
          </p:nvSpPr>
          <p:spPr>
            <a:xfrm flipH="1">
              <a:off x="1284675" y="4945913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669"/>
                    <a:pt x="1" y="6506"/>
                    <a:pt x="2569" y="6506"/>
                  </a:cubicBezTo>
                  <a:cubicBezTo>
                    <a:pt x="5138" y="6506"/>
                    <a:pt x="3270" y="1769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4" name="Google Shape;3894;p18"/>
            <p:cNvSpPr/>
            <p:nvPr/>
          </p:nvSpPr>
          <p:spPr>
            <a:xfrm>
              <a:off x="8137025" y="4935900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1969" y="1669"/>
                    <a:pt x="1" y="6505"/>
                    <a:pt x="2569" y="6505"/>
                  </a:cubicBezTo>
                  <a:cubicBezTo>
                    <a:pt x="5138" y="6505"/>
                    <a:pt x="3237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5" name="Google Shape;3895;p18"/>
            <p:cNvSpPr/>
            <p:nvPr/>
          </p:nvSpPr>
          <p:spPr>
            <a:xfrm>
              <a:off x="3721363" y="489252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1969" y="1669"/>
                    <a:pt x="1" y="6505"/>
                    <a:pt x="2569" y="6505"/>
                  </a:cubicBezTo>
                  <a:cubicBezTo>
                    <a:pt x="5138" y="6505"/>
                    <a:pt x="3237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896" name="Google Shape;3896;p18"/>
          <p:cNvSpPr txBox="1">
            <a:spLocks noGrp="1"/>
          </p:cNvSpPr>
          <p:nvPr>
            <p:ph type="title"/>
          </p:nvPr>
        </p:nvSpPr>
        <p:spPr>
          <a:xfrm>
            <a:off x="1251771" y="1762488"/>
            <a:ext cx="1978200" cy="527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897" name="Google Shape;3897;p18"/>
          <p:cNvSpPr txBox="1">
            <a:spLocks noGrp="1"/>
          </p:cNvSpPr>
          <p:nvPr>
            <p:ph type="subTitle" idx="1"/>
          </p:nvPr>
        </p:nvSpPr>
        <p:spPr>
          <a:xfrm>
            <a:off x="1251771" y="2196613"/>
            <a:ext cx="19782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98" name="Google Shape;3898;p18"/>
          <p:cNvSpPr txBox="1">
            <a:spLocks noGrp="1"/>
          </p:cNvSpPr>
          <p:nvPr>
            <p:ph type="title" idx="2"/>
          </p:nvPr>
        </p:nvSpPr>
        <p:spPr>
          <a:xfrm>
            <a:off x="5914029" y="1762488"/>
            <a:ext cx="1978200" cy="527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899" name="Google Shape;3899;p18"/>
          <p:cNvSpPr txBox="1">
            <a:spLocks noGrp="1"/>
          </p:cNvSpPr>
          <p:nvPr>
            <p:ph type="subTitle" idx="3"/>
          </p:nvPr>
        </p:nvSpPr>
        <p:spPr>
          <a:xfrm>
            <a:off x="5914025" y="2196613"/>
            <a:ext cx="19782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00" name="Google Shape;3900;p18"/>
          <p:cNvSpPr txBox="1">
            <a:spLocks noGrp="1"/>
          </p:cNvSpPr>
          <p:nvPr>
            <p:ph type="title" idx="4"/>
          </p:nvPr>
        </p:nvSpPr>
        <p:spPr>
          <a:xfrm>
            <a:off x="1251771" y="3195888"/>
            <a:ext cx="1978200" cy="527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901" name="Google Shape;3901;p18"/>
          <p:cNvSpPr txBox="1">
            <a:spLocks noGrp="1"/>
          </p:cNvSpPr>
          <p:nvPr>
            <p:ph type="subTitle" idx="5"/>
          </p:nvPr>
        </p:nvSpPr>
        <p:spPr>
          <a:xfrm>
            <a:off x="1251771" y="3630013"/>
            <a:ext cx="19782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02" name="Google Shape;3902;p18"/>
          <p:cNvSpPr txBox="1">
            <a:spLocks noGrp="1"/>
          </p:cNvSpPr>
          <p:nvPr>
            <p:ph type="title" idx="6"/>
          </p:nvPr>
        </p:nvSpPr>
        <p:spPr>
          <a:xfrm>
            <a:off x="5914029" y="3195888"/>
            <a:ext cx="1978200" cy="527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903" name="Google Shape;3903;p18"/>
          <p:cNvSpPr txBox="1">
            <a:spLocks noGrp="1"/>
          </p:cNvSpPr>
          <p:nvPr>
            <p:ph type="subTitle" idx="7"/>
          </p:nvPr>
        </p:nvSpPr>
        <p:spPr>
          <a:xfrm>
            <a:off x="5914025" y="3630013"/>
            <a:ext cx="19782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04" name="Google Shape;3904;p18"/>
          <p:cNvSpPr txBox="1">
            <a:spLocks noGrp="1"/>
          </p:cNvSpPr>
          <p:nvPr>
            <p:ph type="title" idx="8"/>
          </p:nvPr>
        </p:nvSpPr>
        <p:spPr>
          <a:xfrm>
            <a:off x="720000" y="532925"/>
            <a:ext cx="7704000" cy="484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3905" name="Google Shape;3905;p18"/>
          <p:cNvGrpSpPr/>
          <p:nvPr/>
        </p:nvGrpSpPr>
        <p:grpSpPr>
          <a:xfrm>
            <a:off x="-779296" y="4550554"/>
            <a:ext cx="3369488" cy="1707138"/>
            <a:chOff x="-2125575" y="3574325"/>
            <a:chExt cx="3624275" cy="1836225"/>
          </a:xfrm>
        </p:grpSpPr>
        <p:sp>
          <p:nvSpPr>
            <p:cNvPr id="3906" name="Google Shape;3906;p18"/>
            <p:cNvSpPr/>
            <p:nvPr/>
          </p:nvSpPr>
          <p:spPr>
            <a:xfrm>
              <a:off x="-2125575" y="3857025"/>
              <a:ext cx="1777125" cy="1163775"/>
            </a:xfrm>
            <a:custGeom>
              <a:avLst/>
              <a:gdLst/>
              <a:ahLst/>
              <a:cxnLst/>
              <a:rect l="l" t="t" r="r" b="b"/>
              <a:pathLst>
                <a:path w="71085" h="46551" extrusionOk="0">
                  <a:moveTo>
                    <a:pt x="71051" y="1"/>
                  </a:moveTo>
                  <a:cubicBezTo>
                    <a:pt x="59209" y="601"/>
                    <a:pt x="18213" y="15879"/>
                    <a:pt x="1301" y="29722"/>
                  </a:cubicBezTo>
                  <a:cubicBezTo>
                    <a:pt x="100" y="30723"/>
                    <a:pt x="0" y="32524"/>
                    <a:pt x="1101" y="33625"/>
                  </a:cubicBezTo>
                  <a:cubicBezTo>
                    <a:pt x="3569" y="36060"/>
                    <a:pt x="5371" y="39762"/>
                    <a:pt x="5904" y="44166"/>
                  </a:cubicBezTo>
                  <a:cubicBezTo>
                    <a:pt x="6057" y="45630"/>
                    <a:pt x="7285" y="46551"/>
                    <a:pt x="8555" y="46551"/>
                  </a:cubicBezTo>
                  <a:cubicBezTo>
                    <a:pt x="9222" y="46551"/>
                    <a:pt x="9901" y="46296"/>
                    <a:pt x="10441" y="45733"/>
                  </a:cubicBezTo>
                  <a:cubicBezTo>
                    <a:pt x="24151" y="31390"/>
                    <a:pt x="50203" y="12610"/>
                    <a:pt x="71051" y="568"/>
                  </a:cubicBezTo>
                  <a:cubicBezTo>
                    <a:pt x="71051" y="401"/>
                    <a:pt x="71051" y="201"/>
                    <a:pt x="7108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7" name="Google Shape;3907;p18"/>
            <p:cNvSpPr/>
            <p:nvPr/>
          </p:nvSpPr>
          <p:spPr>
            <a:xfrm>
              <a:off x="-1877075" y="3871200"/>
              <a:ext cx="1529450" cy="1427300"/>
            </a:xfrm>
            <a:custGeom>
              <a:avLst/>
              <a:gdLst/>
              <a:ahLst/>
              <a:cxnLst/>
              <a:rect l="l" t="t" r="r" b="b"/>
              <a:pathLst>
                <a:path w="61178" h="57092" extrusionOk="0">
                  <a:moveTo>
                    <a:pt x="61111" y="1"/>
                  </a:moveTo>
                  <a:cubicBezTo>
                    <a:pt x="40830" y="11709"/>
                    <a:pt x="15678" y="29789"/>
                    <a:pt x="1668" y="43932"/>
                  </a:cubicBezTo>
                  <a:cubicBezTo>
                    <a:pt x="1" y="45633"/>
                    <a:pt x="1235" y="48435"/>
                    <a:pt x="3603" y="48435"/>
                  </a:cubicBezTo>
                  <a:cubicBezTo>
                    <a:pt x="10441" y="48469"/>
                    <a:pt x="18947" y="51604"/>
                    <a:pt x="23250" y="56208"/>
                  </a:cubicBezTo>
                  <a:cubicBezTo>
                    <a:pt x="23794" y="56806"/>
                    <a:pt x="24517" y="57091"/>
                    <a:pt x="25231" y="57091"/>
                  </a:cubicBezTo>
                  <a:cubicBezTo>
                    <a:pt x="26228" y="57091"/>
                    <a:pt x="27207" y="56537"/>
                    <a:pt x="27654" y="55507"/>
                  </a:cubicBezTo>
                  <a:cubicBezTo>
                    <a:pt x="34525" y="39529"/>
                    <a:pt x="48001" y="18180"/>
                    <a:pt x="61178" y="101"/>
                  </a:cubicBezTo>
                  <a:cubicBezTo>
                    <a:pt x="61144" y="34"/>
                    <a:pt x="61144" y="67"/>
                    <a:pt x="611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8" name="Google Shape;3908;p18"/>
            <p:cNvSpPr/>
            <p:nvPr/>
          </p:nvSpPr>
          <p:spPr>
            <a:xfrm>
              <a:off x="-1190400" y="3877050"/>
              <a:ext cx="858600" cy="1520275"/>
            </a:xfrm>
            <a:custGeom>
              <a:avLst/>
              <a:gdLst/>
              <a:ahLst/>
              <a:cxnLst/>
              <a:rect l="l" t="t" r="r" b="b"/>
              <a:pathLst>
                <a:path w="34344" h="60811" extrusionOk="0">
                  <a:moveTo>
                    <a:pt x="33610" y="0"/>
                  </a:moveTo>
                  <a:lnTo>
                    <a:pt x="33610" y="0"/>
                  </a:lnTo>
                  <a:cubicBezTo>
                    <a:pt x="20868" y="17479"/>
                    <a:pt x="7859" y="38027"/>
                    <a:pt x="820" y="53805"/>
                  </a:cubicBezTo>
                  <a:cubicBezTo>
                    <a:pt x="1" y="55627"/>
                    <a:pt x="1392" y="57532"/>
                    <a:pt x="3259" y="57532"/>
                  </a:cubicBezTo>
                  <a:cubicBezTo>
                    <a:pt x="3442" y="57532"/>
                    <a:pt x="3631" y="57514"/>
                    <a:pt x="3823" y="57475"/>
                  </a:cubicBezTo>
                  <a:cubicBezTo>
                    <a:pt x="5960" y="57013"/>
                    <a:pt x="8473" y="56796"/>
                    <a:pt x="11131" y="56796"/>
                  </a:cubicBezTo>
                  <a:cubicBezTo>
                    <a:pt x="17887" y="56796"/>
                    <a:pt x="25582" y="58197"/>
                    <a:pt x="30442" y="60543"/>
                  </a:cubicBezTo>
                  <a:cubicBezTo>
                    <a:pt x="30815" y="60727"/>
                    <a:pt x="31200" y="60811"/>
                    <a:pt x="31574" y="60811"/>
                  </a:cubicBezTo>
                  <a:cubicBezTo>
                    <a:pt x="33038" y="60811"/>
                    <a:pt x="34344" y="59529"/>
                    <a:pt x="34211" y="57908"/>
                  </a:cubicBezTo>
                  <a:cubicBezTo>
                    <a:pt x="32443" y="37794"/>
                    <a:pt x="32777" y="16745"/>
                    <a:pt x="336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9" name="Google Shape;3909;p18"/>
            <p:cNvSpPr/>
            <p:nvPr/>
          </p:nvSpPr>
          <p:spPr>
            <a:xfrm>
              <a:off x="-334300" y="3856200"/>
              <a:ext cx="1833000" cy="1095200"/>
            </a:xfrm>
            <a:custGeom>
              <a:avLst/>
              <a:gdLst/>
              <a:ahLst/>
              <a:cxnLst/>
              <a:rect l="l" t="t" r="r" b="b"/>
              <a:pathLst>
                <a:path w="73320" h="43808" extrusionOk="0">
                  <a:moveTo>
                    <a:pt x="100" y="0"/>
                  </a:moveTo>
                  <a:lnTo>
                    <a:pt x="0" y="334"/>
                  </a:lnTo>
                  <a:cubicBezTo>
                    <a:pt x="23450" y="12276"/>
                    <a:pt x="51837" y="29588"/>
                    <a:pt x="67248" y="43131"/>
                  </a:cubicBezTo>
                  <a:cubicBezTo>
                    <a:pt x="67767" y="43597"/>
                    <a:pt x="68383" y="43807"/>
                    <a:pt x="68988" y="43807"/>
                  </a:cubicBezTo>
                  <a:cubicBezTo>
                    <a:pt x="70289" y="43807"/>
                    <a:pt x="71538" y="42833"/>
                    <a:pt x="71651" y="41330"/>
                  </a:cubicBezTo>
                  <a:cubicBezTo>
                    <a:pt x="71818" y="38961"/>
                    <a:pt x="72218" y="36326"/>
                    <a:pt x="72986" y="34125"/>
                  </a:cubicBezTo>
                  <a:cubicBezTo>
                    <a:pt x="73319" y="33091"/>
                    <a:pt x="73052" y="31956"/>
                    <a:pt x="72252" y="31256"/>
                  </a:cubicBezTo>
                  <a:cubicBezTo>
                    <a:pt x="56274" y="16712"/>
                    <a:pt x="11275" y="0"/>
                    <a:pt x="10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0" name="Google Shape;3910;p18"/>
            <p:cNvSpPr/>
            <p:nvPr/>
          </p:nvSpPr>
          <p:spPr>
            <a:xfrm>
              <a:off x="-338475" y="3862875"/>
              <a:ext cx="1687900" cy="1388950"/>
            </a:xfrm>
            <a:custGeom>
              <a:avLst/>
              <a:gdLst/>
              <a:ahLst/>
              <a:cxnLst/>
              <a:rect l="l" t="t" r="r" b="b"/>
              <a:pathLst>
                <a:path w="67516" h="55558" extrusionOk="0">
                  <a:moveTo>
                    <a:pt x="67" y="0"/>
                  </a:moveTo>
                  <a:cubicBezTo>
                    <a:pt x="34" y="67"/>
                    <a:pt x="34" y="33"/>
                    <a:pt x="0" y="67"/>
                  </a:cubicBezTo>
                  <a:cubicBezTo>
                    <a:pt x="16979" y="16979"/>
                    <a:pt x="36593" y="38361"/>
                    <a:pt x="44466" y="54072"/>
                  </a:cubicBezTo>
                  <a:cubicBezTo>
                    <a:pt x="44945" y="55049"/>
                    <a:pt x="45883" y="55558"/>
                    <a:pt x="46835" y="55558"/>
                  </a:cubicBezTo>
                  <a:cubicBezTo>
                    <a:pt x="47605" y="55558"/>
                    <a:pt x="48384" y="55225"/>
                    <a:pt x="48935" y="54539"/>
                  </a:cubicBezTo>
                  <a:cubicBezTo>
                    <a:pt x="53238" y="49135"/>
                    <a:pt x="58676" y="46367"/>
                    <a:pt x="64080" y="46033"/>
                  </a:cubicBezTo>
                  <a:cubicBezTo>
                    <a:pt x="66481" y="45900"/>
                    <a:pt x="67515" y="42931"/>
                    <a:pt x="65681" y="41363"/>
                  </a:cubicBezTo>
                  <a:cubicBezTo>
                    <a:pt x="49936" y="28053"/>
                    <a:pt x="22650" y="11508"/>
                    <a:pt x="6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1" name="Google Shape;3911;p18"/>
            <p:cNvSpPr/>
            <p:nvPr/>
          </p:nvSpPr>
          <p:spPr>
            <a:xfrm>
              <a:off x="-379350" y="3864525"/>
              <a:ext cx="1148675" cy="1546025"/>
            </a:xfrm>
            <a:custGeom>
              <a:avLst/>
              <a:gdLst/>
              <a:ahLst/>
              <a:cxnLst/>
              <a:rect l="l" t="t" r="r" b="b"/>
              <a:pathLst>
                <a:path w="45947" h="61841" extrusionOk="0">
                  <a:moveTo>
                    <a:pt x="1635" y="1"/>
                  </a:moveTo>
                  <a:cubicBezTo>
                    <a:pt x="1602" y="34"/>
                    <a:pt x="1569" y="34"/>
                    <a:pt x="1502" y="34"/>
                  </a:cubicBezTo>
                  <a:cubicBezTo>
                    <a:pt x="1402" y="168"/>
                    <a:pt x="1302" y="334"/>
                    <a:pt x="1168" y="501"/>
                  </a:cubicBezTo>
                  <a:cubicBezTo>
                    <a:pt x="301" y="17547"/>
                    <a:pt x="1" y="38995"/>
                    <a:pt x="1869" y="59443"/>
                  </a:cubicBezTo>
                  <a:cubicBezTo>
                    <a:pt x="1989" y="60884"/>
                    <a:pt x="3215" y="61841"/>
                    <a:pt x="4515" y="61841"/>
                  </a:cubicBezTo>
                  <a:cubicBezTo>
                    <a:pt x="5021" y="61841"/>
                    <a:pt x="5538" y="61696"/>
                    <a:pt x="6005" y="61378"/>
                  </a:cubicBezTo>
                  <a:cubicBezTo>
                    <a:pt x="12280" y="57075"/>
                    <a:pt x="22400" y="54418"/>
                    <a:pt x="31722" y="54418"/>
                  </a:cubicBezTo>
                  <a:cubicBezTo>
                    <a:pt x="35335" y="54418"/>
                    <a:pt x="38828" y="54817"/>
                    <a:pt x="41931" y="55674"/>
                  </a:cubicBezTo>
                  <a:cubicBezTo>
                    <a:pt x="42172" y="55738"/>
                    <a:pt x="42409" y="55768"/>
                    <a:pt x="42637" y="55768"/>
                  </a:cubicBezTo>
                  <a:cubicBezTo>
                    <a:pt x="44562" y="55768"/>
                    <a:pt x="45947" y="53653"/>
                    <a:pt x="44933" y="51805"/>
                  </a:cubicBezTo>
                  <a:cubicBezTo>
                    <a:pt x="36427" y="36360"/>
                    <a:pt x="17847" y="16112"/>
                    <a:pt x="16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912" name="Google Shape;3912;p18"/>
            <p:cNvGrpSpPr/>
            <p:nvPr/>
          </p:nvGrpSpPr>
          <p:grpSpPr>
            <a:xfrm>
              <a:off x="-2125575" y="3574325"/>
              <a:ext cx="3624275" cy="1836225"/>
              <a:chOff x="-4100775" y="3456250"/>
              <a:chExt cx="3624275" cy="1836225"/>
            </a:xfrm>
          </p:grpSpPr>
          <p:sp>
            <p:nvSpPr>
              <p:cNvPr id="3913" name="Google Shape;3913;p18"/>
              <p:cNvSpPr/>
              <p:nvPr/>
            </p:nvSpPr>
            <p:spPr>
              <a:xfrm>
                <a:off x="-4100775" y="3738950"/>
                <a:ext cx="1777125" cy="1163775"/>
              </a:xfrm>
              <a:custGeom>
                <a:avLst/>
                <a:gdLst/>
                <a:ahLst/>
                <a:cxnLst/>
                <a:rect l="l" t="t" r="r" b="b"/>
                <a:pathLst>
                  <a:path w="71085" h="46551" extrusionOk="0">
                    <a:moveTo>
                      <a:pt x="71051" y="1"/>
                    </a:moveTo>
                    <a:cubicBezTo>
                      <a:pt x="59209" y="601"/>
                      <a:pt x="18213" y="15879"/>
                      <a:pt x="1301" y="29722"/>
                    </a:cubicBezTo>
                    <a:cubicBezTo>
                      <a:pt x="100" y="30723"/>
                      <a:pt x="0" y="32524"/>
                      <a:pt x="1101" y="33625"/>
                    </a:cubicBezTo>
                    <a:cubicBezTo>
                      <a:pt x="3569" y="36060"/>
                      <a:pt x="5371" y="39762"/>
                      <a:pt x="5904" y="44166"/>
                    </a:cubicBezTo>
                    <a:cubicBezTo>
                      <a:pt x="6057" y="45630"/>
                      <a:pt x="7285" y="46551"/>
                      <a:pt x="8555" y="46551"/>
                    </a:cubicBezTo>
                    <a:cubicBezTo>
                      <a:pt x="9222" y="46551"/>
                      <a:pt x="9901" y="46296"/>
                      <a:pt x="10441" y="45733"/>
                    </a:cubicBezTo>
                    <a:cubicBezTo>
                      <a:pt x="24151" y="31390"/>
                      <a:pt x="50203" y="12610"/>
                      <a:pt x="71051" y="568"/>
                    </a:cubicBezTo>
                    <a:cubicBezTo>
                      <a:pt x="71051" y="401"/>
                      <a:pt x="71051" y="201"/>
                      <a:pt x="71084" y="1"/>
                    </a:cubicBezTo>
                    <a:close/>
                  </a:path>
                </a:pathLst>
              </a:custGeom>
              <a:solidFill>
                <a:srgbClr val="191919">
                  <a:alpha val="284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14" name="Google Shape;3914;p18"/>
              <p:cNvSpPr/>
              <p:nvPr/>
            </p:nvSpPr>
            <p:spPr>
              <a:xfrm>
                <a:off x="-3852275" y="3753125"/>
                <a:ext cx="1529450" cy="1427300"/>
              </a:xfrm>
              <a:custGeom>
                <a:avLst/>
                <a:gdLst/>
                <a:ahLst/>
                <a:cxnLst/>
                <a:rect l="l" t="t" r="r" b="b"/>
                <a:pathLst>
                  <a:path w="61178" h="57092" extrusionOk="0">
                    <a:moveTo>
                      <a:pt x="61111" y="1"/>
                    </a:moveTo>
                    <a:cubicBezTo>
                      <a:pt x="40830" y="11709"/>
                      <a:pt x="15678" y="29789"/>
                      <a:pt x="1668" y="43932"/>
                    </a:cubicBezTo>
                    <a:cubicBezTo>
                      <a:pt x="1" y="45633"/>
                      <a:pt x="1235" y="48435"/>
                      <a:pt x="3603" y="48435"/>
                    </a:cubicBezTo>
                    <a:cubicBezTo>
                      <a:pt x="10441" y="48469"/>
                      <a:pt x="18947" y="51604"/>
                      <a:pt x="23250" y="56208"/>
                    </a:cubicBezTo>
                    <a:cubicBezTo>
                      <a:pt x="23794" y="56806"/>
                      <a:pt x="24517" y="57091"/>
                      <a:pt x="25231" y="57091"/>
                    </a:cubicBezTo>
                    <a:cubicBezTo>
                      <a:pt x="26228" y="57091"/>
                      <a:pt x="27207" y="56537"/>
                      <a:pt x="27654" y="55507"/>
                    </a:cubicBezTo>
                    <a:cubicBezTo>
                      <a:pt x="34525" y="39529"/>
                      <a:pt x="48001" y="18180"/>
                      <a:pt x="61178" y="101"/>
                    </a:cubicBezTo>
                    <a:cubicBezTo>
                      <a:pt x="61144" y="34"/>
                      <a:pt x="61144" y="67"/>
                      <a:pt x="61111" y="1"/>
                    </a:cubicBezTo>
                    <a:close/>
                  </a:path>
                </a:pathLst>
              </a:custGeom>
              <a:solidFill>
                <a:srgbClr val="191919">
                  <a:alpha val="189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15" name="Google Shape;3915;p18"/>
              <p:cNvSpPr/>
              <p:nvPr/>
            </p:nvSpPr>
            <p:spPr>
              <a:xfrm>
                <a:off x="-3165600" y="3758975"/>
                <a:ext cx="858600" cy="1520275"/>
              </a:xfrm>
              <a:custGeom>
                <a:avLst/>
                <a:gdLst/>
                <a:ahLst/>
                <a:cxnLst/>
                <a:rect l="l" t="t" r="r" b="b"/>
                <a:pathLst>
                  <a:path w="34344" h="60811" extrusionOk="0">
                    <a:moveTo>
                      <a:pt x="33610" y="0"/>
                    </a:moveTo>
                    <a:lnTo>
                      <a:pt x="33610" y="0"/>
                    </a:lnTo>
                    <a:cubicBezTo>
                      <a:pt x="20868" y="17479"/>
                      <a:pt x="7859" y="38027"/>
                      <a:pt x="820" y="53805"/>
                    </a:cubicBezTo>
                    <a:cubicBezTo>
                      <a:pt x="1" y="55627"/>
                      <a:pt x="1392" y="57532"/>
                      <a:pt x="3259" y="57532"/>
                    </a:cubicBezTo>
                    <a:cubicBezTo>
                      <a:pt x="3442" y="57532"/>
                      <a:pt x="3631" y="57514"/>
                      <a:pt x="3823" y="57475"/>
                    </a:cubicBezTo>
                    <a:cubicBezTo>
                      <a:pt x="5960" y="57013"/>
                      <a:pt x="8473" y="56796"/>
                      <a:pt x="11131" y="56796"/>
                    </a:cubicBezTo>
                    <a:cubicBezTo>
                      <a:pt x="17887" y="56796"/>
                      <a:pt x="25582" y="58197"/>
                      <a:pt x="30442" y="60543"/>
                    </a:cubicBezTo>
                    <a:cubicBezTo>
                      <a:pt x="30815" y="60727"/>
                      <a:pt x="31200" y="60811"/>
                      <a:pt x="31574" y="60811"/>
                    </a:cubicBezTo>
                    <a:cubicBezTo>
                      <a:pt x="33038" y="60811"/>
                      <a:pt x="34344" y="59529"/>
                      <a:pt x="34211" y="57908"/>
                    </a:cubicBezTo>
                    <a:cubicBezTo>
                      <a:pt x="32443" y="37794"/>
                      <a:pt x="32777" y="16745"/>
                      <a:pt x="33610" y="0"/>
                    </a:cubicBezTo>
                    <a:close/>
                  </a:path>
                </a:pathLst>
              </a:custGeom>
              <a:solidFill>
                <a:srgbClr val="191919">
                  <a:alpha val="150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16" name="Google Shape;3916;p18"/>
              <p:cNvSpPr/>
              <p:nvPr/>
            </p:nvSpPr>
            <p:spPr>
              <a:xfrm>
                <a:off x="-2309500" y="3738125"/>
                <a:ext cx="1833000" cy="1095200"/>
              </a:xfrm>
              <a:custGeom>
                <a:avLst/>
                <a:gdLst/>
                <a:ahLst/>
                <a:cxnLst/>
                <a:rect l="l" t="t" r="r" b="b"/>
                <a:pathLst>
                  <a:path w="73320" h="43808" extrusionOk="0">
                    <a:moveTo>
                      <a:pt x="100" y="0"/>
                    </a:moveTo>
                    <a:lnTo>
                      <a:pt x="0" y="334"/>
                    </a:lnTo>
                    <a:cubicBezTo>
                      <a:pt x="23450" y="12276"/>
                      <a:pt x="51837" y="29588"/>
                      <a:pt x="67248" y="43131"/>
                    </a:cubicBezTo>
                    <a:cubicBezTo>
                      <a:pt x="67767" y="43597"/>
                      <a:pt x="68383" y="43807"/>
                      <a:pt x="68988" y="43807"/>
                    </a:cubicBezTo>
                    <a:cubicBezTo>
                      <a:pt x="70289" y="43807"/>
                      <a:pt x="71538" y="42833"/>
                      <a:pt x="71651" y="41330"/>
                    </a:cubicBezTo>
                    <a:cubicBezTo>
                      <a:pt x="71818" y="38961"/>
                      <a:pt x="72218" y="36326"/>
                      <a:pt x="72986" y="34125"/>
                    </a:cubicBezTo>
                    <a:cubicBezTo>
                      <a:pt x="73319" y="33091"/>
                      <a:pt x="73052" y="31956"/>
                      <a:pt x="72252" y="31256"/>
                    </a:cubicBezTo>
                    <a:cubicBezTo>
                      <a:pt x="56274" y="16712"/>
                      <a:pt x="11275" y="0"/>
                      <a:pt x="100" y="0"/>
                    </a:cubicBezTo>
                    <a:close/>
                  </a:path>
                </a:pathLst>
              </a:custGeom>
              <a:solidFill>
                <a:srgbClr val="191919">
                  <a:alpha val="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17" name="Google Shape;3917;p18"/>
              <p:cNvSpPr/>
              <p:nvPr/>
            </p:nvSpPr>
            <p:spPr>
              <a:xfrm>
                <a:off x="-2313675" y="3744800"/>
                <a:ext cx="1687900" cy="1388950"/>
              </a:xfrm>
              <a:custGeom>
                <a:avLst/>
                <a:gdLst/>
                <a:ahLst/>
                <a:cxnLst/>
                <a:rect l="l" t="t" r="r" b="b"/>
                <a:pathLst>
                  <a:path w="67516" h="55558" extrusionOk="0">
                    <a:moveTo>
                      <a:pt x="67" y="0"/>
                    </a:moveTo>
                    <a:cubicBezTo>
                      <a:pt x="34" y="67"/>
                      <a:pt x="34" y="33"/>
                      <a:pt x="0" y="67"/>
                    </a:cubicBezTo>
                    <a:cubicBezTo>
                      <a:pt x="16979" y="16979"/>
                      <a:pt x="36593" y="38361"/>
                      <a:pt x="44466" y="54072"/>
                    </a:cubicBezTo>
                    <a:cubicBezTo>
                      <a:pt x="44945" y="55049"/>
                      <a:pt x="45883" y="55558"/>
                      <a:pt x="46835" y="55558"/>
                    </a:cubicBezTo>
                    <a:cubicBezTo>
                      <a:pt x="47605" y="55558"/>
                      <a:pt x="48384" y="55225"/>
                      <a:pt x="48935" y="54539"/>
                    </a:cubicBezTo>
                    <a:cubicBezTo>
                      <a:pt x="53238" y="49135"/>
                      <a:pt x="58676" y="46367"/>
                      <a:pt x="64080" y="46033"/>
                    </a:cubicBezTo>
                    <a:cubicBezTo>
                      <a:pt x="66481" y="45900"/>
                      <a:pt x="67515" y="42931"/>
                      <a:pt x="65681" y="41363"/>
                    </a:cubicBezTo>
                    <a:cubicBezTo>
                      <a:pt x="49936" y="28053"/>
                      <a:pt x="22650" y="11508"/>
                      <a:pt x="67" y="0"/>
                    </a:cubicBezTo>
                    <a:close/>
                  </a:path>
                </a:pathLst>
              </a:custGeom>
              <a:solidFill>
                <a:srgbClr val="191919">
                  <a:alpha val="61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18" name="Google Shape;3918;p18"/>
              <p:cNvSpPr/>
              <p:nvPr/>
            </p:nvSpPr>
            <p:spPr>
              <a:xfrm>
                <a:off x="-2354550" y="3746450"/>
                <a:ext cx="1148675" cy="1546025"/>
              </a:xfrm>
              <a:custGeom>
                <a:avLst/>
                <a:gdLst/>
                <a:ahLst/>
                <a:cxnLst/>
                <a:rect l="l" t="t" r="r" b="b"/>
                <a:pathLst>
                  <a:path w="45947" h="61841" extrusionOk="0">
                    <a:moveTo>
                      <a:pt x="1635" y="1"/>
                    </a:moveTo>
                    <a:cubicBezTo>
                      <a:pt x="1602" y="34"/>
                      <a:pt x="1569" y="34"/>
                      <a:pt x="1502" y="34"/>
                    </a:cubicBezTo>
                    <a:cubicBezTo>
                      <a:pt x="1402" y="168"/>
                      <a:pt x="1302" y="334"/>
                      <a:pt x="1168" y="501"/>
                    </a:cubicBezTo>
                    <a:cubicBezTo>
                      <a:pt x="301" y="17547"/>
                      <a:pt x="1" y="38995"/>
                      <a:pt x="1869" y="59443"/>
                    </a:cubicBezTo>
                    <a:cubicBezTo>
                      <a:pt x="1989" y="60884"/>
                      <a:pt x="3215" y="61841"/>
                      <a:pt x="4515" y="61841"/>
                    </a:cubicBezTo>
                    <a:cubicBezTo>
                      <a:pt x="5021" y="61841"/>
                      <a:pt x="5538" y="61696"/>
                      <a:pt x="6005" y="61378"/>
                    </a:cubicBezTo>
                    <a:cubicBezTo>
                      <a:pt x="12280" y="57075"/>
                      <a:pt x="22400" y="54418"/>
                      <a:pt x="31722" y="54418"/>
                    </a:cubicBezTo>
                    <a:cubicBezTo>
                      <a:pt x="35335" y="54418"/>
                      <a:pt x="38828" y="54817"/>
                      <a:pt x="41931" y="55674"/>
                    </a:cubicBezTo>
                    <a:cubicBezTo>
                      <a:pt x="42172" y="55738"/>
                      <a:pt x="42409" y="55768"/>
                      <a:pt x="42637" y="55768"/>
                    </a:cubicBezTo>
                    <a:cubicBezTo>
                      <a:pt x="44562" y="55768"/>
                      <a:pt x="45947" y="53653"/>
                      <a:pt x="44933" y="51805"/>
                    </a:cubicBezTo>
                    <a:cubicBezTo>
                      <a:pt x="36427" y="36360"/>
                      <a:pt x="17847" y="16112"/>
                      <a:pt x="1635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19" name="Google Shape;3919;p18"/>
              <p:cNvSpPr/>
              <p:nvPr/>
            </p:nvSpPr>
            <p:spPr>
              <a:xfrm>
                <a:off x="-4100775" y="3738950"/>
                <a:ext cx="2249125" cy="1553525"/>
              </a:xfrm>
              <a:custGeom>
                <a:avLst/>
                <a:gdLst/>
                <a:ahLst/>
                <a:cxnLst/>
                <a:rect l="l" t="t" r="r" b="b"/>
                <a:pathLst>
                  <a:path w="89965" h="62141" extrusionOk="0">
                    <a:moveTo>
                      <a:pt x="71585" y="58242"/>
                    </a:moveTo>
                    <a:lnTo>
                      <a:pt x="71585" y="58242"/>
                    </a:lnTo>
                    <a:cubicBezTo>
                      <a:pt x="71590" y="58323"/>
                      <a:pt x="71595" y="58404"/>
                      <a:pt x="71601" y="58485"/>
                    </a:cubicBezTo>
                    <a:lnTo>
                      <a:pt x="71601" y="58485"/>
                    </a:lnTo>
                    <a:cubicBezTo>
                      <a:pt x="71593" y="58407"/>
                      <a:pt x="71585" y="58324"/>
                      <a:pt x="71585" y="58242"/>
                    </a:cubicBezTo>
                    <a:close/>
                    <a:moveTo>
                      <a:pt x="71017" y="1"/>
                    </a:moveTo>
                    <a:lnTo>
                      <a:pt x="71017" y="1"/>
                    </a:lnTo>
                    <a:cubicBezTo>
                      <a:pt x="59142" y="634"/>
                      <a:pt x="18180" y="15879"/>
                      <a:pt x="1301" y="29722"/>
                    </a:cubicBezTo>
                    <a:cubicBezTo>
                      <a:pt x="100" y="30723"/>
                      <a:pt x="0" y="32524"/>
                      <a:pt x="1101" y="33625"/>
                    </a:cubicBezTo>
                    <a:cubicBezTo>
                      <a:pt x="3569" y="36060"/>
                      <a:pt x="5371" y="39762"/>
                      <a:pt x="5871" y="44166"/>
                    </a:cubicBezTo>
                    <a:cubicBezTo>
                      <a:pt x="6046" y="45630"/>
                      <a:pt x="7281" y="46551"/>
                      <a:pt x="8544" y="46551"/>
                    </a:cubicBezTo>
                    <a:cubicBezTo>
                      <a:pt x="9208" y="46551"/>
                      <a:pt x="9879" y="46296"/>
                      <a:pt x="10408" y="45733"/>
                    </a:cubicBezTo>
                    <a:cubicBezTo>
                      <a:pt x="10808" y="45333"/>
                      <a:pt x="11208" y="44933"/>
                      <a:pt x="11608" y="44532"/>
                    </a:cubicBezTo>
                    <a:lnTo>
                      <a:pt x="11608" y="44532"/>
                    </a:lnTo>
                    <a:cubicBezTo>
                      <a:pt x="9974" y="46200"/>
                      <a:pt x="11175" y="49002"/>
                      <a:pt x="13543" y="49002"/>
                    </a:cubicBezTo>
                    <a:cubicBezTo>
                      <a:pt x="20381" y="49036"/>
                      <a:pt x="28887" y="52171"/>
                      <a:pt x="33190" y="56775"/>
                    </a:cubicBezTo>
                    <a:cubicBezTo>
                      <a:pt x="33734" y="57373"/>
                      <a:pt x="34457" y="57658"/>
                      <a:pt x="35171" y="57658"/>
                    </a:cubicBezTo>
                    <a:cubicBezTo>
                      <a:pt x="36168" y="57658"/>
                      <a:pt x="37147" y="57104"/>
                      <a:pt x="37594" y="56074"/>
                    </a:cubicBezTo>
                    <a:cubicBezTo>
                      <a:pt x="37794" y="55574"/>
                      <a:pt x="37994" y="55107"/>
                      <a:pt x="38227" y="54606"/>
                    </a:cubicBezTo>
                    <a:lnTo>
                      <a:pt x="38227" y="54606"/>
                    </a:lnTo>
                    <a:cubicBezTo>
                      <a:pt x="37408" y="56428"/>
                      <a:pt x="38799" y="58333"/>
                      <a:pt x="40666" y="58333"/>
                    </a:cubicBezTo>
                    <a:cubicBezTo>
                      <a:pt x="40849" y="58333"/>
                      <a:pt x="41038" y="58315"/>
                      <a:pt x="41230" y="58276"/>
                    </a:cubicBezTo>
                    <a:cubicBezTo>
                      <a:pt x="43367" y="57814"/>
                      <a:pt x="45880" y="57597"/>
                      <a:pt x="48538" y="57597"/>
                    </a:cubicBezTo>
                    <a:cubicBezTo>
                      <a:pt x="55294" y="57597"/>
                      <a:pt x="62989" y="58998"/>
                      <a:pt x="67849" y="61344"/>
                    </a:cubicBezTo>
                    <a:cubicBezTo>
                      <a:pt x="68217" y="61519"/>
                      <a:pt x="68597" y="61599"/>
                      <a:pt x="68967" y="61599"/>
                    </a:cubicBezTo>
                    <a:cubicBezTo>
                      <a:pt x="70405" y="61599"/>
                      <a:pt x="71694" y="60389"/>
                      <a:pt x="71625" y="58814"/>
                    </a:cubicBezTo>
                    <a:lnTo>
                      <a:pt x="71625" y="58814"/>
                    </a:lnTo>
                    <a:cubicBezTo>
                      <a:pt x="71648" y="59124"/>
                      <a:pt x="71677" y="59434"/>
                      <a:pt x="71718" y="59743"/>
                    </a:cubicBezTo>
                    <a:cubicBezTo>
                      <a:pt x="71838" y="61184"/>
                      <a:pt x="73064" y="62141"/>
                      <a:pt x="74364" y="62141"/>
                    </a:cubicBezTo>
                    <a:cubicBezTo>
                      <a:pt x="74870" y="62141"/>
                      <a:pt x="75387" y="61996"/>
                      <a:pt x="75854" y="61678"/>
                    </a:cubicBezTo>
                    <a:cubicBezTo>
                      <a:pt x="79557" y="59143"/>
                      <a:pt x="84560" y="57175"/>
                      <a:pt x="89964" y="56007"/>
                    </a:cubicBezTo>
                    <a:cubicBezTo>
                      <a:pt x="89764" y="55974"/>
                      <a:pt x="89531" y="55874"/>
                      <a:pt x="89331" y="55774"/>
                    </a:cubicBezTo>
                    <a:cubicBezTo>
                      <a:pt x="84466" y="53426"/>
                      <a:pt x="76762" y="52041"/>
                      <a:pt x="70001" y="52041"/>
                    </a:cubicBezTo>
                    <a:cubicBezTo>
                      <a:pt x="67350" y="52041"/>
                      <a:pt x="64844" y="52254"/>
                      <a:pt x="62712" y="52705"/>
                    </a:cubicBezTo>
                    <a:cubicBezTo>
                      <a:pt x="62205" y="52816"/>
                      <a:pt x="61561" y="52870"/>
                      <a:pt x="60853" y="52870"/>
                    </a:cubicBezTo>
                    <a:cubicBezTo>
                      <a:pt x="58578" y="52870"/>
                      <a:pt x="55657" y="52306"/>
                      <a:pt x="54639" y="51237"/>
                    </a:cubicBezTo>
                    <a:cubicBezTo>
                      <a:pt x="50369" y="46601"/>
                      <a:pt x="41830" y="43498"/>
                      <a:pt x="35025" y="43465"/>
                    </a:cubicBezTo>
                    <a:cubicBezTo>
                      <a:pt x="32657" y="43465"/>
                      <a:pt x="27620" y="40863"/>
                      <a:pt x="27353" y="38628"/>
                    </a:cubicBezTo>
                    <a:cubicBezTo>
                      <a:pt x="26853" y="34225"/>
                      <a:pt x="25051" y="30522"/>
                      <a:pt x="22550" y="28054"/>
                    </a:cubicBezTo>
                    <a:cubicBezTo>
                      <a:pt x="21449" y="26987"/>
                      <a:pt x="21582" y="25152"/>
                      <a:pt x="22783" y="24185"/>
                    </a:cubicBezTo>
                    <a:cubicBezTo>
                      <a:pt x="33624" y="15278"/>
                      <a:pt x="54406" y="5805"/>
                      <a:pt x="71017" y="1"/>
                    </a:cubicBezTo>
                    <a:close/>
                  </a:path>
                </a:pathLst>
              </a:custGeom>
              <a:solidFill>
                <a:srgbClr val="191919">
                  <a:alpha val="284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20" name="Google Shape;3920;p18"/>
              <p:cNvSpPr/>
              <p:nvPr/>
            </p:nvSpPr>
            <p:spPr>
              <a:xfrm>
                <a:off x="-2392900" y="3456250"/>
                <a:ext cx="184325" cy="255200"/>
              </a:xfrm>
              <a:custGeom>
                <a:avLst/>
                <a:gdLst/>
                <a:ahLst/>
                <a:cxnLst/>
                <a:rect l="l" t="t" r="r" b="b"/>
                <a:pathLst>
                  <a:path w="7373" h="10208" extrusionOk="0">
                    <a:moveTo>
                      <a:pt x="3670" y="0"/>
                    </a:moveTo>
                    <a:cubicBezTo>
                      <a:pt x="1835" y="0"/>
                      <a:pt x="1" y="10208"/>
                      <a:pt x="1" y="10208"/>
                    </a:cubicBezTo>
                    <a:lnTo>
                      <a:pt x="7372" y="10208"/>
                    </a:lnTo>
                    <a:cubicBezTo>
                      <a:pt x="7372" y="10208"/>
                      <a:pt x="5538" y="0"/>
                      <a:pt x="36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21" name="Google Shape;3921;p18"/>
              <p:cNvSpPr/>
              <p:nvPr/>
            </p:nvSpPr>
            <p:spPr>
              <a:xfrm>
                <a:off x="-2447950" y="3655550"/>
                <a:ext cx="293575" cy="111775"/>
              </a:xfrm>
              <a:custGeom>
                <a:avLst/>
                <a:gdLst/>
                <a:ahLst/>
                <a:cxnLst/>
                <a:rect l="l" t="t" r="r" b="b"/>
                <a:pathLst>
                  <a:path w="11743" h="4471" extrusionOk="0">
                    <a:moveTo>
                      <a:pt x="2002" y="1"/>
                    </a:moveTo>
                    <a:cubicBezTo>
                      <a:pt x="902" y="1"/>
                      <a:pt x="1" y="902"/>
                      <a:pt x="1" y="2002"/>
                    </a:cubicBezTo>
                    <a:lnTo>
                      <a:pt x="1" y="2469"/>
                    </a:lnTo>
                    <a:cubicBezTo>
                      <a:pt x="1" y="3570"/>
                      <a:pt x="902" y="4471"/>
                      <a:pt x="2002" y="4471"/>
                    </a:cubicBezTo>
                    <a:lnTo>
                      <a:pt x="9741" y="4471"/>
                    </a:lnTo>
                    <a:cubicBezTo>
                      <a:pt x="10875" y="4471"/>
                      <a:pt x="11743" y="3570"/>
                      <a:pt x="11743" y="2469"/>
                    </a:cubicBezTo>
                    <a:lnTo>
                      <a:pt x="11743" y="2002"/>
                    </a:lnTo>
                    <a:cubicBezTo>
                      <a:pt x="11743" y="902"/>
                      <a:pt x="10875" y="1"/>
                      <a:pt x="974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922" name="Google Shape;3922;p18"/>
          <p:cNvGrpSpPr/>
          <p:nvPr/>
        </p:nvGrpSpPr>
        <p:grpSpPr>
          <a:xfrm>
            <a:off x="451898" y="4758781"/>
            <a:ext cx="3369488" cy="1707138"/>
            <a:chOff x="-939100" y="529913"/>
            <a:chExt cx="3624275" cy="1836225"/>
          </a:xfrm>
        </p:grpSpPr>
        <p:sp>
          <p:nvSpPr>
            <p:cNvPr id="3923" name="Google Shape;3923;p18"/>
            <p:cNvSpPr/>
            <p:nvPr/>
          </p:nvSpPr>
          <p:spPr>
            <a:xfrm>
              <a:off x="-939100" y="812613"/>
              <a:ext cx="1777125" cy="1163775"/>
            </a:xfrm>
            <a:custGeom>
              <a:avLst/>
              <a:gdLst/>
              <a:ahLst/>
              <a:cxnLst/>
              <a:rect l="l" t="t" r="r" b="b"/>
              <a:pathLst>
                <a:path w="71085" h="46551" extrusionOk="0">
                  <a:moveTo>
                    <a:pt x="71051" y="1"/>
                  </a:moveTo>
                  <a:cubicBezTo>
                    <a:pt x="59209" y="601"/>
                    <a:pt x="18213" y="15879"/>
                    <a:pt x="1301" y="29722"/>
                  </a:cubicBezTo>
                  <a:cubicBezTo>
                    <a:pt x="100" y="30723"/>
                    <a:pt x="0" y="32524"/>
                    <a:pt x="1101" y="33625"/>
                  </a:cubicBezTo>
                  <a:cubicBezTo>
                    <a:pt x="3569" y="36060"/>
                    <a:pt x="5371" y="39762"/>
                    <a:pt x="5904" y="44166"/>
                  </a:cubicBezTo>
                  <a:cubicBezTo>
                    <a:pt x="6057" y="45630"/>
                    <a:pt x="7285" y="46551"/>
                    <a:pt x="8555" y="46551"/>
                  </a:cubicBezTo>
                  <a:cubicBezTo>
                    <a:pt x="9222" y="46551"/>
                    <a:pt x="9901" y="46296"/>
                    <a:pt x="10441" y="45733"/>
                  </a:cubicBezTo>
                  <a:cubicBezTo>
                    <a:pt x="24151" y="31390"/>
                    <a:pt x="50203" y="12610"/>
                    <a:pt x="71051" y="568"/>
                  </a:cubicBezTo>
                  <a:cubicBezTo>
                    <a:pt x="71051" y="401"/>
                    <a:pt x="71051" y="201"/>
                    <a:pt x="7108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4" name="Google Shape;3924;p18"/>
            <p:cNvSpPr/>
            <p:nvPr/>
          </p:nvSpPr>
          <p:spPr>
            <a:xfrm>
              <a:off x="-690600" y="826788"/>
              <a:ext cx="1529450" cy="1427300"/>
            </a:xfrm>
            <a:custGeom>
              <a:avLst/>
              <a:gdLst/>
              <a:ahLst/>
              <a:cxnLst/>
              <a:rect l="l" t="t" r="r" b="b"/>
              <a:pathLst>
                <a:path w="61178" h="57092" extrusionOk="0">
                  <a:moveTo>
                    <a:pt x="61111" y="1"/>
                  </a:moveTo>
                  <a:cubicBezTo>
                    <a:pt x="40830" y="11709"/>
                    <a:pt x="15678" y="29789"/>
                    <a:pt x="1668" y="43932"/>
                  </a:cubicBezTo>
                  <a:cubicBezTo>
                    <a:pt x="1" y="45633"/>
                    <a:pt x="1235" y="48435"/>
                    <a:pt x="3603" y="48435"/>
                  </a:cubicBezTo>
                  <a:cubicBezTo>
                    <a:pt x="10441" y="48469"/>
                    <a:pt x="18947" y="51604"/>
                    <a:pt x="23250" y="56208"/>
                  </a:cubicBezTo>
                  <a:cubicBezTo>
                    <a:pt x="23794" y="56806"/>
                    <a:pt x="24517" y="57091"/>
                    <a:pt x="25231" y="57091"/>
                  </a:cubicBezTo>
                  <a:cubicBezTo>
                    <a:pt x="26228" y="57091"/>
                    <a:pt x="27207" y="56537"/>
                    <a:pt x="27654" y="55507"/>
                  </a:cubicBezTo>
                  <a:cubicBezTo>
                    <a:pt x="34525" y="39529"/>
                    <a:pt x="48001" y="18180"/>
                    <a:pt x="61178" y="101"/>
                  </a:cubicBezTo>
                  <a:cubicBezTo>
                    <a:pt x="61144" y="34"/>
                    <a:pt x="61144" y="67"/>
                    <a:pt x="611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5" name="Google Shape;3925;p18"/>
            <p:cNvSpPr/>
            <p:nvPr/>
          </p:nvSpPr>
          <p:spPr>
            <a:xfrm>
              <a:off x="-3925" y="832638"/>
              <a:ext cx="858600" cy="1520275"/>
            </a:xfrm>
            <a:custGeom>
              <a:avLst/>
              <a:gdLst/>
              <a:ahLst/>
              <a:cxnLst/>
              <a:rect l="l" t="t" r="r" b="b"/>
              <a:pathLst>
                <a:path w="34344" h="60811" extrusionOk="0">
                  <a:moveTo>
                    <a:pt x="33610" y="0"/>
                  </a:moveTo>
                  <a:lnTo>
                    <a:pt x="33610" y="0"/>
                  </a:lnTo>
                  <a:cubicBezTo>
                    <a:pt x="20868" y="17479"/>
                    <a:pt x="7859" y="38027"/>
                    <a:pt x="820" y="53805"/>
                  </a:cubicBezTo>
                  <a:cubicBezTo>
                    <a:pt x="1" y="55627"/>
                    <a:pt x="1392" y="57532"/>
                    <a:pt x="3259" y="57532"/>
                  </a:cubicBezTo>
                  <a:cubicBezTo>
                    <a:pt x="3442" y="57532"/>
                    <a:pt x="3631" y="57514"/>
                    <a:pt x="3823" y="57475"/>
                  </a:cubicBezTo>
                  <a:cubicBezTo>
                    <a:pt x="5960" y="57013"/>
                    <a:pt x="8473" y="56796"/>
                    <a:pt x="11131" y="56796"/>
                  </a:cubicBezTo>
                  <a:cubicBezTo>
                    <a:pt x="17887" y="56796"/>
                    <a:pt x="25582" y="58197"/>
                    <a:pt x="30442" y="60543"/>
                  </a:cubicBezTo>
                  <a:cubicBezTo>
                    <a:pt x="30815" y="60727"/>
                    <a:pt x="31200" y="60811"/>
                    <a:pt x="31574" y="60811"/>
                  </a:cubicBezTo>
                  <a:cubicBezTo>
                    <a:pt x="33038" y="60811"/>
                    <a:pt x="34344" y="59529"/>
                    <a:pt x="34211" y="57908"/>
                  </a:cubicBezTo>
                  <a:cubicBezTo>
                    <a:pt x="32443" y="37794"/>
                    <a:pt x="32777" y="16745"/>
                    <a:pt x="3361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6" name="Google Shape;3926;p18"/>
            <p:cNvSpPr/>
            <p:nvPr/>
          </p:nvSpPr>
          <p:spPr>
            <a:xfrm>
              <a:off x="852175" y="811788"/>
              <a:ext cx="1833000" cy="1095200"/>
            </a:xfrm>
            <a:custGeom>
              <a:avLst/>
              <a:gdLst/>
              <a:ahLst/>
              <a:cxnLst/>
              <a:rect l="l" t="t" r="r" b="b"/>
              <a:pathLst>
                <a:path w="73320" h="43808" extrusionOk="0">
                  <a:moveTo>
                    <a:pt x="100" y="0"/>
                  </a:moveTo>
                  <a:lnTo>
                    <a:pt x="0" y="334"/>
                  </a:lnTo>
                  <a:cubicBezTo>
                    <a:pt x="23450" y="12276"/>
                    <a:pt x="51837" y="29588"/>
                    <a:pt x="67248" y="43131"/>
                  </a:cubicBezTo>
                  <a:cubicBezTo>
                    <a:pt x="67767" y="43597"/>
                    <a:pt x="68383" y="43807"/>
                    <a:pt x="68988" y="43807"/>
                  </a:cubicBezTo>
                  <a:cubicBezTo>
                    <a:pt x="70289" y="43807"/>
                    <a:pt x="71538" y="42833"/>
                    <a:pt x="71651" y="41330"/>
                  </a:cubicBezTo>
                  <a:cubicBezTo>
                    <a:pt x="71818" y="38961"/>
                    <a:pt x="72218" y="36326"/>
                    <a:pt x="72986" y="34125"/>
                  </a:cubicBezTo>
                  <a:cubicBezTo>
                    <a:pt x="73319" y="33091"/>
                    <a:pt x="73052" y="31956"/>
                    <a:pt x="72252" y="31256"/>
                  </a:cubicBezTo>
                  <a:cubicBezTo>
                    <a:pt x="56274" y="16712"/>
                    <a:pt x="11275" y="0"/>
                    <a:pt x="10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7" name="Google Shape;3927;p18"/>
            <p:cNvSpPr/>
            <p:nvPr/>
          </p:nvSpPr>
          <p:spPr>
            <a:xfrm>
              <a:off x="848000" y="818463"/>
              <a:ext cx="1687900" cy="1388950"/>
            </a:xfrm>
            <a:custGeom>
              <a:avLst/>
              <a:gdLst/>
              <a:ahLst/>
              <a:cxnLst/>
              <a:rect l="l" t="t" r="r" b="b"/>
              <a:pathLst>
                <a:path w="67516" h="55558" extrusionOk="0">
                  <a:moveTo>
                    <a:pt x="67" y="0"/>
                  </a:moveTo>
                  <a:cubicBezTo>
                    <a:pt x="34" y="67"/>
                    <a:pt x="34" y="33"/>
                    <a:pt x="0" y="67"/>
                  </a:cubicBezTo>
                  <a:cubicBezTo>
                    <a:pt x="16979" y="16979"/>
                    <a:pt x="36593" y="38361"/>
                    <a:pt x="44466" y="54072"/>
                  </a:cubicBezTo>
                  <a:cubicBezTo>
                    <a:pt x="44945" y="55049"/>
                    <a:pt x="45883" y="55558"/>
                    <a:pt x="46835" y="55558"/>
                  </a:cubicBezTo>
                  <a:cubicBezTo>
                    <a:pt x="47605" y="55558"/>
                    <a:pt x="48384" y="55225"/>
                    <a:pt x="48935" y="54539"/>
                  </a:cubicBezTo>
                  <a:cubicBezTo>
                    <a:pt x="53238" y="49135"/>
                    <a:pt x="58676" y="46367"/>
                    <a:pt x="64080" y="46033"/>
                  </a:cubicBezTo>
                  <a:cubicBezTo>
                    <a:pt x="66481" y="45900"/>
                    <a:pt x="67515" y="42931"/>
                    <a:pt x="65681" y="41363"/>
                  </a:cubicBezTo>
                  <a:cubicBezTo>
                    <a:pt x="49936" y="28053"/>
                    <a:pt x="22650" y="11508"/>
                    <a:pt x="6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8" name="Google Shape;3928;p18"/>
            <p:cNvSpPr/>
            <p:nvPr/>
          </p:nvSpPr>
          <p:spPr>
            <a:xfrm>
              <a:off x="807125" y="820113"/>
              <a:ext cx="1148675" cy="1546025"/>
            </a:xfrm>
            <a:custGeom>
              <a:avLst/>
              <a:gdLst/>
              <a:ahLst/>
              <a:cxnLst/>
              <a:rect l="l" t="t" r="r" b="b"/>
              <a:pathLst>
                <a:path w="45947" h="61841" extrusionOk="0">
                  <a:moveTo>
                    <a:pt x="1635" y="1"/>
                  </a:moveTo>
                  <a:cubicBezTo>
                    <a:pt x="1602" y="34"/>
                    <a:pt x="1569" y="34"/>
                    <a:pt x="1502" y="34"/>
                  </a:cubicBezTo>
                  <a:cubicBezTo>
                    <a:pt x="1402" y="168"/>
                    <a:pt x="1302" y="334"/>
                    <a:pt x="1168" y="501"/>
                  </a:cubicBezTo>
                  <a:cubicBezTo>
                    <a:pt x="301" y="17547"/>
                    <a:pt x="1" y="38995"/>
                    <a:pt x="1869" y="59443"/>
                  </a:cubicBezTo>
                  <a:cubicBezTo>
                    <a:pt x="1989" y="60884"/>
                    <a:pt x="3215" y="61841"/>
                    <a:pt x="4515" y="61841"/>
                  </a:cubicBezTo>
                  <a:cubicBezTo>
                    <a:pt x="5021" y="61841"/>
                    <a:pt x="5538" y="61696"/>
                    <a:pt x="6005" y="61378"/>
                  </a:cubicBezTo>
                  <a:cubicBezTo>
                    <a:pt x="12280" y="57075"/>
                    <a:pt x="22400" y="54418"/>
                    <a:pt x="31722" y="54418"/>
                  </a:cubicBezTo>
                  <a:cubicBezTo>
                    <a:pt x="35335" y="54418"/>
                    <a:pt x="38828" y="54817"/>
                    <a:pt x="41931" y="55674"/>
                  </a:cubicBezTo>
                  <a:cubicBezTo>
                    <a:pt x="42172" y="55738"/>
                    <a:pt x="42409" y="55768"/>
                    <a:pt x="42637" y="55768"/>
                  </a:cubicBezTo>
                  <a:cubicBezTo>
                    <a:pt x="44562" y="55768"/>
                    <a:pt x="45947" y="53653"/>
                    <a:pt x="44933" y="51805"/>
                  </a:cubicBezTo>
                  <a:cubicBezTo>
                    <a:pt x="36427" y="36360"/>
                    <a:pt x="17847" y="16112"/>
                    <a:pt x="163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929" name="Google Shape;3929;p18"/>
            <p:cNvGrpSpPr/>
            <p:nvPr/>
          </p:nvGrpSpPr>
          <p:grpSpPr>
            <a:xfrm>
              <a:off x="-939100" y="529913"/>
              <a:ext cx="3624275" cy="1836225"/>
              <a:chOff x="112275" y="2665738"/>
              <a:chExt cx="3624275" cy="1836225"/>
            </a:xfrm>
          </p:grpSpPr>
          <p:sp>
            <p:nvSpPr>
              <p:cNvPr id="3930" name="Google Shape;3930;p18"/>
              <p:cNvSpPr/>
              <p:nvPr/>
            </p:nvSpPr>
            <p:spPr>
              <a:xfrm>
                <a:off x="112275" y="2948438"/>
                <a:ext cx="1777125" cy="1163775"/>
              </a:xfrm>
              <a:custGeom>
                <a:avLst/>
                <a:gdLst/>
                <a:ahLst/>
                <a:cxnLst/>
                <a:rect l="l" t="t" r="r" b="b"/>
                <a:pathLst>
                  <a:path w="71085" h="46551" extrusionOk="0">
                    <a:moveTo>
                      <a:pt x="71051" y="1"/>
                    </a:moveTo>
                    <a:cubicBezTo>
                      <a:pt x="59209" y="601"/>
                      <a:pt x="18213" y="15879"/>
                      <a:pt x="1301" y="29722"/>
                    </a:cubicBezTo>
                    <a:cubicBezTo>
                      <a:pt x="100" y="30723"/>
                      <a:pt x="0" y="32524"/>
                      <a:pt x="1101" y="33625"/>
                    </a:cubicBezTo>
                    <a:cubicBezTo>
                      <a:pt x="3569" y="36060"/>
                      <a:pt x="5371" y="39762"/>
                      <a:pt x="5904" y="44166"/>
                    </a:cubicBezTo>
                    <a:cubicBezTo>
                      <a:pt x="6057" y="45630"/>
                      <a:pt x="7285" y="46551"/>
                      <a:pt x="8555" y="46551"/>
                    </a:cubicBezTo>
                    <a:cubicBezTo>
                      <a:pt x="9222" y="46551"/>
                      <a:pt x="9901" y="46296"/>
                      <a:pt x="10441" y="45733"/>
                    </a:cubicBezTo>
                    <a:cubicBezTo>
                      <a:pt x="24151" y="31390"/>
                      <a:pt x="50203" y="12610"/>
                      <a:pt x="71051" y="568"/>
                    </a:cubicBezTo>
                    <a:cubicBezTo>
                      <a:pt x="71051" y="401"/>
                      <a:pt x="71051" y="201"/>
                      <a:pt x="71084" y="1"/>
                    </a:cubicBezTo>
                    <a:close/>
                  </a:path>
                </a:pathLst>
              </a:custGeom>
              <a:solidFill>
                <a:srgbClr val="191919">
                  <a:alpha val="284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31" name="Google Shape;3931;p18"/>
              <p:cNvSpPr/>
              <p:nvPr/>
            </p:nvSpPr>
            <p:spPr>
              <a:xfrm>
                <a:off x="360775" y="2962613"/>
                <a:ext cx="1529450" cy="1427300"/>
              </a:xfrm>
              <a:custGeom>
                <a:avLst/>
                <a:gdLst/>
                <a:ahLst/>
                <a:cxnLst/>
                <a:rect l="l" t="t" r="r" b="b"/>
                <a:pathLst>
                  <a:path w="61178" h="57092" extrusionOk="0">
                    <a:moveTo>
                      <a:pt x="61111" y="1"/>
                    </a:moveTo>
                    <a:cubicBezTo>
                      <a:pt x="40830" y="11709"/>
                      <a:pt x="15678" y="29789"/>
                      <a:pt x="1668" y="43932"/>
                    </a:cubicBezTo>
                    <a:cubicBezTo>
                      <a:pt x="1" y="45633"/>
                      <a:pt x="1235" y="48435"/>
                      <a:pt x="3603" y="48435"/>
                    </a:cubicBezTo>
                    <a:cubicBezTo>
                      <a:pt x="10441" y="48469"/>
                      <a:pt x="18947" y="51604"/>
                      <a:pt x="23250" y="56208"/>
                    </a:cubicBezTo>
                    <a:cubicBezTo>
                      <a:pt x="23794" y="56806"/>
                      <a:pt x="24517" y="57091"/>
                      <a:pt x="25231" y="57091"/>
                    </a:cubicBezTo>
                    <a:cubicBezTo>
                      <a:pt x="26228" y="57091"/>
                      <a:pt x="27207" y="56537"/>
                      <a:pt x="27654" y="55507"/>
                    </a:cubicBezTo>
                    <a:cubicBezTo>
                      <a:pt x="34525" y="39529"/>
                      <a:pt x="48001" y="18180"/>
                      <a:pt x="61178" y="101"/>
                    </a:cubicBezTo>
                    <a:cubicBezTo>
                      <a:pt x="61144" y="34"/>
                      <a:pt x="61144" y="67"/>
                      <a:pt x="61111" y="1"/>
                    </a:cubicBezTo>
                    <a:close/>
                  </a:path>
                </a:pathLst>
              </a:custGeom>
              <a:solidFill>
                <a:srgbClr val="191919">
                  <a:alpha val="189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32" name="Google Shape;3932;p18"/>
              <p:cNvSpPr/>
              <p:nvPr/>
            </p:nvSpPr>
            <p:spPr>
              <a:xfrm>
                <a:off x="1047450" y="2968463"/>
                <a:ext cx="858600" cy="1520275"/>
              </a:xfrm>
              <a:custGeom>
                <a:avLst/>
                <a:gdLst/>
                <a:ahLst/>
                <a:cxnLst/>
                <a:rect l="l" t="t" r="r" b="b"/>
                <a:pathLst>
                  <a:path w="34344" h="60811" extrusionOk="0">
                    <a:moveTo>
                      <a:pt x="33610" y="0"/>
                    </a:moveTo>
                    <a:lnTo>
                      <a:pt x="33610" y="0"/>
                    </a:lnTo>
                    <a:cubicBezTo>
                      <a:pt x="20868" y="17479"/>
                      <a:pt x="7859" y="38027"/>
                      <a:pt x="820" y="53805"/>
                    </a:cubicBezTo>
                    <a:cubicBezTo>
                      <a:pt x="1" y="55627"/>
                      <a:pt x="1392" y="57532"/>
                      <a:pt x="3259" y="57532"/>
                    </a:cubicBezTo>
                    <a:cubicBezTo>
                      <a:pt x="3442" y="57532"/>
                      <a:pt x="3631" y="57514"/>
                      <a:pt x="3823" y="57475"/>
                    </a:cubicBezTo>
                    <a:cubicBezTo>
                      <a:pt x="5960" y="57013"/>
                      <a:pt x="8473" y="56796"/>
                      <a:pt x="11131" y="56796"/>
                    </a:cubicBezTo>
                    <a:cubicBezTo>
                      <a:pt x="17887" y="56796"/>
                      <a:pt x="25582" y="58197"/>
                      <a:pt x="30442" y="60543"/>
                    </a:cubicBezTo>
                    <a:cubicBezTo>
                      <a:pt x="30815" y="60727"/>
                      <a:pt x="31200" y="60811"/>
                      <a:pt x="31574" y="60811"/>
                    </a:cubicBezTo>
                    <a:cubicBezTo>
                      <a:pt x="33038" y="60811"/>
                      <a:pt x="34344" y="59529"/>
                      <a:pt x="34211" y="57908"/>
                    </a:cubicBezTo>
                    <a:cubicBezTo>
                      <a:pt x="32443" y="37794"/>
                      <a:pt x="32777" y="16745"/>
                      <a:pt x="33610" y="0"/>
                    </a:cubicBezTo>
                    <a:close/>
                  </a:path>
                </a:pathLst>
              </a:custGeom>
              <a:solidFill>
                <a:srgbClr val="191919">
                  <a:alpha val="150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33" name="Google Shape;3933;p18"/>
              <p:cNvSpPr/>
              <p:nvPr/>
            </p:nvSpPr>
            <p:spPr>
              <a:xfrm>
                <a:off x="1903550" y="2947613"/>
                <a:ext cx="1833000" cy="1095200"/>
              </a:xfrm>
              <a:custGeom>
                <a:avLst/>
                <a:gdLst/>
                <a:ahLst/>
                <a:cxnLst/>
                <a:rect l="l" t="t" r="r" b="b"/>
                <a:pathLst>
                  <a:path w="73320" h="43808" extrusionOk="0">
                    <a:moveTo>
                      <a:pt x="100" y="0"/>
                    </a:moveTo>
                    <a:lnTo>
                      <a:pt x="0" y="334"/>
                    </a:lnTo>
                    <a:cubicBezTo>
                      <a:pt x="23450" y="12276"/>
                      <a:pt x="51837" y="29588"/>
                      <a:pt x="67248" y="43131"/>
                    </a:cubicBezTo>
                    <a:cubicBezTo>
                      <a:pt x="67767" y="43597"/>
                      <a:pt x="68383" y="43807"/>
                      <a:pt x="68988" y="43807"/>
                    </a:cubicBezTo>
                    <a:cubicBezTo>
                      <a:pt x="70289" y="43807"/>
                      <a:pt x="71538" y="42833"/>
                      <a:pt x="71651" y="41330"/>
                    </a:cubicBezTo>
                    <a:cubicBezTo>
                      <a:pt x="71818" y="38961"/>
                      <a:pt x="72218" y="36326"/>
                      <a:pt x="72986" y="34125"/>
                    </a:cubicBezTo>
                    <a:cubicBezTo>
                      <a:pt x="73319" y="33091"/>
                      <a:pt x="73052" y="31956"/>
                      <a:pt x="72252" y="31256"/>
                    </a:cubicBezTo>
                    <a:cubicBezTo>
                      <a:pt x="56274" y="16712"/>
                      <a:pt x="11275" y="0"/>
                      <a:pt x="100" y="0"/>
                    </a:cubicBezTo>
                    <a:close/>
                  </a:path>
                </a:pathLst>
              </a:custGeom>
              <a:solidFill>
                <a:srgbClr val="191919">
                  <a:alpha val="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34" name="Google Shape;3934;p18"/>
              <p:cNvSpPr/>
              <p:nvPr/>
            </p:nvSpPr>
            <p:spPr>
              <a:xfrm>
                <a:off x="1899375" y="2954288"/>
                <a:ext cx="1687900" cy="1388950"/>
              </a:xfrm>
              <a:custGeom>
                <a:avLst/>
                <a:gdLst/>
                <a:ahLst/>
                <a:cxnLst/>
                <a:rect l="l" t="t" r="r" b="b"/>
                <a:pathLst>
                  <a:path w="67516" h="55558" extrusionOk="0">
                    <a:moveTo>
                      <a:pt x="67" y="0"/>
                    </a:moveTo>
                    <a:cubicBezTo>
                      <a:pt x="34" y="67"/>
                      <a:pt x="34" y="33"/>
                      <a:pt x="0" y="67"/>
                    </a:cubicBezTo>
                    <a:cubicBezTo>
                      <a:pt x="16979" y="16979"/>
                      <a:pt x="36593" y="38361"/>
                      <a:pt x="44466" y="54072"/>
                    </a:cubicBezTo>
                    <a:cubicBezTo>
                      <a:pt x="44945" y="55049"/>
                      <a:pt x="45883" y="55558"/>
                      <a:pt x="46835" y="55558"/>
                    </a:cubicBezTo>
                    <a:cubicBezTo>
                      <a:pt x="47605" y="55558"/>
                      <a:pt x="48384" y="55225"/>
                      <a:pt x="48935" y="54539"/>
                    </a:cubicBezTo>
                    <a:cubicBezTo>
                      <a:pt x="53238" y="49135"/>
                      <a:pt x="58676" y="46367"/>
                      <a:pt x="64080" y="46033"/>
                    </a:cubicBezTo>
                    <a:cubicBezTo>
                      <a:pt x="66481" y="45900"/>
                      <a:pt x="67515" y="42931"/>
                      <a:pt x="65681" y="41363"/>
                    </a:cubicBezTo>
                    <a:cubicBezTo>
                      <a:pt x="49936" y="28053"/>
                      <a:pt x="22650" y="11508"/>
                      <a:pt x="67" y="0"/>
                    </a:cubicBezTo>
                    <a:close/>
                  </a:path>
                </a:pathLst>
              </a:custGeom>
              <a:solidFill>
                <a:srgbClr val="191919">
                  <a:alpha val="61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35" name="Google Shape;3935;p18"/>
              <p:cNvSpPr/>
              <p:nvPr/>
            </p:nvSpPr>
            <p:spPr>
              <a:xfrm>
                <a:off x="1858500" y="2955938"/>
                <a:ext cx="1148675" cy="1546025"/>
              </a:xfrm>
              <a:custGeom>
                <a:avLst/>
                <a:gdLst/>
                <a:ahLst/>
                <a:cxnLst/>
                <a:rect l="l" t="t" r="r" b="b"/>
                <a:pathLst>
                  <a:path w="45947" h="61841" extrusionOk="0">
                    <a:moveTo>
                      <a:pt x="1635" y="1"/>
                    </a:moveTo>
                    <a:cubicBezTo>
                      <a:pt x="1602" y="34"/>
                      <a:pt x="1569" y="34"/>
                      <a:pt x="1502" y="34"/>
                    </a:cubicBezTo>
                    <a:cubicBezTo>
                      <a:pt x="1402" y="168"/>
                      <a:pt x="1302" y="334"/>
                      <a:pt x="1168" y="501"/>
                    </a:cubicBezTo>
                    <a:cubicBezTo>
                      <a:pt x="301" y="17547"/>
                      <a:pt x="1" y="38995"/>
                      <a:pt x="1869" y="59443"/>
                    </a:cubicBezTo>
                    <a:cubicBezTo>
                      <a:pt x="1989" y="60884"/>
                      <a:pt x="3215" y="61841"/>
                      <a:pt x="4515" y="61841"/>
                    </a:cubicBezTo>
                    <a:cubicBezTo>
                      <a:pt x="5021" y="61841"/>
                      <a:pt x="5538" y="61696"/>
                      <a:pt x="6005" y="61378"/>
                    </a:cubicBezTo>
                    <a:cubicBezTo>
                      <a:pt x="12280" y="57075"/>
                      <a:pt x="22400" y="54418"/>
                      <a:pt x="31722" y="54418"/>
                    </a:cubicBezTo>
                    <a:cubicBezTo>
                      <a:pt x="35335" y="54418"/>
                      <a:pt x="38828" y="54817"/>
                      <a:pt x="41931" y="55674"/>
                    </a:cubicBezTo>
                    <a:cubicBezTo>
                      <a:pt x="42172" y="55738"/>
                      <a:pt x="42409" y="55768"/>
                      <a:pt x="42637" y="55768"/>
                    </a:cubicBezTo>
                    <a:cubicBezTo>
                      <a:pt x="44562" y="55768"/>
                      <a:pt x="45947" y="53653"/>
                      <a:pt x="44933" y="51805"/>
                    </a:cubicBezTo>
                    <a:cubicBezTo>
                      <a:pt x="36427" y="36360"/>
                      <a:pt x="17847" y="16112"/>
                      <a:pt x="1635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36" name="Google Shape;3936;p18"/>
              <p:cNvSpPr/>
              <p:nvPr/>
            </p:nvSpPr>
            <p:spPr>
              <a:xfrm>
                <a:off x="112275" y="2948438"/>
                <a:ext cx="2249125" cy="1553525"/>
              </a:xfrm>
              <a:custGeom>
                <a:avLst/>
                <a:gdLst/>
                <a:ahLst/>
                <a:cxnLst/>
                <a:rect l="l" t="t" r="r" b="b"/>
                <a:pathLst>
                  <a:path w="89965" h="62141" extrusionOk="0">
                    <a:moveTo>
                      <a:pt x="71585" y="58242"/>
                    </a:moveTo>
                    <a:lnTo>
                      <a:pt x="71585" y="58242"/>
                    </a:lnTo>
                    <a:cubicBezTo>
                      <a:pt x="71590" y="58323"/>
                      <a:pt x="71595" y="58404"/>
                      <a:pt x="71601" y="58485"/>
                    </a:cubicBezTo>
                    <a:lnTo>
                      <a:pt x="71601" y="58485"/>
                    </a:lnTo>
                    <a:cubicBezTo>
                      <a:pt x="71593" y="58407"/>
                      <a:pt x="71585" y="58324"/>
                      <a:pt x="71585" y="58242"/>
                    </a:cubicBezTo>
                    <a:close/>
                    <a:moveTo>
                      <a:pt x="71017" y="1"/>
                    </a:moveTo>
                    <a:lnTo>
                      <a:pt x="71017" y="1"/>
                    </a:lnTo>
                    <a:cubicBezTo>
                      <a:pt x="59142" y="634"/>
                      <a:pt x="18180" y="15879"/>
                      <a:pt x="1301" y="29722"/>
                    </a:cubicBezTo>
                    <a:cubicBezTo>
                      <a:pt x="100" y="30723"/>
                      <a:pt x="0" y="32524"/>
                      <a:pt x="1101" y="33625"/>
                    </a:cubicBezTo>
                    <a:cubicBezTo>
                      <a:pt x="3569" y="36060"/>
                      <a:pt x="5371" y="39762"/>
                      <a:pt x="5871" y="44166"/>
                    </a:cubicBezTo>
                    <a:cubicBezTo>
                      <a:pt x="6046" y="45630"/>
                      <a:pt x="7281" y="46551"/>
                      <a:pt x="8544" y="46551"/>
                    </a:cubicBezTo>
                    <a:cubicBezTo>
                      <a:pt x="9208" y="46551"/>
                      <a:pt x="9879" y="46296"/>
                      <a:pt x="10408" y="45733"/>
                    </a:cubicBezTo>
                    <a:cubicBezTo>
                      <a:pt x="10808" y="45333"/>
                      <a:pt x="11208" y="44933"/>
                      <a:pt x="11608" y="44532"/>
                    </a:cubicBezTo>
                    <a:lnTo>
                      <a:pt x="11608" y="44532"/>
                    </a:lnTo>
                    <a:cubicBezTo>
                      <a:pt x="9974" y="46200"/>
                      <a:pt x="11175" y="49002"/>
                      <a:pt x="13543" y="49002"/>
                    </a:cubicBezTo>
                    <a:cubicBezTo>
                      <a:pt x="20381" y="49036"/>
                      <a:pt x="28887" y="52171"/>
                      <a:pt x="33190" y="56775"/>
                    </a:cubicBezTo>
                    <a:cubicBezTo>
                      <a:pt x="33734" y="57373"/>
                      <a:pt x="34457" y="57658"/>
                      <a:pt x="35171" y="57658"/>
                    </a:cubicBezTo>
                    <a:cubicBezTo>
                      <a:pt x="36168" y="57658"/>
                      <a:pt x="37147" y="57104"/>
                      <a:pt x="37594" y="56074"/>
                    </a:cubicBezTo>
                    <a:cubicBezTo>
                      <a:pt x="37794" y="55574"/>
                      <a:pt x="37994" y="55107"/>
                      <a:pt x="38227" y="54606"/>
                    </a:cubicBezTo>
                    <a:lnTo>
                      <a:pt x="38227" y="54606"/>
                    </a:lnTo>
                    <a:cubicBezTo>
                      <a:pt x="37408" y="56428"/>
                      <a:pt x="38799" y="58333"/>
                      <a:pt x="40666" y="58333"/>
                    </a:cubicBezTo>
                    <a:cubicBezTo>
                      <a:pt x="40849" y="58333"/>
                      <a:pt x="41038" y="58315"/>
                      <a:pt x="41230" y="58276"/>
                    </a:cubicBezTo>
                    <a:cubicBezTo>
                      <a:pt x="43367" y="57814"/>
                      <a:pt x="45880" y="57597"/>
                      <a:pt x="48538" y="57597"/>
                    </a:cubicBezTo>
                    <a:cubicBezTo>
                      <a:pt x="55294" y="57597"/>
                      <a:pt x="62989" y="58998"/>
                      <a:pt x="67849" y="61344"/>
                    </a:cubicBezTo>
                    <a:cubicBezTo>
                      <a:pt x="68217" y="61519"/>
                      <a:pt x="68597" y="61599"/>
                      <a:pt x="68967" y="61599"/>
                    </a:cubicBezTo>
                    <a:cubicBezTo>
                      <a:pt x="70405" y="61599"/>
                      <a:pt x="71694" y="60389"/>
                      <a:pt x="71625" y="58814"/>
                    </a:cubicBezTo>
                    <a:lnTo>
                      <a:pt x="71625" y="58814"/>
                    </a:lnTo>
                    <a:cubicBezTo>
                      <a:pt x="71648" y="59124"/>
                      <a:pt x="71677" y="59434"/>
                      <a:pt x="71718" y="59743"/>
                    </a:cubicBezTo>
                    <a:cubicBezTo>
                      <a:pt x="71838" y="61184"/>
                      <a:pt x="73064" y="62141"/>
                      <a:pt x="74364" y="62141"/>
                    </a:cubicBezTo>
                    <a:cubicBezTo>
                      <a:pt x="74870" y="62141"/>
                      <a:pt x="75387" y="61996"/>
                      <a:pt x="75854" y="61678"/>
                    </a:cubicBezTo>
                    <a:cubicBezTo>
                      <a:pt x="79557" y="59143"/>
                      <a:pt x="84560" y="57175"/>
                      <a:pt x="89964" y="56007"/>
                    </a:cubicBezTo>
                    <a:cubicBezTo>
                      <a:pt x="89764" y="55974"/>
                      <a:pt x="89531" y="55874"/>
                      <a:pt x="89331" y="55774"/>
                    </a:cubicBezTo>
                    <a:cubicBezTo>
                      <a:pt x="84466" y="53426"/>
                      <a:pt x="76762" y="52041"/>
                      <a:pt x="70001" y="52041"/>
                    </a:cubicBezTo>
                    <a:cubicBezTo>
                      <a:pt x="67350" y="52041"/>
                      <a:pt x="64844" y="52254"/>
                      <a:pt x="62712" y="52705"/>
                    </a:cubicBezTo>
                    <a:cubicBezTo>
                      <a:pt x="62205" y="52816"/>
                      <a:pt x="61561" y="52870"/>
                      <a:pt x="60853" y="52870"/>
                    </a:cubicBezTo>
                    <a:cubicBezTo>
                      <a:pt x="58578" y="52870"/>
                      <a:pt x="55657" y="52306"/>
                      <a:pt x="54639" y="51237"/>
                    </a:cubicBezTo>
                    <a:cubicBezTo>
                      <a:pt x="50369" y="46601"/>
                      <a:pt x="41830" y="43498"/>
                      <a:pt x="35025" y="43465"/>
                    </a:cubicBezTo>
                    <a:cubicBezTo>
                      <a:pt x="32657" y="43465"/>
                      <a:pt x="27620" y="40863"/>
                      <a:pt x="27353" y="38628"/>
                    </a:cubicBezTo>
                    <a:cubicBezTo>
                      <a:pt x="26853" y="34225"/>
                      <a:pt x="25051" y="30522"/>
                      <a:pt x="22550" y="28054"/>
                    </a:cubicBezTo>
                    <a:cubicBezTo>
                      <a:pt x="21449" y="26987"/>
                      <a:pt x="21582" y="25152"/>
                      <a:pt x="22783" y="24185"/>
                    </a:cubicBezTo>
                    <a:cubicBezTo>
                      <a:pt x="33624" y="15278"/>
                      <a:pt x="54406" y="5805"/>
                      <a:pt x="71017" y="1"/>
                    </a:cubicBezTo>
                    <a:close/>
                  </a:path>
                </a:pathLst>
              </a:custGeom>
              <a:solidFill>
                <a:srgbClr val="191919">
                  <a:alpha val="284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37" name="Google Shape;3937;p18"/>
              <p:cNvSpPr/>
              <p:nvPr/>
            </p:nvSpPr>
            <p:spPr>
              <a:xfrm>
                <a:off x="1820150" y="2665738"/>
                <a:ext cx="184325" cy="255200"/>
              </a:xfrm>
              <a:custGeom>
                <a:avLst/>
                <a:gdLst/>
                <a:ahLst/>
                <a:cxnLst/>
                <a:rect l="l" t="t" r="r" b="b"/>
                <a:pathLst>
                  <a:path w="7373" h="10208" extrusionOk="0">
                    <a:moveTo>
                      <a:pt x="3670" y="0"/>
                    </a:moveTo>
                    <a:cubicBezTo>
                      <a:pt x="1835" y="0"/>
                      <a:pt x="1" y="10208"/>
                      <a:pt x="1" y="10208"/>
                    </a:cubicBezTo>
                    <a:lnTo>
                      <a:pt x="7372" y="10208"/>
                    </a:lnTo>
                    <a:cubicBezTo>
                      <a:pt x="7372" y="10208"/>
                      <a:pt x="5538" y="0"/>
                      <a:pt x="36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38" name="Google Shape;3938;p18"/>
              <p:cNvSpPr/>
              <p:nvPr/>
            </p:nvSpPr>
            <p:spPr>
              <a:xfrm>
                <a:off x="1765100" y="2865038"/>
                <a:ext cx="293575" cy="111775"/>
              </a:xfrm>
              <a:custGeom>
                <a:avLst/>
                <a:gdLst/>
                <a:ahLst/>
                <a:cxnLst/>
                <a:rect l="l" t="t" r="r" b="b"/>
                <a:pathLst>
                  <a:path w="11743" h="4471" extrusionOk="0">
                    <a:moveTo>
                      <a:pt x="2002" y="1"/>
                    </a:moveTo>
                    <a:cubicBezTo>
                      <a:pt x="902" y="1"/>
                      <a:pt x="1" y="902"/>
                      <a:pt x="1" y="2002"/>
                    </a:cubicBezTo>
                    <a:lnTo>
                      <a:pt x="1" y="2469"/>
                    </a:lnTo>
                    <a:cubicBezTo>
                      <a:pt x="1" y="3570"/>
                      <a:pt x="902" y="4471"/>
                      <a:pt x="2002" y="4471"/>
                    </a:cubicBezTo>
                    <a:lnTo>
                      <a:pt x="9741" y="4471"/>
                    </a:lnTo>
                    <a:cubicBezTo>
                      <a:pt x="10875" y="4471"/>
                      <a:pt x="11743" y="3570"/>
                      <a:pt x="11743" y="2469"/>
                    </a:cubicBezTo>
                    <a:lnTo>
                      <a:pt x="11743" y="2002"/>
                    </a:lnTo>
                    <a:cubicBezTo>
                      <a:pt x="11743" y="902"/>
                      <a:pt x="10875" y="1"/>
                      <a:pt x="974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939" name="Google Shape;3939;p18"/>
          <p:cNvGrpSpPr/>
          <p:nvPr/>
        </p:nvGrpSpPr>
        <p:grpSpPr>
          <a:xfrm>
            <a:off x="6832683" y="4409614"/>
            <a:ext cx="3369488" cy="1707138"/>
            <a:chOff x="2087475" y="2783813"/>
            <a:chExt cx="3624275" cy="1836225"/>
          </a:xfrm>
        </p:grpSpPr>
        <p:sp>
          <p:nvSpPr>
            <p:cNvPr id="3940" name="Google Shape;3940;p18"/>
            <p:cNvSpPr/>
            <p:nvPr/>
          </p:nvSpPr>
          <p:spPr>
            <a:xfrm>
              <a:off x="2087475" y="3066513"/>
              <a:ext cx="1777125" cy="1163775"/>
            </a:xfrm>
            <a:custGeom>
              <a:avLst/>
              <a:gdLst/>
              <a:ahLst/>
              <a:cxnLst/>
              <a:rect l="l" t="t" r="r" b="b"/>
              <a:pathLst>
                <a:path w="71085" h="46551" extrusionOk="0">
                  <a:moveTo>
                    <a:pt x="71051" y="1"/>
                  </a:moveTo>
                  <a:cubicBezTo>
                    <a:pt x="59209" y="601"/>
                    <a:pt x="18213" y="15879"/>
                    <a:pt x="1301" y="29722"/>
                  </a:cubicBezTo>
                  <a:cubicBezTo>
                    <a:pt x="100" y="30723"/>
                    <a:pt x="0" y="32524"/>
                    <a:pt x="1101" y="33625"/>
                  </a:cubicBezTo>
                  <a:cubicBezTo>
                    <a:pt x="3569" y="36060"/>
                    <a:pt x="5371" y="39762"/>
                    <a:pt x="5904" y="44166"/>
                  </a:cubicBezTo>
                  <a:cubicBezTo>
                    <a:pt x="6057" y="45630"/>
                    <a:pt x="7285" y="46551"/>
                    <a:pt x="8555" y="46551"/>
                  </a:cubicBezTo>
                  <a:cubicBezTo>
                    <a:pt x="9222" y="46551"/>
                    <a:pt x="9901" y="46296"/>
                    <a:pt x="10441" y="45733"/>
                  </a:cubicBezTo>
                  <a:cubicBezTo>
                    <a:pt x="24151" y="31390"/>
                    <a:pt x="50203" y="12610"/>
                    <a:pt x="71051" y="568"/>
                  </a:cubicBezTo>
                  <a:cubicBezTo>
                    <a:pt x="71051" y="401"/>
                    <a:pt x="71051" y="201"/>
                    <a:pt x="7108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1" name="Google Shape;3941;p18"/>
            <p:cNvSpPr/>
            <p:nvPr/>
          </p:nvSpPr>
          <p:spPr>
            <a:xfrm>
              <a:off x="2335975" y="3080688"/>
              <a:ext cx="1529450" cy="1427300"/>
            </a:xfrm>
            <a:custGeom>
              <a:avLst/>
              <a:gdLst/>
              <a:ahLst/>
              <a:cxnLst/>
              <a:rect l="l" t="t" r="r" b="b"/>
              <a:pathLst>
                <a:path w="61178" h="57092" extrusionOk="0">
                  <a:moveTo>
                    <a:pt x="61111" y="1"/>
                  </a:moveTo>
                  <a:cubicBezTo>
                    <a:pt x="40830" y="11709"/>
                    <a:pt x="15678" y="29789"/>
                    <a:pt x="1668" y="43932"/>
                  </a:cubicBezTo>
                  <a:cubicBezTo>
                    <a:pt x="1" y="45633"/>
                    <a:pt x="1235" y="48435"/>
                    <a:pt x="3603" y="48435"/>
                  </a:cubicBezTo>
                  <a:cubicBezTo>
                    <a:pt x="10441" y="48469"/>
                    <a:pt x="18947" y="51604"/>
                    <a:pt x="23250" y="56208"/>
                  </a:cubicBezTo>
                  <a:cubicBezTo>
                    <a:pt x="23794" y="56806"/>
                    <a:pt x="24517" y="57091"/>
                    <a:pt x="25231" y="57091"/>
                  </a:cubicBezTo>
                  <a:cubicBezTo>
                    <a:pt x="26228" y="57091"/>
                    <a:pt x="27207" y="56537"/>
                    <a:pt x="27654" y="55507"/>
                  </a:cubicBezTo>
                  <a:cubicBezTo>
                    <a:pt x="34525" y="39529"/>
                    <a:pt x="48001" y="18180"/>
                    <a:pt x="61178" y="101"/>
                  </a:cubicBezTo>
                  <a:cubicBezTo>
                    <a:pt x="61144" y="34"/>
                    <a:pt x="61144" y="67"/>
                    <a:pt x="6111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2" name="Google Shape;3942;p18"/>
            <p:cNvSpPr/>
            <p:nvPr/>
          </p:nvSpPr>
          <p:spPr>
            <a:xfrm>
              <a:off x="3022650" y="3086538"/>
              <a:ext cx="858600" cy="1520275"/>
            </a:xfrm>
            <a:custGeom>
              <a:avLst/>
              <a:gdLst/>
              <a:ahLst/>
              <a:cxnLst/>
              <a:rect l="l" t="t" r="r" b="b"/>
              <a:pathLst>
                <a:path w="34344" h="60811" extrusionOk="0">
                  <a:moveTo>
                    <a:pt x="33610" y="0"/>
                  </a:moveTo>
                  <a:lnTo>
                    <a:pt x="33610" y="0"/>
                  </a:lnTo>
                  <a:cubicBezTo>
                    <a:pt x="20868" y="17479"/>
                    <a:pt x="7859" y="38027"/>
                    <a:pt x="820" y="53805"/>
                  </a:cubicBezTo>
                  <a:cubicBezTo>
                    <a:pt x="1" y="55627"/>
                    <a:pt x="1392" y="57532"/>
                    <a:pt x="3259" y="57532"/>
                  </a:cubicBezTo>
                  <a:cubicBezTo>
                    <a:pt x="3442" y="57532"/>
                    <a:pt x="3631" y="57514"/>
                    <a:pt x="3823" y="57475"/>
                  </a:cubicBezTo>
                  <a:cubicBezTo>
                    <a:pt x="5960" y="57013"/>
                    <a:pt x="8473" y="56796"/>
                    <a:pt x="11131" y="56796"/>
                  </a:cubicBezTo>
                  <a:cubicBezTo>
                    <a:pt x="17887" y="56796"/>
                    <a:pt x="25582" y="58197"/>
                    <a:pt x="30442" y="60543"/>
                  </a:cubicBezTo>
                  <a:cubicBezTo>
                    <a:pt x="30815" y="60727"/>
                    <a:pt x="31200" y="60811"/>
                    <a:pt x="31574" y="60811"/>
                  </a:cubicBezTo>
                  <a:cubicBezTo>
                    <a:pt x="33038" y="60811"/>
                    <a:pt x="34344" y="59529"/>
                    <a:pt x="34211" y="57908"/>
                  </a:cubicBezTo>
                  <a:cubicBezTo>
                    <a:pt x="32443" y="37794"/>
                    <a:pt x="32777" y="16745"/>
                    <a:pt x="3361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3" name="Google Shape;3943;p18"/>
            <p:cNvSpPr/>
            <p:nvPr/>
          </p:nvSpPr>
          <p:spPr>
            <a:xfrm>
              <a:off x="3878750" y="3065688"/>
              <a:ext cx="1833000" cy="1095200"/>
            </a:xfrm>
            <a:custGeom>
              <a:avLst/>
              <a:gdLst/>
              <a:ahLst/>
              <a:cxnLst/>
              <a:rect l="l" t="t" r="r" b="b"/>
              <a:pathLst>
                <a:path w="73320" h="43808" extrusionOk="0">
                  <a:moveTo>
                    <a:pt x="100" y="0"/>
                  </a:moveTo>
                  <a:lnTo>
                    <a:pt x="0" y="334"/>
                  </a:lnTo>
                  <a:cubicBezTo>
                    <a:pt x="23450" y="12276"/>
                    <a:pt x="51837" y="29588"/>
                    <a:pt x="67248" y="43131"/>
                  </a:cubicBezTo>
                  <a:cubicBezTo>
                    <a:pt x="67767" y="43597"/>
                    <a:pt x="68383" y="43807"/>
                    <a:pt x="68988" y="43807"/>
                  </a:cubicBezTo>
                  <a:cubicBezTo>
                    <a:pt x="70289" y="43807"/>
                    <a:pt x="71538" y="42833"/>
                    <a:pt x="71651" y="41330"/>
                  </a:cubicBezTo>
                  <a:cubicBezTo>
                    <a:pt x="71818" y="38961"/>
                    <a:pt x="72218" y="36326"/>
                    <a:pt x="72986" y="34125"/>
                  </a:cubicBezTo>
                  <a:cubicBezTo>
                    <a:pt x="73319" y="33091"/>
                    <a:pt x="73052" y="31956"/>
                    <a:pt x="72252" y="31256"/>
                  </a:cubicBezTo>
                  <a:cubicBezTo>
                    <a:pt x="56274" y="16712"/>
                    <a:pt x="11275" y="0"/>
                    <a:pt x="10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4" name="Google Shape;3944;p18"/>
            <p:cNvSpPr/>
            <p:nvPr/>
          </p:nvSpPr>
          <p:spPr>
            <a:xfrm>
              <a:off x="3874575" y="3072363"/>
              <a:ext cx="1687900" cy="1388950"/>
            </a:xfrm>
            <a:custGeom>
              <a:avLst/>
              <a:gdLst/>
              <a:ahLst/>
              <a:cxnLst/>
              <a:rect l="l" t="t" r="r" b="b"/>
              <a:pathLst>
                <a:path w="67516" h="55558" extrusionOk="0">
                  <a:moveTo>
                    <a:pt x="67" y="0"/>
                  </a:moveTo>
                  <a:cubicBezTo>
                    <a:pt x="34" y="67"/>
                    <a:pt x="34" y="33"/>
                    <a:pt x="0" y="67"/>
                  </a:cubicBezTo>
                  <a:cubicBezTo>
                    <a:pt x="16979" y="16979"/>
                    <a:pt x="36593" y="38361"/>
                    <a:pt x="44466" y="54072"/>
                  </a:cubicBezTo>
                  <a:cubicBezTo>
                    <a:pt x="44945" y="55049"/>
                    <a:pt x="45883" y="55558"/>
                    <a:pt x="46835" y="55558"/>
                  </a:cubicBezTo>
                  <a:cubicBezTo>
                    <a:pt x="47605" y="55558"/>
                    <a:pt x="48384" y="55225"/>
                    <a:pt x="48935" y="54539"/>
                  </a:cubicBezTo>
                  <a:cubicBezTo>
                    <a:pt x="53238" y="49135"/>
                    <a:pt x="58676" y="46367"/>
                    <a:pt x="64080" y="46033"/>
                  </a:cubicBezTo>
                  <a:cubicBezTo>
                    <a:pt x="66481" y="45900"/>
                    <a:pt x="67515" y="42931"/>
                    <a:pt x="65681" y="41363"/>
                  </a:cubicBezTo>
                  <a:cubicBezTo>
                    <a:pt x="49936" y="28053"/>
                    <a:pt x="22650" y="11508"/>
                    <a:pt x="6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5" name="Google Shape;3945;p18"/>
            <p:cNvSpPr/>
            <p:nvPr/>
          </p:nvSpPr>
          <p:spPr>
            <a:xfrm>
              <a:off x="3833700" y="3074013"/>
              <a:ext cx="1148675" cy="1546025"/>
            </a:xfrm>
            <a:custGeom>
              <a:avLst/>
              <a:gdLst/>
              <a:ahLst/>
              <a:cxnLst/>
              <a:rect l="l" t="t" r="r" b="b"/>
              <a:pathLst>
                <a:path w="45947" h="61841" extrusionOk="0">
                  <a:moveTo>
                    <a:pt x="1635" y="1"/>
                  </a:moveTo>
                  <a:cubicBezTo>
                    <a:pt x="1602" y="34"/>
                    <a:pt x="1569" y="34"/>
                    <a:pt x="1502" y="34"/>
                  </a:cubicBezTo>
                  <a:cubicBezTo>
                    <a:pt x="1402" y="168"/>
                    <a:pt x="1302" y="334"/>
                    <a:pt x="1168" y="501"/>
                  </a:cubicBezTo>
                  <a:cubicBezTo>
                    <a:pt x="301" y="17547"/>
                    <a:pt x="1" y="38995"/>
                    <a:pt x="1869" y="59443"/>
                  </a:cubicBezTo>
                  <a:cubicBezTo>
                    <a:pt x="1989" y="60884"/>
                    <a:pt x="3215" y="61841"/>
                    <a:pt x="4515" y="61841"/>
                  </a:cubicBezTo>
                  <a:cubicBezTo>
                    <a:pt x="5021" y="61841"/>
                    <a:pt x="5538" y="61696"/>
                    <a:pt x="6005" y="61378"/>
                  </a:cubicBezTo>
                  <a:cubicBezTo>
                    <a:pt x="12280" y="57075"/>
                    <a:pt x="22400" y="54418"/>
                    <a:pt x="31722" y="54418"/>
                  </a:cubicBezTo>
                  <a:cubicBezTo>
                    <a:pt x="35335" y="54418"/>
                    <a:pt x="38828" y="54817"/>
                    <a:pt x="41931" y="55674"/>
                  </a:cubicBezTo>
                  <a:cubicBezTo>
                    <a:pt x="42172" y="55738"/>
                    <a:pt x="42409" y="55768"/>
                    <a:pt x="42637" y="55768"/>
                  </a:cubicBezTo>
                  <a:cubicBezTo>
                    <a:pt x="44562" y="55768"/>
                    <a:pt x="45947" y="53653"/>
                    <a:pt x="44933" y="51805"/>
                  </a:cubicBezTo>
                  <a:cubicBezTo>
                    <a:pt x="36427" y="36360"/>
                    <a:pt x="17847" y="16112"/>
                    <a:pt x="163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946" name="Google Shape;3946;p18"/>
            <p:cNvGrpSpPr/>
            <p:nvPr/>
          </p:nvGrpSpPr>
          <p:grpSpPr>
            <a:xfrm>
              <a:off x="2087475" y="2783813"/>
              <a:ext cx="3624275" cy="1836225"/>
              <a:chOff x="112275" y="2665738"/>
              <a:chExt cx="3624275" cy="1836225"/>
            </a:xfrm>
          </p:grpSpPr>
          <p:sp>
            <p:nvSpPr>
              <p:cNvPr id="3947" name="Google Shape;3947;p18"/>
              <p:cNvSpPr/>
              <p:nvPr/>
            </p:nvSpPr>
            <p:spPr>
              <a:xfrm>
                <a:off x="112275" y="2948438"/>
                <a:ext cx="1777125" cy="1163775"/>
              </a:xfrm>
              <a:custGeom>
                <a:avLst/>
                <a:gdLst/>
                <a:ahLst/>
                <a:cxnLst/>
                <a:rect l="l" t="t" r="r" b="b"/>
                <a:pathLst>
                  <a:path w="71085" h="46551" extrusionOk="0">
                    <a:moveTo>
                      <a:pt x="71051" y="1"/>
                    </a:moveTo>
                    <a:cubicBezTo>
                      <a:pt x="59209" y="601"/>
                      <a:pt x="18213" y="15879"/>
                      <a:pt x="1301" y="29722"/>
                    </a:cubicBezTo>
                    <a:cubicBezTo>
                      <a:pt x="100" y="30723"/>
                      <a:pt x="0" y="32524"/>
                      <a:pt x="1101" y="33625"/>
                    </a:cubicBezTo>
                    <a:cubicBezTo>
                      <a:pt x="3569" y="36060"/>
                      <a:pt x="5371" y="39762"/>
                      <a:pt x="5904" y="44166"/>
                    </a:cubicBezTo>
                    <a:cubicBezTo>
                      <a:pt x="6057" y="45630"/>
                      <a:pt x="7285" y="46551"/>
                      <a:pt x="8555" y="46551"/>
                    </a:cubicBezTo>
                    <a:cubicBezTo>
                      <a:pt x="9222" y="46551"/>
                      <a:pt x="9901" y="46296"/>
                      <a:pt x="10441" y="45733"/>
                    </a:cubicBezTo>
                    <a:cubicBezTo>
                      <a:pt x="24151" y="31390"/>
                      <a:pt x="50203" y="12610"/>
                      <a:pt x="71051" y="568"/>
                    </a:cubicBezTo>
                    <a:cubicBezTo>
                      <a:pt x="71051" y="401"/>
                      <a:pt x="71051" y="201"/>
                      <a:pt x="71084" y="1"/>
                    </a:cubicBezTo>
                    <a:close/>
                  </a:path>
                </a:pathLst>
              </a:custGeom>
              <a:solidFill>
                <a:srgbClr val="191919">
                  <a:alpha val="284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8" name="Google Shape;3948;p18"/>
              <p:cNvSpPr/>
              <p:nvPr/>
            </p:nvSpPr>
            <p:spPr>
              <a:xfrm>
                <a:off x="360775" y="2962613"/>
                <a:ext cx="1529450" cy="1427300"/>
              </a:xfrm>
              <a:custGeom>
                <a:avLst/>
                <a:gdLst/>
                <a:ahLst/>
                <a:cxnLst/>
                <a:rect l="l" t="t" r="r" b="b"/>
                <a:pathLst>
                  <a:path w="61178" h="57092" extrusionOk="0">
                    <a:moveTo>
                      <a:pt x="61111" y="1"/>
                    </a:moveTo>
                    <a:cubicBezTo>
                      <a:pt x="40830" y="11709"/>
                      <a:pt x="15678" y="29789"/>
                      <a:pt x="1668" y="43932"/>
                    </a:cubicBezTo>
                    <a:cubicBezTo>
                      <a:pt x="1" y="45633"/>
                      <a:pt x="1235" y="48435"/>
                      <a:pt x="3603" y="48435"/>
                    </a:cubicBezTo>
                    <a:cubicBezTo>
                      <a:pt x="10441" y="48469"/>
                      <a:pt x="18947" y="51604"/>
                      <a:pt x="23250" y="56208"/>
                    </a:cubicBezTo>
                    <a:cubicBezTo>
                      <a:pt x="23794" y="56806"/>
                      <a:pt x="24517" y="57091"/>
                      <a:pt x="25231" y="57091"/>
                    </a:cubicBezTo>
                    <a:cubicBezTo>
                      <a:pt x="26228" y="57091"/>
                      <a:pt x="27207" y="56537"/>
                      <a:pt x="27654" y="55507"/>
                    </a:cubicBezTo>
                    <a:cubicBezTo>
                      <a:pt x="34525" y="39529"/>
                      <a:pt x="48001" y="18180"/>
                      <a:pt x="61178" y="101"/>
                    </a:cubicBezTo>
                    <a:cubicBezTo>
                      <a:pt x="61144" y="34"/>
                      <a:pt x="61144" y="67"/>
                      <a:pt x="61111" y="1"/>
                    </a:cubicBezTo>
                    <a:close/>
                  </a:path>
                </a:pathLst>
              </a:custGeom>
              <a:solidFill>
                <a:srgbClr val="191919">
                  <a:alpha val="189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9" name="Google Shape;3949;p18"/>
              <p:cNvSpPr/>
              <p:nvPr/>
            </p:nvSpPr>
            <p:spPr>
              <a:xfrm>
                <a:off x="1047450" y="2968463"/>
                <a:ext cx="858600" cy="1520275"/>
              </a:xfrm>
              <a:custGeom>
                <a:avLst/>
                <a:gdLst/>
                <a:ahLst/>
                <a:cxnLst/>
                <a:rect l="l" t="t" r="r" b="b"/>
                <a:pathLst>
                  <a:path w="34344" h="60811" extrusionOk="0">
                    <a:moveTo>
                      <a:pt x="33610" y="0"/>
                    </a:moveTo>
                    <a:lnTo>
                      <a:pt x="33610" y="0"/>
                    </a:lnTo>
                    <a:cubicBezTo>
                      <a:pt x="20868" y="17479"/>
                      <a:pt x="7859" y="38027"/>
                      <a:pt x="820" y="53805"/>
                    </a:cubicBezTo>
                    <a:cubicBezTo>
                      <a:pt x="1" y="55627"/>
                      <a:pt x="1392" y="57532"/>
                      <a:pt x="3259" y="57532"/>
                    </a:cubicBezTo>
                    <a:cubicBezTo>
                      <a:pt x="3442" y="57532"/>
                      <a:pt x="3631" y="57514"/>
                      <a:pt x="3823" y="57475"/>
                    </a:cubicBezTo>
                    <a:cubicBezTo>
                      <a:pt x="5960" y="57013"/>
                      <a:pt x="8473" y="56796"/>
                      <a:pt x="11131" y="56796"/>
                    </a:cubicBezTo>
                    <a:cubicBezTo>
                      <a:pt x="17887" y="56796"/>
                      <a:pt x="25582" y="58197"/>
                      <a:pt x="30442" y="60543"/>
                    </a:cubicBezTo>
                    <a:cubicBezTo>
                      <a:pt x="30815" y="60727"/>
                      <a:pt x="31200" y="60811"/>
                      <a:pt x="31574" y="60811"/>
                    </a:cubicBezTo>
                    <a:cubicBezTo>
                      <a:pt x="33038" y="60811"/>
                      <a:pt x="34344" y="59529"/>
                      <a:pt x="34211" y="57908"/>
                    </a:cubicBezTo>
                    <a:cubicBezTo>
                      <a:pt x="32443" y="37794"/>
                      <a:pt x="32777" y="16745"/>
                      <a:pt x="33610" y="0"/>
                    </a:cubicBezTo>
                    <a:close/>
                  </a:path>
                </a:pathLst>
              </a:custGeom>
              <a:solidFill>
                <a:srgbClr val="191919">
                  <a:alpha val="150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0" name="Google Shape;3950;p18"/>
              <p:cNvSpPr/>
              <p:nvPr/>
            </p:nvSpPr>
            <p:spPr>
              <a:xfrm>
                <a:off x="1903550" y="2947613"/>
                <a:ext cx="1833000" cy="1095200"/>
              </a:xfrm>
              <a:custGeom>
                <a:avLst/>
                <a:gdLst/>
                <a:ahLst/>
                <a:cxnLst/>
                <a:rect l="l" t="t" r="r" b="b"/>
                <a:pathLst>
                  <a:path w="73320" h="43808" extrusionOk="0">
                    <a:moveTo>
                      <a:pt x="100" y="0"/>
                    </a:moveTo>
                    <a:lnTo>
                      <a:pt x="0" y="334"/>
                    </a:lnTo>
                    <a:cubicBezTo>
                      <a:pt x="23450" y="12276"/>
                      <a:pt x="51837" y="29588"/>
                      <a:pt x="67248" y="43131"/>
                    </a:cubicBezTo>
                    <a:cubicBezTo>
                      <a:pt x="67767" y="43597"/>
                      <a:pt x="68383" y="43807"/>
                      <a:pt x="68988" y="43807"/>
                    </a:cubicBezTo>
                    <a:cubicBezTo>
                      <a:pt x="70289" y="43807"/>
                      <a:pt x="71538" y="42833"/>
                      <a:pt x="71651" y="41330"/>
                    </a:cubicBezTo>
                    <a:cubicBezTo>
                      <a:pt x="71818" y="38961"/>
                      <a:pt x="72218" y="36326"/>
                      <a:pt x="72986" y="34125"/>
                    </a:cubicBezTo>
                    <a:cubicBezTo>
                      <a:pt x="73319" y="33091"/>
                      <a:pt x="73052" y="31956"/>
                      <a:pt x="72252" y="31256"/>
                    </a:cubicBezTo>
                    <a:cubicBezTo>
                      <a:pt x="56274" y="16712"/>
                      <a:pt x="11275" y="0"/>
                      <a:pt x="100" y="0"/>
                    </a:cubicBezTo>
                    <a:close/>
                  </a:path>
                </a:pathLst>
              </a:custGeom>
              <a:solidFill>
                <a:srgbClr val="191919">
                  <a:alpha val="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1" name="Google Shape;3951;p18"/>
              <p:cNvSpPr/>
              <p:nvPr/>
            </p:nvSpPr>
            <p:spPr>
              <a:xfrm>
                <a:off x="1899375" y="2954288"/>
                <a:ext cx="1687900" cy="1388950"/>
              </a:xfrm>
              <a:custGeom>
                <a:avLst/>
                <a:gdLst/>
                <a:ahLst/>
                <a:cxnLst/>
                <a:rect l="l" t="t" r="r" b="b"/>
                <a:pathLst>
                  <a:path w="67516" h="55558" extrusionOk="0">
                    <a:moveTo>
                      <a:pt x="67" y="0"/>
                    </a:moveTo>
                    <a:cubicBezTo>
                      <a:pt x="34" y="67"/>
                      <a:pt x="34" y="33"/>
                      <a:pt x="0" y="67"/>
                    </a:cubicBezTo>
                    <a:cubicBezTo>
                      <a:pt x="16979" y="16979"/>
                      <a:pt x="36593" y="38361"/>
                      <a:pt x="44466" y="54072"/>
                    </a:cubicBezTo>
                    <a:cubicBezTo>
                      <a:pt x="44945" y="55049"/>
                      <a:pt x="45883" y="55558"/>
                      <a:pt x="46835" y="55558"/>
                    </a:cubicBezTo>
                    <a:cubicBezTo>
                      <a:pt x="47605" y="55558"/>
                      <a:pt x="48384" y="55225"/>
                      <a:pt x="48935" y="54539"/>
                    </a:cubicBezTo>
                    <a:cubicBezTo>
                      <a:pt x="53238" y="49135"/>
                      <a:pt x="58676" y="46367"/>
                      <a:pt x="64080" y="46033"/>
                    </a:cubicBezTo>
                    <a:cubicBezTo>
                      <a:pt x="66481" y="45900"/>
                      <a:pt x="67515" y="42931"/>
                      <a:pt x="65681" y="41363"/>
                    </a:cubicBezTo>
                    <a:cubicBezTo>
                      <a:pt x="49936" y="28053"/>
                      <a:pt x="22650" y="11508"/>
                      <a:pt x="67" y="0"/>
                    </a:cubicBezTo>
                    <a:close/>
                  </a:path>
                </a:pathLst>
              </a:custGeom>
              <a:solidFill>
                <a:srgbClr val="191919">
                  <a:alpha val="61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2" name="Google Shape;3952;p18"/>
              <p:cNvSpPr/>
              <p:nvPr/>
            </p:nvSpPr>
            <p:spPr>
              <a:xfrm>
                <a:off x="1858500" y="2955938"/>
                <a:ext cx="1148675" cy="1546025"/>
              </a:xfrm>
              <a:custGeom>
                <a:avLst/>
                <a:gdLst/>
                <a:ahLst/>
                <a:cxnLst/>
                <a:rect l="l" t="t" r="r" b="b"/>
                <a:pathLst>
                  <a:path w="45947" h="61841" extrusionOk="0">
                    <a:moveTo>
                      <a:pt x="1635" y="1"/>
                    </a:moveTo>
                    <a:cubicBezTo>
                      <a:pt x="1602" y="34"/>
                      <a:pt x="1569" y="34"/>
                      <a:pt x="1502" y="34"/>
                    </a:cubicBezTo>
                    <a:cubicBezTo>
                      <a:pt x="1402" y="168"/>
                      <a:pt x="1302" y="334"/>
                      <a:pt x="1168" y="501"/>
                    </a:cubicBezTo>
                    <a:cubicBezTo>
                      <a:pt x="301" y="17547"/>
                      <a:pt x="1" y="38995"/>
                      <a:pt x="1869" y="59443"/>
                    </a:cubicBezTo>
                    <a:cubicBezTo>
                      <a:pt x="1989" y="60884"/>
                      <a:pt x="3215" y="61841"/>
                      <a:pt x="4515" y="61841"/>
                    </a:cubicBezTo>
                    <a:cubicBezTo>
                      <a:pt x="5021" y="61841"/>
                      <a:pt x="5538" y="61696"/>
                      <a:pt x="6005" y="61378"/>
                    </a:cubicBezTo>
                    <a:cubicBezTo>
                      <a:pt x="12280" y="57075"/>
                      <a:pt x="22400" y="54418"/>
                      <a:pt x="31722" y="54418"/>
                    </a:cubicBezTo>
                    <a:cubicBezTo>
                      <a:pt x="35335" y="54418"/>
                      <a:pt x="38828" y="54817"/>
                      <a:pt x="41931" y="55674"/>
                    </a:cubicBezTo>
                    <a:cubicBezTo>
                      <a:pt x="42172" y="55738"/>
                      <a:pt x="42409" y="55768"/>
                      <a:pt x="42637" y="55768"/>
                    </a:cubicBezTo>
                    <a:cubicBezTo>
                      <a:pt x="44562" y="55768"/>
                      <a:pt x="45947" y="53653"/>
                      <a:pt x="44933" y="51805"/>
                    </a:cubicBezTo>
                    <a:cubicBezTo>
                      <a:pt x="36427" y="36360"/>
                      <a:pt x="17847" y="16112"/>
                      <a:pt x="1635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3" name="Google Shape;3953;p18"/>
              <p:cNvSpPr/>
              <p:nvPr/>
            </p:nvSpPr>
            <p:spPr>
              <a:xfrm>
                <a:off x="112275" y="2948438"/>
                <a:ext cx="2249125" cy="1553525"/>
              </a:xfrm>
              <a:custGeom>
                <a:avLst/>
                <a:gdLst/>
                <a:ahLst/>
                <a:cxnLst/>
                <a:rect l="l" t="t" r="r" b="b"/>
                <a:pathLst>
                  <a:path w="89965" h="62141" extrusionOk="0">
                    <a:moveTo>
                      <a:pt x="71585" y="58242"/>
                    </a:moveTo>
                    <a:lnTo>
                      <a:pt x="71585" y="58242"/>
                    </a:lnTo>
                    <a:cubicBezTo>
                      <a:pt x="71590" y="58323"/>
                      <a:pt x="71595" y="58404"/>
                      <a:pt x="71601" y="58485"/>
                    </a:cubicBezTo>
                    <a:lnTo>
                      <a:pt x="71601" y="58485"/>
                    </a:lnTo>
                    <a:cubicBezTo>
                      <a:pt x="71593" y="58407"/>
                      <a:pt x="71585" y="58324"/>
                      <a:pt x="71585" y="58242"/>
                    </a:cubicBezTo>
                    <a:close/>
                    <a:moveTo>
                      <a:pt x="71017" y="1"/>
                    </a:moveTo>
                    <a:lnTo>
                      <a:pt x="71017" y="1"/>
                    </a:lnTo>
                    <a:cubicBezTo>
                      <a:pt x="59142" y="634"/>
                      <a:pt x="18180" y="15879"/>
                      <a:pt x="1301" y="29722"/>
                    </a:cubicBezTo>
                    <a:cubicBezTo>
                      <a:pt x="100" y="30723"/>
                      <a:pt x="0" y="32524"/>
                      <a:pt x="1101" y="33625"/>
                    </a:cubicBezTo>
                    <a:cubicBezTo>
                      <a:pt x="3569" y="36060"/>
                      <a:pt x="5371" y="39762"/>
                      <a:pt x="5871" y="44166"/>
                    </a:cubicBezTo>
                    <a:cubicBezTo>
                      <a:pt x="6046" y="45630"/>
                      <a:pt x="7281" y="46551"/>
                      <a:pt x="8544" y="46551"/>
                    </a:cubicBezTo>
                    <a:cubicBezTo>
                      <a:pt x="9208" y="46551"/>
                      <a:pt x="9879" y="46296"/>
                      <a:pt x="10408" y="45733"/>
                    </a:cubicBezTo>
                    <a:cubicBezTo>
                      <a:pt x="10808" y="45333"/>
                      <a:pt x="11208" y="44933"/>
                      <a:pt x="11608" y="44532"/>
                    </a:cubicBezTo>
                    <a:lnTo>
                      <a:pt x="11608" y="44532"/>
                    </a:lnTo>
                    <a:cubicBezTo>
                      <a:pt x="9974" y="46200"/>
                      <a:pt x="11175" y="49002"/>
                      <a:pt x="13543" y="49002"/>
                    </a:cubicBezTo>
                    <a:cubicBezTo>
                      <a:pt x="20381" y="49036"/>
                      <a:pt x="28887" y="52171"/>
                      <a:pt x="33190" y="56775"/>
                    </a:cubicBezTo>
                    <a:cubicBezTo>
                      <a:pt x="33734" y="57373"/>
                      <a:pt x="34457" y="57658"/>
                      <a:pt x="35171" y="57658"/>
                    </a:cubicBezTo>
                    <a:cubicBezTo>
                      <a:pt x="36168" y="57658"/>
                      <a:pt x="37147" y="57104"/>
                      <a:pt x="37594" y="56074"/>
                    </a:cubicBezTo>
                    <a:cubicBezTo>
                      <a:pt x="37794" y="55574"/>
                      <a:pt x="37994" y="55107"/>
                      <a:pt x="38227" y="54606"/>
                    </a:cubicBezTo>
                    <a:lnTo>
                      <a:pt x="38227" y="54606"/>
                    </a:lnTo>
                    <a:cubicBezTo>
                      <a:pt x="37408" y="56428"/>
                      <a:pt x="38799" y="58333"/>
                      <a:pt x="40666" y="58333"/>
                    </a:cubicBezTo>
                    <a:cubicBezTo>
                      <a:pt x="40849" y="58333"/>
                      <a:pt x="41038" y="58315"/>
                      <a:pt x="41230" y="58276"/>
                    </a:cubicBezTo>
                    <a:cubicBezTo>
                      <a:pt x="43367" y="57814"/>
                      <a:pt x="45880" y="57597"/>
                      <a:pt x="48538" y="57597"/>
                    </a:cubicBezTo>
                    <a:cubicBezTo>
                      <a:pt x="55294" y="57597"/>
                      <a:pt x="62989" y="58998"/>
                      <a:pt x="67849" y="61344"/>
                    </a:cubicBezTo>
                    <a:cubicBezTo>
                      <a:pt x="68217" y="61519"/>
                      <a:pt x="68597" y="61599"/>
                      <a:pt x="68967" y="61599"/>
                    </a:cubicBezTo>
                    <a:cubicBezTo>
                      <a:pt x="70405" y="61599"/>
                      <a:pt x="71694" y="60389"/>
                      <a:pt x="71625" y="58814"/>
                    </a:cubicBezTo>
                    <a:lnTo>
                      <a:pt x="71625" y="58814"/>
                    </a:lnTo>
                    <a:cubicBezTo>
                      <a:pt x="71648" y="59124"/>
                      <a:pt x="71677" y="59434"/>
                      <a:pt x="71718" y="59743"/>
                    </a:cubicBezTo>
                    <a:cubicBezTo>
                      <a:pt x="71838" y="61184"/>
                      <a:pt x="73064" y="62141"/>
                      <a:pt x="74364" y="62141"/>
                    </a:cubicBezTo>
                    <a:cubicBezTo>
                      <a:pt x="74870" y="62141"/>
                      <a:pt x="75387" y="61996"/>
                      <a:pt x="75854" y="61678"/>
                    </a:cubicBezTo>
                    <a:cubicBezTo>
                      <a:pt x="79557" y="59143"/>
                      <a:pt x="84560" y="57175"/>
                      <a:pt x="89964" y="56007"/>
                    </a:cubicBezTo>
                    <a:cubicBezTo>
                      <a:pt x="89764" y="55974"/>
                      <a:pt x="89531" y="55874"/>
                      <a:pt x="89331" y="55774"/>
                    </a:cubicBezTo>
                    <a:cubicBezTo>
                      <a:pt x="84466" y="53426"/>
                      <a:pt x="76762" y="52041"/>
                      <a:pt x="70001" y="52041"/>
                    </a:cubicBezTo>
                    <a:cubicBezTo>
                      <a:pt x="67350" y="52041"/>
                      <a:pt x="64844" y="52254"/>
                      <a:pt x="62712" y="52705"/>
                    </a:cubicBezTo>
                    <a:cubicBezTo>
                      <a:pt x="62205" y="52816"/>
                      <a:pt x="61561" y="52870"/>
                      <a:pt x="60853" y="52870"/>
                    </a:cubicBezTo>
                    <a:cubicBezTo>
                      <a:pt x="58578" y="52870"/>
                      <a:pt x="55657" y="52306"/>
                      <a:pt x="54639" y="51237"/>
                    </a:cubicBezTo>
                    <a:cubicBezTo>
                      <a:pt x="50369" y="46601"/>
                      <a:pt x="41830" y="43498"/>
                      <a:pt x="35025" y="43465"/>
                    </a:cubicBezTo>
                    <a:cubicBezTo>
                      <a:pt x="32657" y="43465"/>
                      <a:pt x="27620" y="40863"/>
                      <a:pt x="27353" y="38628"/>
                    </a:cubicBezTo>
                    <a:cubicBezTo>
                      <a:pt x="26853" y="34225"/>
                      <a:pt x="25051" y="30522"/>
                      <a:pt x="22550" y="28054"/>
                    </a:cubicBezTo>
                    <a:cubicBezTo>
                      <a:pt x="21449" y="26987"/>
                      <a:pt x="21582" y="25152"/>
                      <a:pt x="22783" y="24185"/>
                    </a:cubicBezTo>
                    <a:cubicBezTo>
                      <a:pt x="33624" y="15278"/>
                      <a:pt x="54406" y="5805"/>
                      <a:pt x="71017" y="1"/>
                    </a:cubicBezTo>
                    <a:close/>
                  </a:path>
                </a:pathLst>
              </a:custGeom>
              <a:solidFill>
                <a:srgbClr val="191919">
                  <a:alpha val="284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4" name="Google Shape;3954;p18"/>
              <p:cNvSpPr/>
              <p:nvPr/>
            </p:nvSpPr>
            <p:spPr>
              <a:xfrm>
                <a:off x="1820150" y="2665738"/>
                <a:ext cx="184325" cy="255200"/>
              </a:xfrm>
              <a:custGeom>
                <a:avLst/>
                <a:gdLst/>
                <a:ahLst/>
                <a:cxnLst/>
                <a:rect l="l" t="t" r="r" b="b"/>
                <a:pathLst>
                  <a:path w="7373" h="10208" extrusionOk="0">
                    <a:moveTo>
                      <a:pt x="3670" y="0"/>
                    </a:moveTo>
                    <a:cubicBezTo>
                      <a:pt x="1835" y="0"/>
                      <a:pt x="1" y="10208"/>
                      <a:pt x="1" y="10208"/>
                    </a:cubicBezTo>
                    <a:lnTo>
                      <a:pt x="7372" y="10208"/>
                    </a:lnTo>
                    <a:cubicBezTo>
                      <a:pt x="7372" y="10208"/>
                      <a:pt x="5538" y="0"/>
                      <a:pt x="36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5" name="Google Shape;3955;p18"/>
              <p:cNvSpPr/>
              <p:nvPr/>
            </p:nvSpPr>
            <p:spPr>
              <a:xfrm>
                <a:off x="1765100" y="2865038"/>
                <a:ext cx="293575" cy="111775"/>
              </a:xfrm>
              <a:custGeom>
                <a:avLst/>
                <a:gdLst/>
                <a:ahLst/>
                <a:cxnLst/>
                <a:rect l="l" t="t" r="r" b="b"/>
                <a:pathLst>
                  <a:path w="11743" h="4471" extrusionOk="0">
                    <a:moveTo>
                      <a:pt x="2002" y="1"/>
                    </a:moveTo>
                    <a:cubicBezTo>
                      <a:pt x="902" y="1"/>
                      <a:pt x="1" y="902"/>
                      <a:pt x="1" y="2002"/>
                    </a:cubicBezTo>
                    <a:lnTo>
                      <a:pt x="1" y="2469"/>
                    </a:lnTo>
                    <a:cubicBezTo>
                      <a:pt x="1" y="3570"/>
                      <a:pt x="902" y="4471"/>
                      <a:pt x="2002" y="4471"/>
                    </a:cubicBezTo>
                    <a:lnTo>
                      <a:pt x="9741" y="4471"/>
                    </a:lnTo>
                    <a:cubicBezTo>
                      <a:pt x="10875" y="4471"/>
                      <a:pt x="11743" y="3570"/>
                      <a:pt x="11743" y="2469"/>
                    </a:cubicBezTo>
                    <a:lnTo>
                      <a:pt x="11743" y="2002"/>
                    </a:lnTo>
                    <a:cubicBezTo>
                      <a:pt x="11743" y="902"/>
                      <a:pt x="10875" y="1"/>
                      <a:pt x="974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">
    <p:spTree>
      <p:nvGrpSpPr>
        <p:cNvPr id="1" name="Shape 3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57" name="Google Shape;3957;p19"/>
          <p:cNvGrpSpPr/>
          <p:nvPr/>
        </p:nvGrpSpPr>
        <p:grpSpPr>
          <a:xfrm>
            <a:off x="5064546" y="4152368"/>
            <a:ext cx="3369488" cy="1707138"/>
            <a:chOff x="4915213" y="3574313"/>
            <a:chExt cx="3624275" cy="1836225"/>
          </a:xfrm>
        </p:grpSpPr>
        <p:grpSp>
          <p:nvGrpSpPr>
            <p:cNvPr id="3958" name="Google Shape;3958;p19"/>
            <p:cNvGrpSpPr/>
            <p:nvPr/>
          </p:nvGrpSpPr>
          <p:grpSpPr>
            <a:xfrm>
              <a:off x="4915213" y="3574313"/>
              <a:ext cx="3624275" cy="1836225"/>
              <a:chOff x="6533200" y="2928913"/>
              <a:chExt cx="3624275" cy="1836225"/>
            </a:xfrm>
          </p:grpSpPr>
          <p:sp>
            <p:nvSpPr>
              <p:cNvPr id="3959" name="Google Shape;3959;p19"/>
              <p:cNvSpPr/>
              <p:nvPr/>
            </p:nvSpPr>
            <p:spPr>
              <a:xfrm>
                <a:off x="6533200" y="3211613"/>
                <a:ext cx="1777125" cy="1163775"/>
              </a:xfrm>
              <a:custGeom>
                <a:avLst/>
                <a:gdLst/>
                <a:ahLst/>
                <a:cxnLst/>
                <a:rect l="l" t="t" r="r" b="b"/>
                <a:pathLst>
                  <a:path w="71085" h="46551" extrusionOk="0">
                    <a:moveTo>
                      <a:pt x="71051" y="1"/>
                    </a:moveTo>
                    <a:cubicBezTo>
                      <a:pt x="59209" y="601"/>
                      <a:pt x="18213" y="15879"/>
                      <a:pt x="1301" y="29722"/>
                    </a:cubicBezTo>
                    <a:cubicBezTo>
                      <a:pt x="100" y="30723"/>
                      <a:pt x="0" y="32524"/>
                      <a:pt x="1101" y="33625"/>
                    </a:cubicBezTo>
                    <a:cubicBezTo>
                      <a:pt x="3569" y="36060"/>
                      <a:pt x="5371" y="39762"/>
                      <a:pt x="5904" y="44166"/>
                    </a:cubicBezTo>
                    <a:cubicBezTo>
                      <a:pt x="6057" y="45630"/>
                      <a:pt x="7285" y="46551"/>
                      <a:pt x="8555" y="46551"/>
                    </a:cubicBezTo>
                    <a:cubicBezTo>
                      <a:pt x="9222" y="46551"/>
                      <a:pt x="9901" y="46296"/>
                      <a:pt x="10441" y="45733"/>
                    </a:cubicBezTo>
                    <a:cubicBezTo>
                      <a:pt x="24151" y="31390"/>
                      <a:pt x="50203" y="12610"/>
                      <a:pt x="71051" y="568"/>
                    </a:cubicBezTo>
                    <a:cubicBezTo>
                      <a:pt x="71051" y="401"/>
                      <a:pt x="71051" y="201"/>
                      <a:pt x="71084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0" name="Google Shape;3960;p19"/>
              <p:cNvSpPr/>
              <p:nvPr/>
            </p:nvSpPr>
            <p:spPr>
              <a:xfrm>
                <a:off x="6781700" y="3225788"/>
                <a:ext cx="1529450" cy="1427300"/>
              </a:xfrm>
              <a:custGeom>
                <a:avLst/>
                <a:gdLst/>
                <a:ahLst/>
                <a:cxnLst/>
                <a:rect l="l" t="t" r="r" b="b"/>
                <a:pathLst>
                  <a:path w="61178" h="57092" extrusionOk="0">
                    <a:moveTo>
                      <a:pt x="61111" y="1"/>
                    </a:moveTo>
                    <a:cubicBezTo>
                      <a:pt x="40830" y="11709"/>
                      <a:pt x="15678" y="29789"/>
                      <a:pt x="1668" y="43932"/>
                    </a:cubicBezTo>
                    <a:cubicBezTo>
                      <a:pt x="1" y="45633"/>
                      <a:pt x="1235" y="48435"/>
                      <a:pt x="3603" y="48435"/>
                    </a:cubicBezTo>
                    <a:cubicBezTo>
                      <a:pt x="10441" y="48469"/>
                      <a:pt x="18947" y="51604"/>
                      <a:pt x="23250" y="56208"/>
                    </a:cubicBezTo>
                    <a:cubicBezTo>
                      <a:pt x="23794" y="56806"/>
                      <a:pt x="24517" y="57091"/>
                      <a:pt x="25231" y="57091"/>
                    </a:cubicBezTo>
                    <a:cubicBezTo>
                      <a:pt x="26228" y="57091"/>
                      <a:pt x="27207" y="56537"/>
                      <a:pt x="27654" y="55507"/>
                    </a:cubicBezTo>
                    <a:cubicBezTo>
                      <a:pt x="34525" y="39529"/>
                      <a:pt x="48001" y="18180"/>
                      <a:pt x="61178" y="101"/>
                    </a:cubicBezTo>
                    <a:cubicBezTo>
                      <a:pt x="61144" y="34"/>
                      <a:pt x="61144" y="67"/>
                      <a:pt x="61111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1" name="Google Shape;3961;p19"/>
              <p:cNvSpPr/>
              <p:nvPr/>
            </p:nvSpPr>
            <p:spPr>
              <a:xfrm>
                <a:off x="7468375" y="3231638"/>
                <a:ext cx="858600" cy="1520275"/>
              </a:xfrm>
              <a:custGeom>
                <a:avLst/>
                <a:gdLst/>
                <a:ahLst/>
                <a:cxnLst/>
                <a:rect l="l" t="t" r="r" b="b"/>
                <a:pathLst>
                  <a:path w="34344" h="60811" extrusionOk="0">
                    <a:moveTo>
                      <a:pt x="33610" y="0"/>
                    </a:moveTo>
                    <a:lnTo>
                      <a:pt x="33610" y="0"/>
                    </a:lnTo>
                    <a:cubicBezTo>
                      <a:pt x="20868" y="17479"/>
                      <a:pt x="7859" y="38027"/>
                      <a:pt x="820" y="53805"/>
                    </a:cubicBezTo>
                    <a:cubicBezTo>
                      <a:pt x="1" y="55627"/>
                      <a:pt x="1392" y="57532"/>
                      <a:pt x="3259" y="57532"/>
                    </a:cubicBezTo>
                    <a:cubicBezTo>
                      <a:pt x="3442" y="57532"/>
                      <a:pt x="3631" y="57514"/>
                      <a:pt x="3823" y="57475"/>
                    </a:cubicBezTo>
                    <a:cubicBezTo>
                      <a:pt x="5960" y="57013"/>
                      <a:pt x="8473" y="56796"/>
                      <a:pt x="11131" y="56796"/>
                    </a:cubicBezTo>
                    <a:cubicBezTo>
                      <a:pt x="17887" y="56796"/>
                      <a:pt x="25582" y="58197"/>
                      <a:pt x="30442" y="60543"/>
                    </a:cubicBezTo>
                    <a:cubicBezTo>
                      <a:pt x="30815" y="60727"/>
                      <a:pt x="31200" y="60811"/>
                      <a:pt x="31574" y="60811"/>
                    </a:cubicBezTo>
                    <a:cubicBezTo>
                      <a:pt x="33038" y="60811"/>
                      <a:pt x="34344" y="59529"/>
                      <a:pt x="34211" y="57908"/>
                    </a:cubicBezTo>
                    <a:cubicBezTo>
                      <a:pt x="32443" y="37794"/>
                      <a:pt x="32777" y="16745"/>
                      <a:pt x="33610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2" name="Google Shape;3962;p19"/>
              <p:cNvSpPr/>
              <p:nvPr/>
            </p:nvSpPr>
            <p:spPr>
              <a:xfrm>
                <a:off x="8324475" y="3210788"/>
                <a:ext cx="1833000" cy="1095200"/>
              </a:xfrm>
              <a:custGeom>
                <a:avLst/>
                <a:gdLst/>
                <a:ahLst/>
                <a:cxnLst/>
                <a:rect l="l" t="t" r="r" b="b"/>
                <a:pathLst>
                  <a:path w="73320" h="43808" extrusionOk="0">
                    <a:moveTo>
                      <a:pt x="100" y="0"/>
                    </a:moveTo>
                    <a:lnTo>
                      <a:pt x="0" y="334"/>
                    </a:lnTo>
                    <a:cubicBezTo>
                      <a:pt x="23450" y="12276"/>
                      <a:pt x="51837" y="29588"/>
                      <a:pt x="67248" y="43131"/>
                    </a:cubicBezTo>
                    <a:cubicBezTo>
                      <a:pt x="67767" y="43597"/>
                      <a:pt x="68383" y="43807"/>
                      <a:pt x="68988" y="43807"/>
                    </a:cubicBezTo>
                    <a:cubicBezTo>
                      <a:pt x="70289" y="43807"/>
                      <a:pt x="71538" y="42833"/>
                      <a:pt x="71651" y="41330"/>
                    </a:cubicBezTo>
                    <a:cubicBezTo>
                      <a:pt x="71818" y="38961"/>
                      <a:pt x="72218" y="36326"/>
                      <a:pt x="72986" y="34125"/>
                    </a:cubicBezTo>
                    <a:cubicBezTo>
                      <a:pt x="73319" y="33091"/>
                      <a:pt x="73052" y="31956"/>
                      <a:pt x="72252" y="31256"/>
                    </a:cubicBezTo>
                    <a:cubicBezTo>
                      <a:pt x="56274" y="16712"/>
                      <a:pt x="11275" y="0"/>
                      <a:pt x="100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3" name="Google Shape;3963;p19"/>
              <p:cNvSpPr/>
              <p:nvPr/>
            </p:nvSpPr>
            <p:spPr>
              <a:xfrm>
                <a:off x="8320300" y="3217463"/>
                <a:ext cx="1687900" cy="1388950"/>
              </a:xfrm>
              <a:custGeom>
                <a:avLst/>
                <a:gdLst/>
                <a:ahLst/>
                <a:cxnLst/>
                <a:rect l="l" t="t" r="r" b="b"/>
                <a:pathLst>
                  <a:path w="67516" h="55558" extrusionOk="0">
                    <a:moveTo>
                      <a:pt x="67" y="0"/>
                    </a:moveTo>
                    <a:cubicBezTo>
                      <a:pt x="34" y="67"/>
                      <a:pt x="34" y="33"/>
                      <a:pt x="0" y="67"/>
                    </a:cubicBezTo>
                    <a:cubicBezTo>
                      <a:pt x="16979" y="16979"/>
                      <a:pt x="36593" y="38361"/>
                      <a:pt x="44466" y="54072"/>
                    </a:cubicBezTo>
                    <a:cubicBezTo>
                      <a:pt x="44945" y="55049"/>
                      <a:pt x="45883" y="55558"/>
                      <a:pt x="46835" y="55558"/>
                    </a:cubicBezTo>
                    <a:cubicBezTo>
                      <a:pt x="47605" y="55558"/>
                      <a:pt x="48384" y="55225"/>
                      <a:pt x="48935" y="54539"/>
                    </a:cubicBezTo>
                    <a:cubicBezTo>
                      <a:pt x="53238" y="49135"/>
                      <a:pt x="58676" y="46367"/>
                      <a:pt x="64080" y="46033"/>
                    </a:cubicBezTo>
                    <a:cubicBezTo>
                      <a:pt x="66481" y="45900"/>
                      <a:pt x="67515" y="42931"/>
                      <a:pt x="65681" y="41363"/>
                    </a:cubicBezTo>
                    <a:cubicBezTo>
                      <a:pt x="49936" y="28053"/>
                      <a:pt x="22650" y="11508"/>
                      <a:pt x="67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4" name="Google Shape;3964;p19"/>
              <p:cNvSpPr/>
              <p:nvPr/>
            </p:nvSpPr>
            <p:spPr>
              <a:xfrm>
                <a:off x="8279425" y="3219113"/>
                <a:ext cx="1148675" cy="1546025"/>
              </a:xfrm>
              <a:custGeom>
                <a:avLst/>
                <a:gdLst/>
                <a:ahLst/>
                <a:cxnLst/>
                <a:rect l="l" t="t" r="r" b="b"/>
                <a:pathLst>
                  <a:path w="45947" h="61841" extrusionOk="0">
                    <a:moveTo>
                      <a:pt x="1635" y="1"/>
                    </a:moveTo>
                    <a:cubicBezTo>
                      <a:pt x="1602" y="34"/>
                      <a:pt x="1569" y="34"/>
                      <a:pt x="1502" y="34"/>
                    </a:cubicBezTo>
                    <a:cubicBezTo>
                      <a:pt x="1402" y="168"/>
                      <a:pt x="1302" y="334"/>
                      <a:pt x="1168" y="501"/>
                    </a:cubicBezTo>
                    <a:cubicBezTo>
                      <a:pt x="301" y="17547"/>
                      <a:pt x="1" y="38995"/>
                      <a:pt x="1869" y="59443"/>
                    </a:cubicBezTo>
                    <a:cubicBezTo>
                      <a:pt x="1989" y="60884"/>
                      <a:pt x="3215" y="61841"/>
                      <a:pt x="4515" y="61841"/>
                    </a:cubicBezTo>
                    <a:cubicBezTo>
                      <a:pt x="5021" y="61841"/>
                      <a:pt x="5538" y="61696"/>
                      <a:pt x="6005" y="61378"/>
                    </a:cubicBezTo>
                    <a:cubicBezTo>
                      <a:pt x="12280" y="57075"/>
                      <a:pt x="22400" y="54418"/>
                      <a:pt x="31722" y="54418"/>
                    </a:cubicBezTo>
                    <a:cubicBezTo>
                      <a:pt x="35335" y="54418"/>
                      <a:pt x="38828" y="54817"/>
                      <a:pt x="41931" y="55674"/>
                    </a:cubicBezTo>
                    <a:cubicBezTo>
                      <a:pt x="42172" y="55738"/>
                      <a:pt x="42409" y="55768"/>
                      <a:pt x="42637" y="55768"/>
                    </a:cubicBezTo>
                    <a:cubicBezTo>
                      <a:pt x="44562" y="55768"/>
                      <a:pt x="45947" y="53653"/>
                      <a:pt x="44933" y="51805"/>
                    </a:cubicBezTo>
                    <a:cubicBezTo>
                      <a:pt x="36427" y="36360"/>
                      <a:pt x="17847" y="16112"/>
                      <a:pt x="1635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3965" name="Google Shape;3965;p19"/>
              <p:cNvGrpSpPr/>
              <p:nvPr/>
            </p:nvGrpSpPr>
            <p:grpSpPr>
              <a:xfrm>
                <a:off x="6533200" y="2928913"/>
                <a:ext cx="3624275" cy="1836225"/>
                <a:chOff x="112275" y="2665738"/>
                <a:chExt cx="3624275" cy="1836225"/>
              </a:xfrm>
            </p:grpSpPr>
            <p:sp>
              <p:nvSpPr>
                <p:cNvPr id="3966" name="Google Shape;3966;p19"/>
                <p:cNvSpPr/>
                <p:nvPr/>
              </p:nvSpPr>
              <p:spPr>
                <a:xfrm>
                  <a:off x="112275" y="2948438"/>
                  <a:ext cx="1777125" cy="1163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085" h="46551" extrusionOk="0">
                      <a:moveTo>
                        <a:pt x="71051" y="1"/>
                      </a:moveTo>
                      <a:cubicBezTo>
                        <a:pt x="59209" y="601"/>
                        <a:pt x="18213" y="15879"/>
                        <a:pt x="1301" y="29722"/>
                      </a:cubicBezTo>
                      <a:cubicBezTo>
                        <a:pt x="100" y="30723"/>
                        <a:pt x="0" y="32524"/>
                        <a:pt x="1101" y="33625"/>
                      </a:cubicBezTo>
                      <a:cubicBezTo>
                        <a:pt x="3569" y="36060"/>
                        <a:pt x="5371" y="39762"/>
                        <a:pt x="5904" y="44166"/>
                      </a:cubicBezTo>
                      <a:cubicBezTo>
                        <a:pt x="6057" y="45630"/>
                        <a:pt x="7285" y="46551"/>
                        <a:pt x="8555" y="46551"/>
                      </a:cubicBezTo>
                      <a:cubicBezTo>
                        <a:pt x="9222" y="46551"/>
                        <a:pt x="9901" y="46296"/>
                        <a:pt x="10441" y="45733"/>
                      </a:cubicBezTo>
                      <a:cubicBezTo>
                        <a:pt x="24151" y="31390"/>
                        <a:pt x="50203" y="12610"/>
                        <a:pt x="71051" y="568"/>
                      </a:cubicBezTo>
                      <a:cubicBezTo>
                        <a:pt x="71051" y="401"/>
                        <a:pt x="71051" y="201"/>
                        <a:pt x="71084" y="1"/>
                      </a:cubicBezTo>
                      <a:close/>
                    </a:path>
                  </a:pathLst>
                </a:custGeom>
                <a:solidFill>
                  <a:srgbClr val="191919">
                    <a:alpha val="2849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67" name="Google Shape;3967;p19"/>
                <p:cNvSpPr/>
                <p:nvPr/>
              </p:nvSpPr>
              <p:spPr>
                <a:xfrm>
                  <a:off x="360775" y="2962613"/>
                  <a:ext cx="1529450" cy="1427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178" h="57092" extrusionOk="0">
                      <a:moveTo>
                        <a:pt x="61111" y="1"/>
                      </a:moveTo>
                      <a:cubicBezTo>
                        <a:pt x="40830" y="11709"/>
                        <a:pt x="15678" y="29789"/>
                        <a:pt x="1668" y="43932"/>
                      </a:cubicBezTo>
                      <a:cubicBezTo>
                        <a:pt x="1" y="45633"/>
                        <a:pt x="1235" y="48435"/>
                        <a:pt x="3603" y="48435"/>
                      </a:cubicBezTo>
                      <a:cubicBezTo>
                        <a:pt x="10441" y="48469"/>
                        <a:pt x="18947" y="51604"/>
                        <a:pt x="23250" y="56208"/>
                      </a:cubicBezTo>
                      <a:cubicBezTo>
                        <a:pt x="23794" y="56806"/>
                        <a:pt x="24517" y="57091"/>
                        <a:pt x="25231" y="57091"/>
                      </a:cubicBezTo>
                      <a:cubicBezTo>
                        <a:pt x="26228" y="57091"/>
                        <a:pt x="27207" y="56537"/>
                        <a:pt x="27654" y="55507"/>
                      </a:cubicBezTo>
                      <a:cubicBezTo>
                        <a:pt x="34525" y="39529"/>
                        <a:pt x="48001" y="18180"/>
                        <a:pt x="61178" y="101"/>
                      </a:cubicBezTo>
                      <a:cubicBezTo>
                        <a:pt x="61144" y="34"/>
                        <a:pt x="61144" y="67"/>
                        <a:pt x="61111" y="1"/>
                      </a:cubicBezTo>
                      <a:close/>
                    </a:path>
                  </a:pathLst>
                </a:custGeom>
                <a:solidFill>
                  <a:srgbClr val="191919">
                    <a:alpha val="1899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68" name="Google Shape;3968;p19"/>
                <p:cNvSpPr/>
                <p:nvPr/>
              </p:nvSpPr>
              <p:spPr>
                <a:xfrm>
                  <a:off x="1047450" y="2968463"/>
                  <a:ext cx="858600" cy="1520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344" h="60811" extrusionOk="0">
                      <a:moveTo>
                        <a:pt x="33610" y="0"/>
                      </a:moveTo>
                      <a:lnTo>
                        <a:pt x="33610" y="0"/>
                      </a:lnTo>
                      <a:cubicBezTo>
                        <a:pt x="20868" y="17479"/>
                        <a:pt x="7859" y="38027"/>
                        <a:pt x="820" y="53805"/>
                      </a:cubicBezTo>
                      <a:cubicBezTo>
                        <a:pt x="1" y="55627"/>
                        <a:pt x="1392" y="57532"/>
                        <a:pt x="3259" y="57532"/>
                      </a:cubicBezTo>
                      <a:cubicBezTo>
                        <a:pt x="3442" y="57532"/>
                        <a:pt x="3631" y="57514"/>
                        <a:pt x="3823" y="57475"/>
                      </a:cubicBezTo>
                      <a:cubicBezTo>
                        <a:pt x="5960" y="57013"/>
                        <a:pt x="8473" y="56796"/>
                        <a:pt x="11131" y="56796"/>
                      </a:cubicBezTo>
                      <a:cubicBezTo>
                        <a:pt x="17887" y="56796"/>
                        <a:pt x="25582" y="58197"/>
                        <a:pt x="30442" y="60543"/>
                      </a:cubicBezTo>
                      <a:cubicBezTo>
                        <a:pt x="30815" y="60727"/>
                        <a:pt x="31200" y="60811"/>
                        <a:pt x="31574" y="60811"/>
                      </a:cubicBezTo>
                      <a:cubicBezTo>
                        <a:pt x="33038" y="60811"/>
                        <a:pt x="34344" y="59529"/>
                        <a:pt x="34211" y="57908"/>
                      </a:cubicBezTo>
                      <a:cubicBezTo>
                        <a:pt x="32443" y="37794"/>
                        <a:pt x="32777" y="16745"/>
                        <a:pt x="33610" y="0"/>
                      </a:cubicBezTo>
                      <a:close/>
                    </a:path>
                  </a:pathLst>
                </a:custGeom>
                <a:solidFill>
                  <a:srgbClr val="191919">
                    <a:alpha val="1508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69" name="Google Shape;3969;p19"/>
                <p:cNvSpPr/>
                <p:nvPr/>
              </p:nvSpPr>
              <p:spPr>
                <a:xfrm>
                  <a:off x="1903550" y="2947613"/>
                  <a:ext cx="1833000" cy="1095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320" h="43808" extrusionOk="0">
                      <a:moveTo>
                        <a:pt x="100" y="0"/>
                      </a:moveTo>
                      <a:lnTo>
                        <a:pt x="0" y="334"/>
                      </a:lnTo>
                      <a:cubicBezTo>
                        <a:pt x="23450" y="12276"/>
                        <a:pt x="51837" y="29588"/>
                        <a:pt x="67248" y="43131"/>
                      </a:cubicBezTo>
                      <a:cubicBezTo>
                        <a:pt x="67767" y="43597"/>
                        <a:pt x="68383" y="43807"/>
                        <a:pt x="68988" y="43807"/>
                      </a:cubicBezTo>
                      <a:cubicBezTo>
                        <a:pt x="70289" y="43807"/>
                        <a:pt x="71538" y="42833"/>
                        <a:pt x="71651" y="41330"/>
                      </a:cubicBezTo>
                      <a:cubicBezTo>
                        <a:pt x="71818" y="38961"/>
                        <a:pt x="72218" y="36326"/>
                        <a:pt x="72986" y="34125"/>
                      </a:cubicBezTo>
                      <a:cubicBezTo>
                        <a:pt x="73319" y="33091"/>
                        <a:pt x="73052" y="31956"/>
                        <a:pt x="72252" y="31256"/>
                      </a:cubicBezTo>
                      <a:cubicBezTo>
                        <a:pt x="56274" y="16712"/>
                        <a:pt x="11275" y="0"/>
                        <a:pt x="100" y="0"/>
                      </a:cubicBezTo>
                      <a:close/>
                    </a:path>
                  </a:pathLst>
                </a:custGeom>
                <a:solidFill>
                  <a:srgbClr val="191919">
                    <a:alpha val="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70" name="Google Shape;3970;p19"/>
                <p:cNvSpPr/>
                <p:nvPr/>
              </p:nvSpPr>
              <p:spPr>
                <a:xfrm>
                  <a:off x="1899375" y="2954288"/>
                  <a:ext cx="1687900" cy="1388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516" h="55558" extrusionOk="0">
                      <a:moveTo>
                        <a:pt x="67" y="0"/>
                      </a:moveTo>
                      <a:cubicBezTo>
                        <a:pt x="34" y="67"/>
                        <a:pt x="34" y="33"/>
                        <a:pt x="0" y="67"/>
                      </a:cubicBezTo>
                      <a:cubicBezTo>
                        <a:pt x="16979" y="16979"/>
                        <a:pt x="36593" y="38361"/>
                        <a:pt x="44466" y="54072"/>
                      </a:cubicBezTo>
                      <a:cubicBezTo>
                        <a:pt x="44945" y="55049"/>
                        <a:pt x="45883" y="55558"/>
                        <a:pt x="46835" y="55558"/>
                      </a:cubicBezTo>
                      <a:cubicBezTo>
                        <a:pt x="47605" y="55558"/>
                        <a:pt x="48384" y="55225"/>
                        <a:pt x="48935" y="54539"/>
                      </a:cubicBezTo>
                      <a:cubicBezTo>
                        <a:pt x="53238" y="49135"/>
                        <a:pt x="58676" y="46367"/>
                        <a:pt x="64080" y="46033"/>
                      </a:cubicBezTo>
                      <a:cubicBezTo>
                        <a:pt x="66481" y="45900"/>
                        <a:pt x="67515" y="42931"/>
                        <a:pt x="65681" y="41363"/>
                      </a:cubicBezTo>
                      <a:cubicBezTo>
                        <a:pt x="49936" y="28053"/>
                        <a:pt x="22650" y="11508"/>
                        <a:pt x="67" y="0"/>
                      </a:cubicBezTo>
                      <a:close/>
                    </a:path>
                  </a:pathLst>
                </a:custGeom>
                <a:solidFill>
                  <a:srgbClr val="191919">
                    <a:alpha val="615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71" name="Google Shape;3971;p19"/>
                <p:cNvSpPr/>
                <p:nvPr/>
              </p:nvSpPr>
              <p:spPr>
                <a:xfrm>
                  <a:off x="1858500" y="2955938"/>
                  <a:ext cx="1148675" cy="1546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47" h="61841" extrusionOk="0">
                      <a:moveTo>
                        <a:pt x="1635" y="1"/>
                      </a:moveTo>
                      <a:cubicBezTo>
                        <a:pt x="1602" y="34"/>
                        <a:pt x="1569" y="34"/>
                        <a:pt x="1502" y="34"/>
                      </a:cubicBezTo>
                      <a:cubicBezTo>
                        <a:pt x="1402" y="168"/>
                        <a:pt x="1302" y="334"/>
                        <a:pt x="1168" y="501"/>
                      </a:cubicBezTo>
                      <a:cubicBezTo>
                        <a:pt x="301" y="17547"/>
                        <a:pt x="1" y="38995"/>
                        <a:pt x="1869" y="59443"/>
                      </a:cubicBezTo>
                      <a:cubicBezTo>
                        <a:pt x="1989" y="60884"/>
                        <a:pt x="3215" y="61841"/>
                        <a:pt x="4515" y="61841"/>
                      </a:cubicBezTo>
                      <a:cubicBezTo>
                        <a:pt x="5021" y="61841"/>
                        <a:pt x="5538" y="61696"/>
                        <a:pt x="6005" y="61378"/>
                      </a:cubicBezTo>
                      <a:cubicBezTo>
                        <a:pt x="12280" y="57075"/>
                        <a:pt x="22400" y="54418"/>
                        <a:pt x="31722" y="54418"/>
                      </a:cubicBezTo>
                      <a:cubicBezTo>
                        <a:pt x="35335" y="54418"/>
                        <a:pt x="38828" y="54817"/>
                        <a:pt x="41931" y="55674"/>
                      </a:cubicBezTo>
                      <a:cubicBezTo>
                        <a:pt x="42172" y="55738"/>
                        <a:pt x="42409" y="55768"/>
                        <a:pt x="42637" y="55768"/>
                      </a:cubicBezTo>
                      <a:cubicBezTo>
                        <a:pt x="44562" y="55768"/>
                        <a:pt x="45947" y="53653"/>
                        <a:pt x="44933" y="51805"/>
                      </a:cubicBezTo>
                      <a:cubicBezTo>
                        <a:pt x="36427" y="36360"/>
                        <a:pt x="17847" y="16112"/>
                        <a:pt x="1635" y="1"/>
                      </a:cubicBezTo>
                      <a:close/>
                    </a:path>
                  </a:pathLst>
                </a:custGeom>
                <a:solidFill>
                  <a:srgbClr val="191919">
                    <a:alpha val="95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72" name="Google Shape;3972;p19"/>
                <p:cNvSpPr/>
                <p:nvPr/>
              </p:nvSpPr>
              <p:spPr>
                <a:xfrm>
                  <a:off x="112275" y="2948438"/>
                  <a:ext cx="2249125" cy="1553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965" h="62141" extrusionOk="0">
                      <a:moveTo>
                        <a:pt x="71585" y="58242"/>
                      </a:moveTo>
                      <a:lnTo>
                        <a:pt x="71585" y="58242"/>
                      </a:lnTo>
                      <a:cubicBezTo>
                        <a:pt x="71590" y="58323"/>
                        <a:pt x="71595" y="58404"/>
                        <a:pt x="71601" y="58485"/>
                      </a:cubicBezTo>
                      <a:lnTo>
                        <a:pt x="71601" y="58485"/>
                      </a:lnTo>
                      <a:cubicBezTo>
                        <a:pt x="71593" y="58407"/>
                        <a:pt x="71585" y="58324"/>
                        <a:pt x="71585" y="58242"/>
                      </a:cubicBezTo>
                      <a:close/>
                      <a:moveTo>
                        <a:pt x="71017" y="1"/>
                      </a:moveTo>
                      <a:lnTo>
                        <a:pt x="71017" y="1"/>
                      </a:lnTo>
                      <a:cubicBezTo>
                        <a:pt x="59142" y="634"/>
                        <a:pt x="18180" y="15879"/>
                        <a:pt x="1301" y="29722"/>
                      </a:cubicBezTo>
                      <a:cubicBezTo>
                        <a:pt x="100" y="30723"/>
                        <a:pt x="0" y="32524"/>
                        <a:pt x="1101" y="33625"/>
                      </a:cubicBezTo>
                      <a:cubicBezTo>
                        <a:pt x="3569" y="36060"/>
                        <a:pt x="5371" y="39762"/>
                        <a:pt x="5871" y="44166"/>
                      </a:cubicBezTo>
                      <a:cubicBezTo>
                        <a:pt x="6046" y="45630"/>
                        <a:pt x="7281" y="46551"/>
                        <a:pt x="8544" y="46551"/>
                      </a:cubicBezTo>
                      <a:cubicBezTo>
                        <a:pt x="9208" y="46551"/>
                        <a:pt x="9879" y="46296"/>
                        <a:pt x="10408" y="45733"/>
                      </a:cubicBezTo>
                      <a:cubicBezTo>
                        <a:pt x="10808" y="45333"/>
                        <a:pt x="11208" y="44933"/>
                        <a:pt x="11608" y="44532"/>
                      </a:cubicBezTo>
                      <a:lnTo>
                        <a:pt x="11608" y="44532"/>
                      </a:lnTo>
                      <a:cubicBezTo>
                        <a:pt x="9974" y="46200"/>
                        <a:pt x="11175" y="49002"/>
                        <a:pt x="13543" y="49002"/>
                      </a:cubicBezTo>
                      <a:cubicBezTo>
                        <a:pt x="20381" y="49036"/>
                        <a:pt x="28887" y="52171"/>
                        <a:pt x="33190" y="56775"/>
                      </a:cubicBezTo>
                      <a:cubicBezTo>
                        <a:pt x="33734" y="57373"/>
                        <a:pt x="34457" y="57658"/>
                        <a:pt x="35171" y="57658"/>
                      </a:cubicBezTo>
                      <a:cubicBezTo>
                        <a:pt x="36168" y="57658"/>
                        <a:pt x="37147" y="57104"/>
                        <a:pt x="37594" y="56074"/>
                      </a:cubicBezTo>
                      <a:cubicBezTo>
                        <a:pt x="37794" y="55574"/>
                        <a:pt x="37994" y="55107"/>
                        <a:pt x="38227" y="54606"/>
                      </a:cubicBezTo>
                      <a:lnTo>
                        <a:pt x="38227" y="54606"/>
                      </a:lnTo>
                      <a:cubicBezTo>
                        <a:pt x="37408" y="56428"/>
                        <a:pt x="38799" y="58333"/>
                        <a:pt x="40666" y="58333"/>
                      </a:cubicBezTo>
                      <a:cubicBezTo>
                        <a:pt x="40849" y="58333"/>
                        <a:pt x="41038" y="58315"/>
                        <a:pt x="41230" y="58276"/>
                      </a:cubicBezTo>
                      <a:cubicBezTo>
                        <a:pt x="43367" y="57814"/>
                        <a:pt x="45880" y="57597"/>
                        <a:pt x="48538" y="57597"/>
                      </a:cubicBezTo>
                      <a:cubicBezTo>
                        <a:pt x="55294" y="57597"/>
                        <a:pt x="62989" y="58998"/>
                        <a:pt x="67849" y="61344"/>
                      </a:cubicBezTo>
                      <a:cubicBezTo>
                        <a:pt x="68217" y="61519"/>
                        <a:pt x="68597" y="61599"/>
                        <a:pt x="68967" y="61599"/>
                      </a:cubicBezTo>
                      <a:cubicBezTo>
                        <a:pt x="70405" y="61599"/>
                        <a:pt x="71694" y="60389"/>
                        <a:pt x="71625" y="58814"/>
                      </a:cubicBezTo>
                      <a:lnTo>
                        <a:pt x="71625" y="58814"/>
                      </a:lnTo>
                      <a:cubicBezTo>
                        <a:pt x="71648" y="59124"/>
                        <a:pt x="71677" y="59434"/>
                        <a:pt x="71718" y="59743"/>
                      </a:cubicBezTo>
                      <a:cubicBezTo>
                        <a:pt x="71838" y="61184"/>
                        <a:pt x="73064" y="62141"/>
                        <a:pt x="74364" y="62141"/>
                      </a:cubicBezTo>
                      <a:cubicBezTo>
                        <a:pt x="74870" y="62141"/>
                        <a:pt x="75387" y="61996"/>
                        <a:pt x="75854" y="61678"/>
                      </a:cubicBezTo>
                      <a:cubicBezTo>
                        <a:pt x="79557" y="59143"/>
                        <a:pt x="84560" y="57175"/>
                        <a:pt x="89964" y="56007"/>
                      </a:cubicBezTo>
                      <a:cubicBezTo>
                        <a:pt x="89764" y="55974"/>
                        <a:pt x="89531" y="55874"/>
                        <a:pt x="89331" y="55774"/>
                      </a:cubicBezTo>
                      <a:cubicBezTo>
                        <a:pt x="84466" y="53426"/>
                        <a:pt x="76762" y="52041"/>
                        <a:pt x="70001" y="52041"/>
                      </a:cubicBezTo>
                      <a:cubicBezTo>
                        <a:pt x="67350" y="52041"/>
                        <a:pt x="64844" y="52254"/>
                        <a:pt x="62712" y="52705"/>
                      </a:cubicBezTo>
                      <a:cubicBezTo>
                        <a:pt x="62205" y="52816"/>
                        <a:pt x="61561" y="52870"/>
                        <a:pt x="60853" y="52870"/>
                      </a:cubicBezTo>
                      <a:cubicBezTo>
                        <a:pt x="58578" y="52870"/>
                        <a:pt x="55657" y="52306"/>
                        <a:pt x="54639" y="51237"/>
                      </a:cubicBezTo>
                      <a:cubicBezTo>
                        <a:pt x="50369" y="46601"/>
                        <a:pt x="41830" y="43498"/>
                        <a:pt x="35025" y="43465"/>
                      </a:cubicBezTo>
                      <a:cubicBezTo>
                        <a:pt x="32657" y="43465"/>
                        <a:pt x="27620" y="40863"/>
                        <a:pt x="27353" y="38628"/>
                      </a:cubicBezTo>
                      <a:cubicBezTo>
                        <a:pt x="26853" y="34225"/>
                        <a:pt x="25051" y="30522"/>
                        <a:pt x="22550" y="28054"/>
                      </a:cubicBezTo>
                      <a:cubicBezTo>
                        <a:pt x="21449" y="26987"/>
                        <a:pt x="21582" y="25152"/>
                        <a:pt x="22783" y="24185"/>
                      </a:cubicBezTo>
                      <a:cubicBezTo>
                        <a:pt x="33624" y="15278"/>
                        <a:pt x="54406" y="5805"/>
                        <a:pt x="71017" y="1"/>
                      </a:cubicBezTo>
                      <a:close/>
                    </a:path>
                  </a:pathLst>
                </a:custGeom>
                <a:solidFill>
                  <a:srgbClr val="191919">
                    <a:alpha val="2849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73" name="Google Shape;3973;p19"/>
                <p:cNvSpPr/>
                <p:nvPr/>
              </p:nvSpPr>
              <p:spPr>
                <a:xfrm>
                  <a:off x="1820150" y="2665738"/>
                  <a:ext cx="184325" cy="255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73" h="10208" extrusionOk="0">
                      <a:moveTo>
                        <a:pt x="3670" y="0"/>
                      </a:moveTo>
                      <a:cubicBezTo>
                        <a:pt x="1835" y="0"/>
                        <a:pt x="1" y="10208"/>
                        <a:pt x="1" y="10208"/>
                      </a:cubicBezTo>
                      <a:lnTo>
                        <a:pt x="7372" y="10208"/>
                      </a:lnTo>
                      <a:cubicBezTo>
                        <a:pt x="7372" y="10208"/>
                        <a:pt x="5538" y="0"/>
                        <a:pt x="367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3974" name="Google Shape;3974;p19"/>
            <p:cNvSpPr/>
            <p:nvPr/>
          </p:nvSpPr>
          <p:spPr>
            <a:xfrm>
              <a:off x="6580563" y="3762025"/>
              <a:ext cx="293575" cy="111775"/>
            </a:xfrm>
            <a:custGeom>
              <a:avLst/>
              <a:gdLst/>
              <a:ahLst/>
              <a:cxnLst/>
              <a:rect l="l" t="t" r="r" b="b"/>
              <a:pathLst>
                <a:path w="11743" h="4471" extrusionOk="0">
                  <a:moveTo>
                    <a:pt x="2002" y="1"/>
                  </a:moveTo>
                  <a:cubicBezTo>
                    <a:pt x="902" y="1"/>
                    <a:pt x="1" y="902"/>
                    <a:pt x="1" y="2002"/>
                  </a:cubicBezTo>
                  <a:lnTo>
                    <a:pt x="1" y="2469"/>
                  </a:lnTo>
                  <a:cubicBezTo>
                    <a:pt x="1" y="3570"/>
                    <a:pt x="902" y="4471"/>
                    <a:pt x="2002" y="4471"/>
                  </a:cubicBezTo>
                  <a:lnTo>
                    <a:pt x="9741" y="4471"/>
                  </a:lnTo>
                  <a:cubicBezTo>
                    <a:pt x="10875" y="4471"/>
                    <a:pt x="11743" y="3570"/>
                    <a:pt x="11743" y="2469"/>
                  </a:cubicBezTo>
                  <a:lnTo>
                    <a:pt x="11743" y="2002"/>
                  </a:lnTo>
                  <a:cubicBezTo>
                    <a:pt x="11743" y="902"/>
                    <a:pt x="10875" y="1"/>
                    <a:pt x="97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975" name="Google Shape;3975;p19"/>
          <p:cNvGrpSpPr/>
          <p:nvPr/>
        </p:nvGrpSpPr>
        <p:grpSpPr>
          <a:xfrm>
            <a:off x="-779296" y="4550554"/>
            <a:ext cx="3369488" cy="1707138"/>
            <a:chOff x="-2125575" y="3574325"/>
            <a:chExt cx="3624275" cy="1836225"/>
          </a:xfrm>
        </p:grpSpPr>
        <p:sp>
          <p:nvSpPr>
            <p:cNvPr id="3976" name="Google Shape;3976;p19"/>
            <p:cNvSpPr/>
            <p:nvPr/>
          </p:nvSpPr>
          <p:spPr>
            <a:xfrm>
              <a:off x="-2125575" y="3857025"/>
              <a:ext cx="1777125" cy="1163775"/>
            </a:xfrm>
            <a:custGeom>
              <a:avLst/>
              <a:gdLst/>
              <a:ahLst/>
              <a:cxnLst/>
              <a:rect l="l" t="t" r="r" b="b"/>
              <a:pathLst>
                <a:path w="71085" h="46551" extrusionOk="0">
                  <a:moveTo>
                    <a:pt x="71051" y="1"/>
                  </a:moveTo>
                  <a:cubicBezTo>
                    <a:pt x="59209" y="601"/>
                    <a:pt x="18213" y="15879"/>
                    <a:pt x="1301" y="29722"/>
                  </a:cubicBezTo>
                  <a:cubicBezTo>
                    <a:pt x="100" y="30723"/>
                    <a:pt x="0" y="32524"/>
                    <a:pt x="1101" y="33625"/>
                  </a:cubicBezTo>
                  <a:cubicBezTo>
                    <a:pt x="3569" y="36060"/>
                    <a:pt x="5371" y="39762"/>
                    <a:pt x="5904" y="44166"/>
                  </a:cubicBezTo>
                  <a:cubicBezTo>
                    <a:pt x="6057" y="45630"/>
                    <a:pt x="7285" y="46551"/>
                    <a:pt x="8555" y="46551"/>
                  </a:cubicBezTo>
                  <a:cubicBezTo>
                    <a:pt x="9222" y="46551"/>
                    <a:pt x="9901" y="46296"/>
                    <a:pt x="10441" y="45733"/>
                  </a:cubicBezTo>
                  <a:cubicBezTo>
                    <a:pt x="24151" y="31390"/>
                    <a:pt x="50203" y="12610"/>
                    <a:pt x="71051" y="568"/>
                  </a:cubicBezTo>
                  <a:cubicBezTo>
                    <a:pt x="71051" y="401"/>
                    <a:pt x="71051" y="201"/>
                    <a:pt x="7108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7" name="Google Shape;3977;p19"/>
            <p:cNvSpPr/>
            <p:nvPr/>
          </p:nvSpPr>
          <p:spPr>
            <a:xfrm>
              <a:off x="-1877075" y="3871200"/>
              <a:ext cx="1529450" cy="1427300"/>
            </a:xfrm>
            <a:custGeom>
              <a:avLst/>
              <a:gdLst/>
              <a:ahLst/>
              <a:cxnLst/>
              <a:rect l="l" t="t" r="r" b="b"/>
              <a:pathLst>
                <a:path w="61178" h="57092" extrusionOk="0">
                  <a:moveTo>
                    <a:pt x="61111" y="1"/>
                  </a:moveTo>
                  <a:cubicBezTo>
                    <a:pt x="40830" y="11709"/>
                    <a:pt x="15678" y="29789"/>
                    <a:pt x="1668" y="43932"/>
                  </a:cubicBezTo>
                  <a:cubicBezTo>
                    <a:pt x="1" y="45633"/>
                    <a:pt x="1235" y="48435"/>
                    <a:pt x="3603" y="48435"/>
                  </a:cubicBezTo>
                  <a:cubicBezTo>
                    <a:pt x="10441" y="48469"/>
                    <a:pt x="18947" y="51604"/>
                    <a:pt x="23250" y="56208"/>
                  </a:cubicBezTo>
                  <a:cubicBezTo>
                    <a:pt x="23794" y="56806"/>
                    <a:pt x="24517" y="57091"/>
                    <a:pt x="25231" y="57091"/>
                  </a:cubicBezTo>
                  <a:cubicBezTo>
                    <a:pt x="26228" y="57091"/>
                    <a:pt x="27207" y="56537"/>
                    <a:pt x="27654" y="55507"/>
                  </a:cubicBezTo>
                  <a:cubicBezTo>
                    <a:pt x="34525" y="39529"/>
                    <a:pt x="48001" y="18180"/>
                    <a:pt x="61178" y="101"/>
                  </a:cubicBezTo>
                  <a:cubicBezTo>
                    <a:pt x="61144" y="34"/>
                    <a:pt x="61144" y="67"/>
                    <a:pt x="611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8" name="Google Shape;3978;p19"/>
            <p:cNvSpPr/>
            <p:nvPr/>
          </p:nvSpPr>
          <p:spPr>
            <a:xfrm>
              <a:off x="-1190400" y="3877050"/>
              <a:ext cx="858600" cy="1520275"/>
            </a:xfrm>
            <a:custGeom>
              <a:avLst/>
              <a:gdLst/>
              <a:ahLst/>
              <a:cxnLst/>
              <a:rect l="l" t="t" r="r" b="b"/>
              <a:pathLst>
                <a:path w="34344" h="60811" extrusionOk="0">
                  <a:moveTo>
                    <a:pt x="33610" y="0"/>
                  </a:moveTo>
                  <a:lnTo>
                    <a:pt x="33610" y="0"/>
                  </a:lnTo>
                  <a:cubicBezTo>
                    <a:pt x="20868" y="17479"/>
                    <a:pt x="7859" y="38027"/>
                    <a:pt x="820" y="53805"/>
                  </a:cubicBezTo>
                  <a:cubicBezTo>
                    <a:pt x="1" y="55627"/>
                    <a:pt x="1392" y="57532"/>
                    <a:pt x="3259" y="57532"/>
                  </a:cubicBezTo>
                  <a:cubicBezTo>
                    <a:pt x="3442" y="57532"/>
                    <a:pt x="3631" y="57514"/>
                    <a:pt x="3823" y="57475"/>
                  </a:cubicBezTo>
                  <a:cubicBezTo>
                    <a:pt x="5960" y="57013"/>
                    <a:pt x="8473" y="56796"/>
                    <a:pt x="11131" y="56796"/>
                  </a:cubicBezTo>
                  <a:cubicBezTo>
                    <a:pt x="17887" y="56796"/>
                    <a:pt x="25582" y="58197"/>
                    <a:pt x="30442" y="60543"/>
                  </a:cubicBezTo>
                  <a:cubicBezTo>
                    <a:pt x="30815" y="60727"/>
                    <a:pt x="31200" y="60811"/>
                    <a:pt x="31574" y="60811"/>
                  </a:cubicBezTo>
                  <a:cubicBezTo>
                    <a:pt x="33038" y="60811"/>
                    <a:pt x="34344" y="59529"/>
                    <a:pt x="34211" y="57908"/>
                  </a:cubicBezTo>
                  <a:cubicBezTo>
                    <a:pt x="32443" y="37794"/>
                    <a:pt x="32777" y="16745"/>
                    <a:pt x="336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9" name="Google Shape;3979;p19"/>
            <p:cNvSpPr/>
            <p:nvPr/>
          </p:nvSpPr>
          <p:spPr>
            <a:xfrm>
              <a:off x="-334300" y="3856200"/>
              <a:ext cx="1833000" cy="1095200"/>
            </a:xfrm>
            <a:custGeom>
              <a:avLst/>
              <a:gdLst/>
              <a:ahLst/>
              <a:cxnLst/>
              <a:rect l="l" t="t" r="r" b="b"/>
              <a:pathLst>
                <a:path w="73320" h="43808" extrusionOk="0">
                  <a:moveTo>
                    <a:pt x="100" y="0"/>
                  </a:moveTo>
                  <a:lnTo>
                    <a:pt x="0" y="334"/>
                  </a:lnTo>
                  <a:cubicBezTo>
                    <a:pt x="23450" y="12276"/>
                    <a:pt x="51837" y="29588"/>
                    <a:pt x="67248" y="43131"/>
                  </a:cubicBezTo>
                  <a:cubicBezTo>
                    <a:pt x="67767" y="43597"/>
                    <a:pt x="68383" y="43807"/>
                    <a:pt x="68988" y="43807"/>
                  </a:cubicBezTo>
                  <a:cubicBezTo>
                    <a:pt x="70289" y="43807"/>
                    <a:pt x="71538" y="42833"/>
                    <a:pt x="71651" y="41330"/>
                  </a:cubicBezTo>
                  <a:cubicBezTo>
                    <a:pt x="71818" y="38961"/>
                    <a:pt x="72218" y="36326"/>
                    <a:pt x="72986" y="34125"/>
                  </a:cubicBezTo>
                  <a:cubicBezTo>
                    <a:pt x="73319" y="33091"/>
                    <a:pt x="73052" y="31956"/>
                    <a:pt x="72252" y="31256"/>
                  </a:cubicBezTo>
                  <a:cubicBezTo>
                    <a:pt x="56274" y="16712"/>
                    <a:pt x="11275" y="0"/>
                    <a:pt x="10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0" name="Google Shape;3980;p19"/>
            <p:cNvSpPr/>
            <p:nvPr/>
          </p:nvSpPr>
          <p:spPr>
            <a:xfrm>
              <a:off x="-338475" y="3862875"/>
              <a:ext cx="1687900" cy="1388950"/>
            </a:xfrm>
            <a:custGeom>
              <a:avLst/>
              <a:gdLst/>
              <a:ahLst/>
              <a:cxnLst/>
              <a:rect l="l" t="t" r="r" b="b"/>
              <a:pathLst>
                <a:path w="67516" h="55558" extrusionOk="0">
                  <a:moveTo>
                    <a:pt x="67" y="0"/>
                  </a:moveTo>
                  <a:cubicBezTo>
                    <a:pt x="34" y="67"/>
                    <a:pt x="34" y="33"/>
                    <a:pt x="0" y="67"/>
                  </a:cubicBezTo>
                  <a:cubicBezTo>
                    <a:pt x="16979" y="16979"/>
                    <a:pt x="36593" y="38361"/>
                    <a:pt x="44466" y="54072"/>
                  </a:cubicBezTo>
                  <a:cubicBezTo>
                    <a:pt x="44945" y="55049"/>
                    <a:pt x="45883" y="55558"/>
                    <a:pt x="46835" y="55558"/>
                  </a:cubicBezTo>
                  <a:cubicBezTo>
                    <a:pt x="47605" y="55558"/>
                    <a:pt x="48384" y="55225"/>
                    <a:pt x="48935" y="54539"/>
                  </a:cubicBezTo>
                  <a:cubicBezTo>
                    <a:pt x="53238" y="49135"/>
                    <a:pt x="58676" y="46367"/>
                    <a:pt x="64080" y="46033"/>
                  </a:cubicBezTo>
                  <a:cubicBezTo>
                    <a:pt x="66481" y="45900"/>
                    <a:pt x="67515" y="42931"/>
                    <a:pt x="65681" y="41363"/>
                  </a:cubicBezTo>
                  <a:cubicBezTo>
                    <a:pt x="49936" y="28053"/>
                    <a:pt x="22650" y="11508"/>
                    <a:pt x="6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1" name="Google Shape;3981;p19"/>
            <p:cNvSpPr/>
            <p:nvPr/>
          </p:nvSpPr>
          <p:spPr>
            <a:xfrm>
              <a:off x="-379350" y="3864525"/>
              <a:ext cx="1148675" cy="1546025"/>
            </a:xfrm>
            <a:custGeom>
              <a:avLst/>
              <a:gdLst/>
              <a:ahLst/>
              <a:cxnLst/>
              <a:rect l="l" t="t" r="r" b="b"/>
              <a:pathLst>
                <a:path w="45947" h="61841" extrusionOk="0">
                  <a:moveTo>
                    <a:pt x="1635" y="1"/>
                  </a:moveTo>
                  <a:cubicBezTo>
                    <a:pt x="1602" y="34"/>
                    <a:pt x="1569" y="34"/>
                    <a:pt x="1502" y="34"/>
                  </a:cubicBezTo>
                  <a:cubicBezTo>
                    <a:pt x="1402" y="168"/>
                    <a:pt x="1302" y="334"/>
                    <a:pt x="1168" y="501"/>
                  </a:cubicBezTo>
                  <a:cubicBezTo>
                    <a:pt x="301" y="17547"/>
                    <a:pt x="1" y="38995"/>
                    <a:pt x="1869" y="59443"/>
                  </a:cubicBezTo>
                  <a:cubicBezTo>
                    <a:pt x="1989" y="60884"/>
                    <a:pt x="3215" y="61841"/>
                    <a:pt x="4515" y="61841"/>
                  </a:cubicBezTo>
                  <a:cubicBezTo>
                    <a:pt x="5021" y="61841"/>
                    <a:pt x="5538" y="61696"/>
                    <a:pt x="6005" y="61378"/>
                  </a:cubicBezTo>
                  <a:cubicBezTo>
                    <a:pt x="12280" y="57075"/>
                    <a:pt x="22400" y="54418"/>
                    <a:pt x="31722" y="54418"/>
                  </a:cubicBezTo>
                  <a:cubicBezTo>
                    <a:pt x="35335" y="54418"/>
                    <a:pt x="38828" y="54817"/>
                    <a:pt x="41931" y="55674"/>
                  </a:cubicBezTo>
                  <a:cubicBezTo>
                    <a:pt x="42172" y="55738"/>
                    <a:pt x="42409" y="55768"/>
                    <a:pt x="42637" y="55768"/>
                  </a:cubicBezTo>
                  <a:cubicBezTo>
                    <a:pt x="44562" y="55768"/>
                    <a:pt x="45947" y="53653"/>
                    <a:pt x="44933" y="51805"/>
                  </a:cubicBezTo>
                  <a:cubicBezTo>
                    <a:pt x="36427" y="36360"/>
                    <a:pt x="17847" y="16112"/>
                    <a:pt x="16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982" name="Google Shape;3982;p19"/>
            <p:cNvGrpSpPr/>
            <p:nvPr/>
          </p:nvGrpSpPr>
          <p:grpSpPr>
            <a:xfrm>
              <a:off x="-2125575" y="3574325"/>
              <a:ext cx="3624275" cy="1836225"/>
              <a:chOff x="-4100775" y="3456250"/>
              <a:chExt cx="3624275" cy="1836225"/>
            </a:xfrm>
          </p:grpSpPr>
          <p:sp>
            <p:nvSpPr>
              <p:cNvPr id="3983" name="Google Shape;3983;p19"/>
              <p:cNvSpPr/>
              <p:nvPr/>
            </p:nvSpPr>
            <p:spPr>
              <a:xfrm>
                <a:off x="-4100775" y="3738950"/>
                <a:ext cx="1777125" cy="1163775"/>
              </a:xfrm>
              <a:custGeom>
                <a:avLst/>
                <a:gdLst/>
                <a:ahLst/>
                <a:cxnLst/>
                <a:rect l="l" t="t" r="r" b="b"/>
                <a:pathLst>
                  <a:path w="71085" h="46551" extrusionOk="0">
                    <a:moveTo>
                      <a:pt x="71051" y="1"/>
                    </a:moveTo>
                    <a:cubicBezTo>
                      <a:pt x="59209" y="601"/>
                      <a:pt x="18213" y="15879"/>
                      <a:pt x="1301" y="29722"/>
                    </a:cubicBezTo>
                    <a:cubicBezTo>
                      <a:pt x="100" y="30723"/>
                      <a:pt x="0" y="32524"/>
                      <a:pt x="1101" y="33625"/>
                    </a:cubicBezTo>
                    <a:cubicBezTo>
                      <a:pt x="3569" y="36060"/>
                      <a:pt x="5371" y="39762"/>
                      <a:pt x="5904" y="44166"/>
                    </a:cubicBezTo>
                    <a:cubicBezTo>
                      <a:pt x="6057" y="45630"/>
                      <a:pt x="7285" y="46551"/>
                      <a:pt x="8555" y="46551"/>
                    </a:cubicBezTo>
                    <a:cubicBezTo>
                      <a:pt x="9222" y="46551"/>
                      <a:pt x="9901" y="46296"/>
                      <a:pt x="10441" y="45733"/>
                    </a:cubicBezTo>
                    <a:cubicBezTo>
                      <a:pt x="24151" y="31390"/>
                      <a:pt x="50203" y="12610"/>
                      <a:pt x="71051" y="568"/>
                    </a:cubicBezTo>
                    <a:cubicBezTo>
                      <a:pt x="71051" y="401"/>
                      <a:pt x="71051" y="201"/>
                      <a:pt x="71084" y="1"/>
                    </a:cubicBezTo>
                    <a:close/>
                  </a:path>
                </a:pathLst>
              </a:custGeom>
              <a:solidFill>
                <a:srgbClr val="191919">
                  <a:alpha val="284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4" name="Google Shape;3984;p19"/>
              <p:cNvSpPr/>
              <p:nvPr/>
            </p:nvSpPr>
            <p:spPr>
              <a:xfrm>
                <a:off x="-3852275" y="3753125"/>
                <a:ext cx="1529450" cy="1427300"/>
              </a:xfrm>
              <a:custGeom>
                <a:avLst/>
                <a:gdLst/>
                <a:ahLst/>
                <a:cxnLst/>
                <a:rect l="l" t="t" r="r" b="b"/>
                <a:pathLst>
                  <a:path w="61178" h="57092" extrusionOk="0">
                    <a:moveTo>
                      <a:pt x="61111" y="1"/>
                    </a:moveTo>
                    <a:cubicBezTo>
                      <a:pt x="40830" y="11709"/>
                      <a:pt x="15678" y="29789"/>
                      <a:pt x="1668" y="43932"/>
                    </a:cubicBezTo>
                    <a:cubicBezTo>
                      <a:pt x="1" y="45633"/>
                      <a:pt x="1235" y="48435"/>
                      <a:pt x="3603" y="48435"/>
                    </a:cubicBezTo>
                    <a:cubicBezTo>
                      <a:pt x="10441" y="48469"/>
                      <a:pt x="18947" y="51604"/>
                      <a:pt x="23250" y="56208"/>
                    </a:cubicBezTo>
                    <a:cubicBezTo>
                      <a:pt x="23794" y="56806"/>
                      <a:pt x="24517" y="57091"/>
                      <a:pt x="25231" y="57091"/>
                    </a:cubicBezTo>
                    <a:cubicBezTo>
                      <a:pt x="26228" y="57091"/>
                      <a:pt x="27207" y="56537"/>
                      <a:pt x="27654" y="55507"/>
                    </a:cubicBezTo>
                    <a:cubicBezTo>
                      <a:pt x="34525" y="39529"/>
                      <a:pt x="48001" y="18180"/>
                      <a:pt x="61178" y="101"/>
                    </a:cubicBezTo>
                    <a:cubicBezTo>
                      <a:pt x="61144" y="34"/>
                      <a:pt x="61144" y="67"/>
                      <a:pt x="61111" y="1"/>
                    </a:cubicBezTo>
                    <a:close/>
                  </a:path>
                </a:pathLst>
              </a:custGeom>
              <a:solidFill>
                <a:srgbClr val="191919">
                  <a:alpha val="189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5" name="Google Shape;3985;p19"/>
              <p:cNvSpPr/>
              <p:nvPr/>
            </p:nvSpPr>
            <p:spPr>
              <a:xfrm>
                <a:off x="-3165600" y="3758975"/>
                <a:ext cx="858600" cy="1520275"/>
              </a:xfrm>
              <a:custGeom>
                <a:avLst/>
                <a:gdLst/>
                <a:ahLst/>
                <a:cxnLst/>
                <a:rect l="l" t="t" r="r" b="b"/>
                <a:pathLst>
                  <a:path w="34344" h="60811" extrusionOk="0">
                    <a:moveTo>
                      <a:pt x="33610" y="0"/>
                    </a:moveTo>
                    <a:lnTo>
                      <a:pt x="33610" y="0"/>
                    </a:lnTo>
                    <a:cubicBezTo>
                      <a:pt x="20868" y="17479"/>
                      <a:pt x="7859" y="38027"/>
                      <a:pt x="820" y="53805"/>
                    </a:cubicBezTo>
                    <a:cubicBezTo>
                      <a:pt x="1" y="55627"/>
                      <a:pt x="1392" y="57532"/>
                      <a:pt x="3259" y="57532"/>
                    </a:cubicBezTo>
                    <a:cubicBezTo>
                      <a:pt x="3442" y="57532"/>
                      <a:pt x="3631" y="57514"/>
                      <a:pt x="3823" y="57475"/>
                    </a:cubicBezTo>
                    <a:cubicBezTo>
                      <a:pt x="5960" y="57013"/>
                      <a:pt x="8473" y="56796"/>
                      <a:pt x="11131" y="56796"/>
                    </a:cubicBezTo>
                    <a:cubicBezTo>
                      <a:pt x="17887" y="56796"/>
                      <a:pt x="25582" y="58197"/>
                      <a:pt x="30442" y="60543"/>
                    </a:cubicBezTo>
                    <a:cubicBezTo>
                      <a:pt x="30815" y="60727"/>
                      <a:pt x="31200" y="60811"/>
                      <a:pt x="31574" y="60811"/>
                    </a:cubicBezTo>
                    <a:cubicBezTo>
                      <a:pt x="33038" y="60811"/>
                      <a:pt x="34344" y="59529"/>
                      <a:pt x="34211" y="57908"/>
                    </a:cubicBezTo>
                    <a:cubicBezTo>
                      <a:pt x="32443" y="37794"/>
                      <a:pt x="32777" y="16745"/>
                      <a:pt x="33610" y="0"/>
                    </a:cubicBezTo>
                    <a:close/>
                  </a:path>
                </a:pathLst>
              </a:custGeom>
              <a:solidFill>
                <a:srgbClr val="191919">
                  <a:alpha val="150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6" name="Google Shape;3986;p19"/>
              <p:cNvSpPr/>
              <p:nvPr/>
            </p:nvSpPr>
            <p:spPr>
              <a:xfrm>
                <a:off x="-2309500" y="3738125"/>
                <a:ext cx="1833000" cy="1095200"/>
              </a:xfrm>
              <a:custGeom>
                <a:avLst/>
                <a:gdLst/>
                <a:ahLst/>
                <a:cxnLst/>
                <a:rect l="l" t="t" r="r" b="b"/>
                <a:pathLst>
                  <a:path w="73320" h="43808" extrusionOk="0">
                    <a:moveTo>
                      <a:pt x="100" y="0"/>
                    </a:moveTo>
                    <a:lnTo>
                      <a:pt x="0" y="334"/>
                    </a:lnTo>
                    <a:cubicBezTo>
                      <a:pt x="23450" y="12276"/>
                      <a:pt x="51837" y="29588"/>
                      <a:pt x="67248" y="43131"/>
                    </a:cubicBezTo>
                    <a:cubicBezTo>
                      <a:pt x="67767" y="43597"/>
                      <a:pt x="68383" y="43807"/>
                      <a:pt x="68988" y="43807"/>
                    </a:cubicBezTo>
                    <a:cubicBezTo>
                      <a:pt x="70289" y="43807"/>
                      <a:pt x="71538" y="42833"/>
                      <a:pt x="71651" y="41330"/>
                    </a:cubicBezTo>
                    <a:cubicBezTo>
                      <a:pt x="71818" y="38961"/>
                      <a:pt x="72218" y="36326"/>
                      <a:pt x="72986" y="34125"/>
                    </a:cubicBezTo>
                    <a:cubicBezTo>
                      <a:pt x="73319" y="33091"/>
                      <a:pt x="73052" y="31956"/>
                      <a:pt x="72252" y="31256"/>
                    </a:cubicBezTo>
                    <a:cubicBezTo>
                      <a:pt x="56274" y="16712"/>
                      <a:pt x="11275" y="0"/>
                      <a:pt x="100" y="0"/>
                    </a:cubicBezTo>
                    <a:close/>
                  </a:path>
                </a:pathLst>
              </a:custGeom>
              <a:solidFill>
                <a:srgbClr val="191919">
                  <a:alpha val="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7" name="Google Shape;3987;p19"/>
              <p:cNvSpPr/>
              <p:nvPr/>
            </p:nvSpPr>
            <p:spPr>
              <a:xfrm>
                <a:off x="-2313675" y="3744800"/>
                <a:ext cx="1687900" cy="1388950"/>
              </a:xfrm>
              <a:custGeom>
                <a:avLst/>
                <a:gdLst/>
                <a:ahLst/>
                <a:cxnLst/>
                <a:rect l="l" t="t" r="r" b="b"/>
                <a:pathLst>
                  <a:path w="67516" h="55558" extrusionOk="0">
                    <a:moveTo>
                      <a:pt x="67" y="0"/>
                    </a:moveTo>
                    <a:cubicBezTo>
                      <a:pt x="34" y="67"/>
                      <a:pt x="34" y="33"/>
                      <a:pt x="0" y="67"/>
                    </a:cubicBezTo>
                    <a:cubicBezTo>
                      <a:pt x="16979" y="16979"/>
                      <a:pt x="36593" y="38361"/>
                      <a:pt x="44466" y="54072"/>
                    </a:cubicBezTo>
                    <a:cubicBezTo>
                      <a:pt x="44945" y="55049"/>
                      <a:pt x="45883" y="55558"/>
                      <a:pt x="46835" y="55558"/>
                    </a:cubicBezTo>
                    <a:cubicBezTo>
                      <a:pt x="47605" y="55558"/>
                      <a:pt x="48384" y="55225"/>
                      <a:pt x="48935" y="54539"/>
                    </a:cubicBezTo>
                    <a:cubicBezTo>
                      <a:pt x="53238" y="49135"/>
                      <a:pt x="58676" y="46367"/>
                      <a:pt x="64080" y="46033"/>
                    </a:cubicBezTo>
                    <a:cubicBezTo>
                      <a:pt x="66481" y="45900"/>
                      <a:pt x="67515" y="42931"/>
                      <a:pt x="65681" y="41363"/>
                    </a:cubicBezTo>
                    <a:cubicBezTo>
                      <a:pt x="49936" y="28053"/>
                      <a:pt x="22650" y="11508"/>
                      <a:pt x="67" y="0"/>
                    </a:cubicBezTo>
                    <a:close/>
                  </a:path>
                </a:pathLst>
              </a:custGeom>
              <a:solidFill>
                <a:srgbClr val="191919">
                  <a:alpha val="61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8" name="Google Shape;3988;p19"/>
              <p:cNvSpPr/>
              <p:nvPr/>
            </p:nvSpPr>
            <p:spPr>
              <a:xfrm>
                <a:off x="-2354550" y="3746450"/>
                <a:ext cx="1148675" cy="1546025"/>
              </a:xfrm>
              <a:custGeom>
                <a:avLst/>
                <a:gdLst/>
                <a:ahLst/>
                <a:cxnLst/>
                <a:rect l="l" t="t" r="r" b="b"/>
                <a:pathLst>
                  <a:path w="45947" h="61841" extrusionOk="0">
                    <a:moveTo>
                      <a:pt x="1635" y="1"/>
                    </a:moveTo>
                    <a:cubicBezTo>
                      <a:pt x="1602" y="34"/>
                      <a:pt x="1569" y="34"/>
                      <a:pt x="1502" y="34"/>
                    </a:cubicBezTo>
                    <a:cubicBezTo>
                      <a:pt x="1402" y="168"/>
                      <a:pt x="1302" y="334"/>
                      <a:pt x="1168" y="501"/>
                    </a:cubicBezTo>
                    <a:cubicBezTo>
                      <a:pt x="301" y="17547"/>
                      <a:pt x="1" y="38995"/>
                      <a:pt x="1869" y="59443"/>
                    </a:cubicBezTo>
                    <a:cubicBezTo>
                      <a:pt x="1989" y="60884"/>
                      <a:pt x="3215" y="61841"/>
                      <a:pt x="4515" y="61841"/>
                    </a:cubicBezTo>
                    <a:cubicBezTo>
                      <a:pt x="5021" y="61841"/>
                      <a:pt x="5538" y="61696"/>
                      <a:pt x="6005" y="61378"/>
                    </a:cubicBezTo>
                    <a:cubicBezTo>
                      <a:pt x="12280" y="57075"/>
                      <a:pt x="22400" y="54418"/>
                      <a:pt x="31722" y="54418"/>
                    </a:cubicBezTo>
                    <a:cubicBezTo>
                      <a:pt x="35335" y="54418"/>
                      <a:pt x="38828" y="54817"/>
                      <a:pt x="41931" y="55674"/>
                    </a:cubicBezTo>
                    <a:cubicBezTo>
                      <a:pt x="42172" y="55738"/>
                      <a:pt x="42409" y="55768"/>
                      <a:pt x="42637" y="55768"/>
                    </a:cubicBezTo>
                    <a:cubicBezTo>
                      <a:pt x="44562" y="55768"/>
                      <a:pt x="45947" y="53653"/>
                      <a:pt x="44933" y="51805"/>
                    </a:cubicBezTo>
                    <a:cubicBezTo>
                      <a:pt x="36427" y="36360"/>
                      <a:pt x="17847" y="16112"/>
                      <a:pt x="1635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9" name="Google Shape;3989;p19"/>
              <p:cNvSpPr/>
              <p:nvPr/>
            </p:nvSpPr>
            <p:spPr>
              <a:xfrm>
                <a:off x="-4100775" y="3738950"/>
                <a:ext cx="2249125" cy="1553525"/>
              </a:xfrm>
              <a:custGeom>
                <a:avLst/>
                <a:gdLst/>
                <a:ahLst/>
                <a:cxnLst/>
                <a:rect l="l" t="t" r="r" b="b"/>
                <a:pathLst>
                  <a:path w="89965" h="62141" extrusionOk="0">
                    <a:moveTo>
                      <a:pt x="71585" y="58242"/>
                    </a:moveTo>
                    <a:lnTo>
                      <a:pt x="71585" y="58242"/>
                    </a:lnTo>
                    <a:cubicBezTo>
                      <a:pt x="71590" y="58323"/>
                      <a:pt x="71595" y="58404"/>
                      <a:pt x="71601" y="58485"/>
                    </a:cubicBezTo>
                    <a:lnTo>
                      <a:pt x="71601" y="58485"/>
                    </a:lnTo>
                    <a:cubicBezTo>
                      <a:pt x="71593" y="58407"/>
                      <a:pt x="71585" y="58324"/>
                      <a:pt x="71585" y="58242"/>
                    </a:cubicBezTo>
                    <a:close/>
                    <a:moveTo>
                      <a:pt x="71017" y="1"/>
                    </a:moveTo>
                    <a:lnTo>
                      <a:pt x="71017" y="1"/>
                    </a:lnTo>
                    <a:cubicBezTo>
                      <a:pt x="59142" y="634"/>
                      <a:pt x="18180" y="15879"/>
                      <a:pt x="1301" y="29722"/>
                    </a:cubicBezTo>
                    <a:cubicBezTo>
                      <a:pt x="100" y="30723"/>
                      <a:pt x="0" y="32524"/>
                      <a:pt x="1101" y="33625"/>
                    </a:cubicBezTo>
                    <a:cubicBezTo>
                      <a:pt x="3569" y="36060"/>
                      <a:pt x="5371" y="39762"/>
                      <a:pt x="5871" y="44166"/>
                    </a:cubicBezTo>
                    <a:cubicBezTo>
                      <a:pt x="6046" y="45630"/>
                      <a:pt x="7281" y="46551"/>
                      <a:pt x="8544" y="46551"/>
                    </a:cubicBezTo>
                    <a:cubicBezTo>
                      <a:pt x="9208" y="46551"/>
                      <a:pt x="9879" y="46296"/>
                      <a:pt x="10408" y="45733"/>
                    </a:cubicBezTo>
                    <a:cubicBezTo>
                      <a:pt x="10808" y="45333"/>
                      <a:pt x="11208" y="44933"/>
                      <a:pt x="11608" y="44532"/>
                    </a:cubicBezTo>
                    <a:lnTo>
                      <a:pt x="11608" y="44532"/>
                    </a:lnTo>
                    <a:cubicBezTo>
                      <a:pt x="9974" y="46200"/>
                      <a:pt x="11175" y="49002"/>
                      <a:pt x="13543" y="49002"/>
                    </a:cubicBezTo>
                    <a:cubicBezTo>
                      <a:pt x="20381" y="49036"/>
                      <a:pt x="28887" y="52171"/>
                      <a:pt x="33190" y="56775"/>
                    </a:cubicBezTo>
                    <a:cubicBezTo>
                      <a:pt x="33734" y="57373"/>
                      <a:pt x="34457" y="57658"/>
                      <a:pt x="35171" y="57658"/>
                    </a:cubicBezTo>
                    <a:cubicBezTo>
                      <a:pt x="36168" y="57658"/>
                      <a:pt x="37147" y="57104"/>
                      <a:pt x="37594" y="56074"/>
                    </a:cubicBezTo>
                    <a:cubicBezTo>
                      <a:pt x="37794" y="55574"/>
                      <a:pt x="37994" y="55107"/>
                      <a:pt x="38227" y="54606"/>
                    </a:cubicBezTo>
                    <a:lnTo>
                      <a:pt x="38227" y="54606"/>
                    </a:lnTo>
                    <a:cubicBezTo>
                      <a:pt x="37408" y="56428"/>
                      <a:pt x="38799" y="58333"/>
                      <a:pt x="40666" y="58333"/>
                    </a:cubicBezTo>
                    <a:cubicBezTo>
                      <a:pt x="40849" y="58333"/>
                      <a:pt x="41038" y="58315"/>
                      <a:pt x="41230" y="58276"/>
                    </a:cubicBezTo>
                    <a:cubicBezTo>
                      <a:pt x="43367" y="57814"/>
                      <a:pt x="45880" y="57597"/>
                      <a:pt x="48538" y="57597"/>
                    </a:cubicBezTo>
                    <a:cubicBezTo>
                      <a:pt x="55294" y="57597"/>
                      <a:pt x="62989" y="58998"/>
                      <a:pt x="67849" y="61344"/>
                    </a:cubicBezTo>
                    <a:cubicBezTo>
                      <a:pt x="68217" y="61519"/>
                      <a:pt x="68597" y="61599"/>
                      <a:pt x="68967" y="61599"/>
                    </a:cubicBezTo>
                    <a:cubicBezTo>
                      <a:pt x="70405" y="61599"/>
                      <a:pt x="71694" y="60389"/>
                      <a:pt x="71625" y="58814"/>
                    </a:cubicBezTo>
                    <a:lnTo>
                      <a:pt x="71625" y="58814"/>
                    </a:lnTo>
                    <a:cubicBezTo>
                      <a:pt x="71648" y="59124"/>
                      <a:pt x="71677" y="59434"/>
                      <a:pt x="71718" y="59743"/>
                    </a:cubicBezTo>
                    <a:cubicBezTo>
                      <a:pt x="71838" y="61184"/>
                      <a:pt x="73064" y="62141"/>
                      <a:pt x="74364" y="62141"/>
                    </a:cubicBezTo>
                    <a:cubicBezTo>
                      <a:pt x="74870" y="62141"/>
                      <a:pt x="75387" y="61996"/>
                      <a:pt x="75854" y="61678"/>
                    </a:cubicBezTo>
                    <a:cubicBezTo>
                      <a:pt x="79557" y="59143"/>
                      <a:pt x="84560" y="57175"/>
                      <a:pt x="89964" y="56007"/>
                    </a:cubicBezTo>
                    <a:cubicBezTo>
                      <a:pt x="89764" y="55974"/>
                      <a:pt x="89531" y="55874"/>
                      <a:pt x="89331" y="55774"/>
                    </a:cubicBezTo>
                    <a:cubicBezTo>
                      <a:pt x="84466" y="53426"/>
                      <a:pt x="76762" y="52041"/>
                      <a:pt x="70001" y="52041"/>
                    </a:cubicBezTo>
                    <a:cubicBezTo>
                      <a:pt x="67350" y="52041"/>
                      <a:pt x="64844" y="52254"/>
                      <a:pt x="62712" y="52705"/>
                    </a:cubicBezTo>
                    <a:cubicBezTo>
                      <a:pt x="62205" y="52816"/>
                      <a:pt x="61561" y="52870"/>
                      <a:pt x="60853" y="52870"/>
                    </a:cubicBezTo>
                    <a:cubicBezTo>
                      <a:pt x="58578" y="52870"/>
                      <a:pt x="55657" y="52306"/>
                      <a:pt x="54639" y="51237"/>
                    </a:cubicBezTo>
                    <a:cubicBezTo>
                      <a:pt x="50369" y="46601"/>
                      <a:pt x="41830" y="43498"/>
                      <a:pt x="35025" y="43465"/>
                    </a:cubicBezTo>
                    <a:cubicBezTo>
                      <a:pt x="32657" y="43465"/>
                      <a:pt x="27620" y="40863"/>
                      <a:pt x="27353" y="38628"/>
                    </a:cubicBezTo>
                    <a:cubicBezTo>
                      <a:pt x="26853" y="34225"/>
                      <a:pt x="25051" y="30522"/>
                      <a:pt x="22550" y="28054"/>
                    </a:cubicBezTo>
                    <a:cubicBezTo>
                      <a:pt x="21449" y="26987"/>
                      <a:pt x="21582" y="25152"/>
                      <a:pt x="22783" y="24185"/>
                    </a:cubicBezTo>
                    <a:cubicBezTo>
                      <a:pt x="33624" y="15278"/>
                      <a:pt x="54406" y="5805"/>
                      <a:pt x="71017" y="1"/>
                    </a:cubicBezTo>
                    <a:close/>
                  </a:path>
                </a:pathLst>
              </a:custGeom>
              <a:solidFill>
                <a:srgbClr val="191919">
                  <a:alpha val="284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90" name="Google Shape;3990;p19"/>
              <p:cNvSpPr/>
              <p:nvPr/>
            </p:nvSpPr>
            <p:spPr>
              <a:xfrm>
                <a:off x="-2392900" y="3456250"/>
                <a:ext cx="184325" cy="255200"/>
              </a:xfrm>
              <a:custGeom>
                <a:avLst/>
                <a:gdLst/>
                <a:ahLst/>
                <a:cxnLst/>
                <a:rect l="l" t="t" r="r" b="b"/>
                <a:pathLst>
                  <a:path w="7373" h="10208" extrusionOk="0">
                    <a:moveTo>
                      <a:pt x="3670" y="0"/>
                    </a:moveTo>
                    <a:cubicBezTo>
                      <a:pt x="1835" y="0"/>
                      <a:pt x="1" y="10208"/>
                      <a:pt x="1" y="10208"/>
                    </a:cubicBezTo>
                    <a:lnTo>
                      <a:pt x="7372" y="10208"/>
                    </a:lnTo>
                    <a:cubicBezTo>
                      <a:pt x="7372" y="10208"/>
                      <a:pt x="5538" y="0"/>
                      <a:pt x="36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91" name="Google Shape;3991;p19"/>
              <p:cNvSpPr/>
              <p:nvPr/>
            </p:nvSpPr>
            <p:spPr>
              <a:xfrm>
                <a:off x="-2447950" y="3655550"/>
                <a:ext cx="293575" cy="111775"/>
              </a:xfrm>
              <a:custGeom>
                <a:avLst/>
                <a:gdLst/>
                <a:ahLst/>
                <a:cxnLst/>
                <a:rect l="l" t="t" r="r" b="b"/>
                <a:pathLst>
                  <a:path w="11743" h="4471" extrusionOk="0">
                    <a:moveTo>
                      <a:pt x="2002" y="1"/>
                    </a:moveTo>
                    <a:cubicBezTo>
                      <a:pt x="902" y="1"/>
                      <a:pt x="1" y="902"/>
                      <a:pt x="1" y="2002"/>
                    </a:cubicBezTo>
                    <a:lnTo>
                      <a:pt x="1" y="2469"/>
                    </a:lnTo>
                    <a:cubicBezTo>
                      <a:pt x="1" y="3570"/>
                      <a:pt x="902" y="4471"/>
                      <a:pt x="2002" y="4471"/>
                    </a:cubicBezTo>
                    <a:lnTo>
                      <a:pt x="9741" y="4471"/>
                    </a:lnTo>
                    <a:cubicBezTo>
                      <a:pt x="10875" y="4471"/>
                      <a:pt x="11743" y="3570"/>
                      <a:pt x="11743" y="2469"/>
                    </a:cubicBezTo>
                    <a:lnTo>
                      <a:pt x="11743" y="2002"/>
                    </a:lnTo>
                    <a:cubicBezTo>
                      <a:pt x="11743" y="902"/>
                      <a:pt x="10875" y="1"/>
                      <a:pt x="974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992" name="Google Shape;3992;p19"/>
          <p:cNvGrpSpPr/>
          <p:nvPr/>
        </p:nvGrpSpPr>
        <p:grpSpPr>
          <a:xfrm>
            <a:off x="451898" y="4758781"/>
            <a:ext cx="3369488" cy="1707138"/>
            <a:chOff x="-939100" y="529913"/>
            <a:chExt cx="3624275" cy="1836225"/>
          </a:xfrm>
        </p:grpSpPr>
        <p:sp>
          <p:nvSpPr>
            <p:cNvPr id="3993" name="Google Shape;3993;p19"/>
            <p:cNvSpPr/>
            <p:nvPr/>
          </p:nvSpPr>
          <p:spPr>
            <a:xfrm>
              <a:off x="-939100" y="812613"/>
              <a:ext cx="1777125" cy="1163775"/>
            </a:xfrm>
            <a:custGeom>
              <a:avLst/>
              <a:gdLst/>
              <a:ahLst/>
              <a:cxnLst/>
              <a:rect l="l" t="t" r="r" b="b"/>
              <a:pathLst>
                <a:path w="71085" h="46551" extrusionOk="0">
                  <a:moveTo>
                    <a:pt x="71051" y="1"/>
                  </a:moveTo>
                  <a:cubicBezTo>
                    <a:pt x="59209" y="601"/>
                    <a:pt x="18213" y="15879"/>
                    <a:pt x="1301" y="29722"/>
                  </a:cubicBezTo>
                  <a:cubicBezTo>
                    <a:pt x="100" y="30723"/>
                    <a:pt x="0" y="32524"/>
                    <a:pt x="1101" y="33625"/>
                  </a:cubicBezTo>
                  <a:cubicBezTo>
                    <a:pt x="3569" y="36060"/>
                    <a:pt x="5371" y="39762"/>
                    <a:pt x="5904" y="44166"/>
                  </a:cubicBezTo>
                  <a:cubicBezTo>
                    <a:pt x="6057" y="45630"/>
                    <a:pt x="7285" y="46551"/>
                    <a:pt x="8555" y="46551"/>
                  </a:cubicBezTo>
                  <a:cubicBezTo>
                    <a:pt x="9222" y="46551"/>
                    <a:pt x="9901" y="46296"/>
                    <a:pt x="10441" y="45733"/>
                  </a:cubicBezTo>
                  <a:cubicBezTo>
                    <a:pt x="24151" y="31390"/>
                    <a:pt x="50203" y="12610"/>
                    <a:pt x="71051" y="568"/>
                  </a:cubicBezTo>
                  <a:cubicBezTo>
                    <a:pt x="71051" y="401"/>
                    <a:pt x="71051" y="201"/>
                    <a:pt x="7108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4" name="Google Shape;3994;p19"/>
            <p:cNvSpPr/>
            <p:nvPr/>
          </p:nvSpPr>
          <p:spPr>
            <a:xfrm>
              <a:off x="-690600" y="826788"/>
              <a:ext cx="1529450" cy="1427300"/>
            </a:xfrm>
            <a:custGeom>
              <a:avLst/>
              <a:gdLst/>
              <a:ahLst/>
              <a:cxnLst/>
              <a:rect l="l" t="t" r="r" b="b"/>
              <a:pathLst>
                <a:path w="61178" h="57092" extrusionOk="0">
                  <a:moveTo>
                    <a:pt x="61111" y="1"/>
                  </a:moveTo>
                  <a:cubicBezTo>
                    <a:pt x="40830" y="11709"/>
                    <a:pt x="15678" y="29789"/>
                    <a:pt x="1668" y="43932"/>
                  </a:cubicBezTo>
                  <a:cubicBezTo>
                    <a:pt x="1" y="45633"/>
                    <a:pt x="1235" y="48435"/>
                    <a:pt x="3603" y="48435"/>
                  </a:cubicBezTo>
                  <a:cubicBezTo>
                    <a:pt x="10441" y="48469"/>
                    <a:pt x="18947" y="51604"/>
                    <a:pt x="23250" y="56208"/>
                  </a:cubicBezTo>
                  <a:cubicBezTo>
                    <a:pt x="23794" y="56806"/>
                    <a:pt x="24517" y="57091"/>
                    <a:pt x="25231" y="57091"/>
                  </a:cubicBezTo>
                  <a:cubicBezTo>
                    <a:pt x="26228" y="57091"/>
                    <a:pt x="27207" y="56537"/>
                    <a:pt x="27654" y="55507"/>
                  </a:cubicBezTo>
                  <a:cubicBezTo>
                    <a:pt x="34525" y="39529"/>
                    <a:pt x="48001" y="18180"/>
                    <a:pt x="61178" y="101"/>
                  </a:cubicBezTo>
                  <a:cubicBezTo>
                    <a:pt x="61144" y="34"/>
                    <a:pt x="61144" y="67"/>
                    <a:pt x="611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5" name="Google Shape;3995;p19"/>
            <p:cNvSpPr/>
            <p:nvPr/>
          </p:nvSpPr>
          <p:spPr>
            <a:xfrm>
              <a:off x="-3925" y="832638"/>
              <a:ext cx="858600" cy="1520275"/>
            </a:xfrm>
            <a:custGeom>
              <a:avLst/>
              <a:gdLst/>
              <a:ahLst/>
              <a:cxnLst/>
              <a:rect l="l" t="t" r="r" b="b"/>
              <a:pathLst>
                <a:path w="34344" h="60811" extrusionOk="0">
                  <a:moveTo>
                    <a:pt x="33610" y="0"/>
                  </a:moveTo>
                  <a:lnTo>
                    <a:pt x="33610" y="0"/>
                  </a:lnTo>
                  <a:cubicBezTo>
                    <a:pt x="20868" y="17479"/>
                    <a:pt x="7859" y="38027"/>
                    <a:pt x="820" y="53805"/>
                  </a:cubicBezTo>
                  <a:cubicBezTo>
                    <a:pt x="1" y="55627"/>
                    <a:pt x="1392" y="57532"/>
                    <a:pt x="3259" y="57532"/>
                  </a:cubicBezTo>
                  <a:cubicBezTo>
                    <a:pt x="3442" y="57532"/>
                    <a:pt x="3631" y="57514"/>
                    <a:pt x="3823" y="57475"/>
                  </a:cubicBezTo>
                  <a:cubicBezTo>
                    <a:pt x="5960" y="57013"/>
                    <a:pt x="8473" y="56796"/>
                    <a:pt x="11131" y="56796"/>
                  </a:cubicBezTo>
                  <a:cubicBezTo>
                    <a:pt x="17887" y="56796"/>
                    <a:pt x="25582" y="58197"/>
                    <a:pt x="30442" y="60543"/>
                  </a:cubicBezTo>
                  <a:cubicBezTo>
                    <a:pt x="30815" y="60727"/>
                    <a:pt x="31200" y="60811"/>
                    <a:pt x="31574" y="60811"/>
                  </a:cubicBezTo>
                  <a:cubicBezTo>
                    <a:pt x="33038" y="60811"/>
                    <a:pt x="34344" y="59529"/>
                    <a:pt x="34211" y="57908"/>
                  </a:cubicBezTo>
                  <a:cubicBezTo>
                    <a:pt x="32443" y="37794"/>
                    <a:pt x="32777" y="16745"/>
                    <a:pt x="3361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6" name="Google Shape;3996;p19"/>
            <p:cNvSpPr/>
            <p:nvPr/>
          </p:nvSpPr>
          <p:spPr>
            <a:xfrm>
              <a:off x="852175" y="811788"/>
              <a:ext cx="1833000" cy="1095200"/>
            </a:xfrm>
            <a:custGeom>
              <a:avLst/>
              <a:gdLst/>
              <a:ahLst/>
              <a:cxnLst/>
              <a:rect l="l" t="t" r="r" b="b"/>
              <a:pathLst>
                <a:path w="73320" h="43808" extrusionOk="0">
                  <a:moveTo>
                    <a:pt x="100" y="0"/>
                  </a:moveTo>
                  <a:lnTo>
                    <a:pt x="0" y="334"/>
                  </a:lnTo>
                  <a:cubicBezTo>
                    <a:pt x="23450" y="12276"/>
                    <a:pt x="51837" y="29588"/>
                    <a:pt x="67248" y="43131"/>
                  </a:cubicBezTo>
                  <a:cubicBezTo>
                    <a:pt x="67767" y="43597"/>
                    <a:pt x="68383" y="43807"/>
                    <a:pt x="68988" y="43807"/>
                  </a:cubicBezTo>
                  <a:cubicBezTo>
                    <a:pt x="70289" y="43807"/>
                    <a:pt x="71538" y="42833"/>
                    <a:pt x="71651" y="41330"/>
                  </a:cubicBezTo>
                  <a:cubicBezTo>
                    <a:pt x="71818" y="38961"/>
                    <a:pt x="72218" y="36326"/>
                    <a:pt x="72986" y="34125"/>
                  </a:cubicBezTo>
                  <a:cubicBezTo>
                    <a:pt x="73319" y="33091"/>
                    <a:pt x="73052" y="31956"/>
                    <a:pt x="72252" y="31256"/>
                  </a:cubicBezTo>
                  <a:cubicBezTo>
                    <a:pt x="56274" y="16712"/>
                    <a:pt x="11275" y="0"/>
                    <a:pt x="10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7" name="Google Shape;3997;p19"/>
            <p:cNvSpPr/>
            <p:nvPr/>
          </p:nvSpPr>
          <p:spPr>
            <a:xfrm>
              <a:off x="848000" y="818463"/>
              <a:ext cx="1687900" cy="1388950"/>
            </a:xfrm>
            <a:custGeom>
              <a:avLst/>
              <a:gdLst/>
              <a:ahLst/>
              <a:cxnLst/>
              <a:rect l="l" t="t" r="r" b="b"/>
              <a:pathLst>
                <a:path w="67516" h="55558" extrusionOk="0">
                  <a:moveTo>
                    <a:pt x="67" y="0"/>
                  </a:moveTo>
                  <a:cubicBezTo>
                    <a:pt x="34" y="67"/>
                    <a:pt x="34" y="33"/>
                    <a:pt x="0" y="67"/>
                  </a:cubicBezTo>
                  <a:cubicBezTo>
                    <a:pt x="16979" y="16979"/>
                    <a:pt x="36593" y="38361"/>
                    <a:pt x="44466" y="54072"/>
                  </a:cubicBezTo>
                  <a:cubicBezTo>
                    <a:pt x="44945" y="55049"/>
                    <a:pt x="45883" y="55558"/>
                    <a:pt x="46835" y="55558"/>
                  </a:cubicBezTo>
                  <a:cubicBezTo>
                    <a:pt x="47605" y="55558"/>
                    <a:pt x="48384" y="55225"/>
                    <a:pt x="48935" y="54539"/>
                  </a:cubicBezTo>
                  <a:cubicBezTo>
                    <a:pt x="53238" y="49135"/>
                    <a:pt x="58676" y="46367"/>
                    <a:pt x="64080" y="46033"/>
                  </a:cubicBezTo>
                  <a:cubicBezTo>
                    <a:pt x="66481" y="45900"/>
                    <a:pt x="67515" y="42931"/>
                    <a:pt x="65681" y="41363"/>
                  </a:cubicBezTo>
                  <a:cubicBezTo>
                    <a:pt x="49936" y="28053"/>
                    <a:pt x="22650" y="11508"/>
                    <a:pt x="6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8" name="Google Shape;3998;p19"/>
            <p:cNvSpPr/>
            <p:nvPr/>
          </p:nvSpPr>
          <p:spPr>
            <a:xfrm>
              <a:off x="807125" y="820113"/>
              <a:ext cx="1148675" cy="1546025"/>
            </a:xfrm>
            <a:custGeom>
              <a:avLst/>
              <a:gdLst/>
              <a:ahLst/>
              <a:cxnLst/>
              <a:rect l="l" t="t" r="r" b="b"/>
              <a:pathLst>
                <a:path w="45947" h="61841" extrusionOk="0">
                  <a:moveTo>
                    <a:pt x="1635" y="1"/>
                  </a:moveTo>
                  <a:cubicBezTo>
                    <a:pt x="1602" y="34"/>
                    <a:pt x="1569" y="34"/>
                    <a:pt x="1502" y="34"/>
                  </a:cubicBezTo>
                  <a:cubicBezTo>
                    <a:pt x="1402" y="168"/>
                    <a:pt x="1302" y="334"/>
                    <a:pt x="1168" y="501"/>
                  </a:cubicBezTo>
                  <a:cubicBezTo>
                    <a:pt x="301" y="17547"/>
                    <a:pt x="1" y="38995"/>
                    <a:pt x="1869" y="59443"/>
                  </a:cubicBezTo>
                  <a:cubicBezTo>
                    <a:pt x="1989" y="60884"/>
                    <a:pt x="3215" y="61841"/>
                    <a:pt x="4515" y="61841"/>
                  </a:cubicBezTo>
                  <a:cubicBezTo>
                    <a:pt x="5021" y="61841"/>
                    <a:pt x="5538" y="61696"/>
                    <a:pt x="6005" y="61378"/>
                  </a:cubicBezTo>
                  <a:cubicBezTo>
                    <a:pt x="12280" y="57075"/>
                    <a:pt x="22400" y="54418"/>
                    <a:pt x="31722" y="54418"/>
                  </a:cubicBezTo>
                  <a:cubicBezTo>
                    <a:pt x="35335" y="54418"/>
                    <a:pt x="38828" y="54817"/>
                    <a:pt x="41931" y="55674"/>
                  </a:cubicBezTo>
                  <a:cubicBezTo>
                    <a:pt x="42172" y="55738"/>
                    <a:pt x="42409" y="55768"/>
                    <a:pt x="42637" y="55768"/>
                  </a:cubicBezTo>
                  <a:cubicBezTo>
                    <a:pt x="44562" y="55768"/>
                    <a:pt x="45947" y="53653"/>
                    <a:pt x="44933" y="51805"/>
                  </a:cubicBezTo>
                  <a:cubicBezTo>
                    <a:pt x="36427" y="36360"/>
                    <a:pt x="17847" y="16112"/>
                    <a:pt x="163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999" name="Google Shape;3999;p19"/>
            <p:cNvGrpSpPr/>
            <p:nvPr/>
          </p:nvGrpSpPr>
          <p:grpSpPr>
            <a:xfrm>
              <a:off x="-939100" y="529913"/>
              <a:ext cx="3624275" cy="1836225"/>
              <a:chOff x="112275" y="2665738"/>
              <a:chExt cx="3624275" cy="1836225"/>
            </a:xfrm>
          </p:grpSpPr>
          <p:sp>
            <p:nvSpPr>
              <p:cNvPr id="4000" name="Google Shape;4000;p19"/>
              <p:cNvSpPr/>
              <p:nvPr/>
            </p:nvSpPr>
            <p:spPr>
              <a:xfrm>
                <a:off x="112275" y="2948438"/>
                <a:ext cx="1777125" cy="1163775"/>
              </a:xfrm>
              <a:custGeom>
                <a:avLst/>
                <a:gdLst/>
                <a:ahLst/>
                <a:cxnLst/>
                <a:rect l="l" t="t" r="r" b="b"/>
                <a:pathLst>
                  <a:path w="71085" h="46551" extrusionOk="0">
                    <a:moveTo>
                      <a:pt x="71051" y="1"/>
                    </a:moveTo>
                    <a:cubicBezTo>
                      <a:pt x="59209" y="601"/>
                      <a:pt x="18213" y="15879"/>
                      <a:pt x="1301" y="29722"/>
                    </a:cubicBezTo>
                    <a:cubicBezTo>
                      <a:pt x="100" y="30723"/>
                      <a:pt x="0" y="32524"/>
                      <a:pt x="1101" y="33625"/>
                    </a:cubicBezTo>
                    <a:cubicBezTo>
                      <a:pt x="3569" y="36060"/>
                      <a:pt x="5371" y="39762"/>
                      <a:pt x="5904" y="44166"/>
                    </a:cubicBezTo>
                    <a:cubicBezTo>
                      <a:pt x="6057" y="45630"/>
                      <a:pt x="7285" y="46551"/>
                      <a:pt x="8555" y="46551"/>
                    </a:cubicBezTo>
                    <a:cubicBezTo>
                      <a:pt x="9222" y="46551"/>
                      <a:pt x="9901" y="46296"/>
                      <a:pt x="10441" y="45733"/>
                    </a:cubicBezTo>
                    <a:cubicBezTo>
                      <a:pt x="24151" y="31390"/>
                      <a:pt x="50203" y="12610"/>
                      <a:pt x="71051" y="568"/>
                    </a:cubicBezTo>
                    <a:cubicBezTo>
                      <a:pt x="71051" y="401"/>
                      <a:pt x="71051" y="201"/>
                      <a:pt x="71084" y="1"/>
                    </a:cubicBezTo>
                    <a:close/>
                  </a:path>
                </a:pathLst>
              </a:custGeom>
              <a:solidFill>
                <a:srgbClr val="191919">
                  <a:alpha val="284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01" name="Google Shape;4001;p19"/>
              <p:cNvSpPr/>
              <p:nvPr/>
            </p:nvSpPr>
            <p:spPr>
              <a:xfrm>
                <a:off x="360775" y="2962613"/>
                <a:ext cx="1529450" cy="1427300"/>
              </a:xfrm>
              <a:custGeom>
                <a:avLst/>
                <a:gdLst/>
                <a:ahLst/>
                <a:cxnLst/>
                <a:rect l="l" t="t" r="r" b="b"/>
                <a:pathLst>
                  <a:path w="61178" h="57092" extrusionOk="0">
                    <a:moveTo>
                      <a:pt x="61111" y="1"/>
                    </a:moveTo>
                    <a:cubicBezTo>
                      <a:pt x="40830" y="11709"/>
                      <a:pt x="15678" y="29789"/>
                      <a:pt x="1668" y="43932"/>
                    </a:cubicBezTo>
                    <a:cubicBezTo>
                      <a:pt x="1" y="45633"/>
                      <a:pt x="1235" y="48435"/>
                      <a:pt x="3603" y="48435"/>
                    </a:cubicBezTo>
                    <a:cubicBezTo>
                      <a:pt x="10441" y="48469"/>
                      <a:pt x="18947" y="51604"/>
                      <a:pt x="23250" y="56208"/>
                    </a:cubicBezTo>
                    <a:cubicBezTo>
                      <a:pt x="23794" y="56806"/>
                      <a:pt x="24517" y="57091"/>
                      <a:pt x="25231" y="57091"/>
                    </a:cubicBezTo>
                    <a:cubicBezTo>
                      <a:pt x="26228" y="57091"/>
                      <a:pt x="27207" y="56537"/>
                      <a:pt x="27654" y="55507"/>
                    </a:cubicBezTo>
                    <a:cubicBezTo>
                      <a:pt x="34525" y="39529"/>
                      <a:pt x="48001" y="18180"/>
                      <a:pt x="61178" y="101"/>
                    </a:cubicBezTo>
                    <a:cubicBezTo>
                      <a:pt x="61144" y="34"/>
                      <a:pt x="61144" y="67"/>
                      <a:pt x="61111" y="1"/>
                    </a:cubicBezTo>
                    <a:close/>
                  </a:path>
                </a:pathLst>
              </a:custGeom>
              <a:solidFill>
                <a:srgbClr val="191919">
                  <a:alpha val="189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02" name="Google Shape;4002;p19"/>
              <p:cNvSpPr/>
              <p:nvPr/>
            </p:nvSpPr>
            <p:spPr>
              <a:xfrm>
                <a:off x="1047450" y="2968463"/>
                <a:ext cx="858600" cy="1520275"/>
              </a:xfrm>
              <a:custGeom>
                <a:avLst/>
                <a:gdLst/>
                <a:ahLst/>
                <a:cxnLst/>
                <a:rect l="l" t="t" r="r" b="b"/>
                <a:pathLst>
                  <a:path w="34344" h="60811" extrusionOk="0">
                    <a:moveTo>
                      <a:pt x="33610" y="0"/>
                    </a:moveTo>
                    <a:lnTo>
                      <a:pt x="33610" y="0"/>
                    </a:lnTo>
                    <a:cubicBezTo>
                      <a:pt x="20868" y="17479"/>
                      <a:pt x="7859" y="38027"/>
                      <a:pt x="820" y="53805"/>
                    </a:cubicBezTo>
                    <a:cubicBezTo>
                      <a:pt x="1" y="55627"/>
                      <a:pt x="1392" y="57532"/>
                      <a:pt x="3259" y="57532"/>
                    </a:cubicBezTo>
                    <a:cubicBezTo>
                      <a:pt x="3442" y="57532"/>
                      <a:pt x="3631" y="57514"/>
                      <a:pt x="3823" y="57475"/>
                    </a:cubicBezTo>
                    <a:cubicBezTo>
                      <a:pt x="5960" y="57013"/>
                      <a:pt x="8473" y="56796"/>
                      <a:pt x="11131" y="56796"/>
                    </a:cubicBezTo>
                    <a:cubicBezTo>
                      <a:pt x="17887" y="56796"/>
                      <a:pt x="25582" y="58197"/>
                      <a:pt x="30442" y="60543"/>
                    </a:cubicBezTo>
                    <a:cubicBezTo>
                      <a:pt x="30815" y="60727"/>
                      <a:pt x="31200" y="60811"/>
                      <a:pt x="31574" y="60811"/>
                    </a:cubicBezTo>
                    <a:cubicBezTo>
                      <a:pt x="33038" y="60811"/>
                      <a:pt x="34344" y="59529"/>
                      <a:pt x="34211" y="57908"/>
                    </a:cubicBezTo>
                    <a:cubicBezTo>
                      <a:pt x="32443" y="37794"/>
                      <a:pt x="32777" y="16745"/>
                      <a:pt x="33610" y="0"/>
                    </a:cubicBezTo>
                    <a:close/>
                  </a:path>
                </a:pathLst>
              </a:custGeom>
              <a:solidFill>
                <a:srgbClr val="191919">
                  <a:alpha val="150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03" name="Google Shape;4003;p19"/>
              <p:cNvSpPr/>
              <p:nvPr/>
            </p:nvSpPr>
            <p:spPr>
              <a:xfrm>
                <a:off x="1903550" y="2947613"/>
                <a:ext cx="1833000" cy="1095200"/>
              </a:xfrm>
              <a:custGeom>
                <a:avLst/>
                <a:gdLst/>
                <a:ahLst/>
                <a:cxnLst/>
                <a:rect l="l" t="t" r="r" b="b"/>
                <a:pathLst>
                  <a:path w="73320" h="43808" extrusionOk="0">
                    <a:moveTo>
                      <a:pt x="100" y="0"/>
                    </a:moveTo>
                    <a:lnTo>
                      <a:pt x="0" y="334"/>
                    </a:lnTo>
                    <a:cubicBezTo>
                      <a:pt x="23450" y="12276"/>
                      <a:pt x="51837" y="29588"/>
                      <a:pt x="67248" y="43131"/>
                    </a:cubicBezTo>
                    <a:cubicBezTo>
                      <a:pt x="67767" y="43597"/>
                      <a:pt x="68383" y="43807"/>
                      <a:pt x="68988" y="43807"/>
                    </a:cubicBezTo>
                    <a:cubicBezTo>
                      <a:pt x="70289" y="43807"/>
                      <a:pt x="71538" y="42833"/>
                      <a:pt x="71651" y="41330"/>
                    </a:cubicBezTo>
                    <a:cubicBezTo>
                      <a:pt x="71818" y="38961"/>
                      <a:pt x="72218" y="36326"/>
                      <a:pt x="72986" y="34125"/>
                    </a:cubicBezTo>
                    <a:cubicBezTo>
                      <a:pt x="73319" y="33091"/>
                      <a:pt x="73052" y="31956"/>
                      <a:pt x="72252" y="31256"/>
                    </a:cubicBezTo>
                    <a:cubicBezTo>
                      <a:pt x="56274" y="16712"/>
                      <a:pt x="11275" y="0"/>
                      <a:pt x="100" y="0"/>
                    </a:cubicBezTo>
                    <a:close/>
                  </a:path>
                </a:pathLst>
              </a:custGeom>
              <a:solidFill>
                <a:srgbClr val="191919">
                  <a:alpha val="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04" name="Google Shape;4004;p19"/>
              <p:cNvSpPr/>
              <p:nvPr/>
            </p:nvSpPr>
            <p:spPr>
              <a:xfrm>
                <a:off x="1899375" y="2954288"/>
                <a:ext cx="1687900" cy="1388950"/>
              </a:xfrm>
              <a:custGeom>
                <a:avLst/>
                <a:gdLst/>
                <a:ahLst/>
                <a:cxnLst/>
                <a:rect l="l" t="t" r="r" b="b"/>
                <a:pathLst>
                  <a:path w="67516" h="55558" extrusionOk="0">
                    <a:moveTo>
                      <a:pt x="67" y="0"/>
                    </a:moveTo>
                    <a:cubicBezTo>
                      <a:pt x="34" y="67"/>
                      <a:pt x="34" y="33"/>
                      <a:pt x="0" y="67"/>
                    </a:cubicBezTo>
                    <a:cubicBezTo>
                      <a:pt x="16979" y="16979"/>
                      <a:pt x="36593" y="38361"/>
                      <a:pt x="44466" y="54072"/>
                    </a:cubicBezTo>
                    <a:cubicBezTo>
                      <a:pt x="44945" y="55049"/>
                      <a:pt x="45883" y="55558"/>
                      <a:pt x="46835" y="55558"/>
                    </a:cubicBezTo>
                    <a:cubicBezTo>
                      <a:pt x="47605" y="55558"/>
                      <a:pt x="48384" y="55225"/>
                      <a:pt x="48935" y="54539"/>
                    </a:cubicBezTo>
                    <a:cubicBezTo>
                      <a:pt x="53238" y="49135"/>
                      <a:pt x="58676" y="46367"/>
                      <a:pt x="64080" y="46033"/>
                    </a:cubicBezTo>
                    <a:cubicBezTo>
                      <a:pt x="66481" y="45900"/>
                      <a:pt x="67515" y="42931"/>
                      <a:pt x="65681" y="41363"/>
                    </a:cubicBezTo>
                    <a:cubicBezTo>
                      <a:pt x="49936" y="28053"/>
                      <a:pt x="22650" y="11508"/>
                      <a:pt x="67" y="0"/>
                    </a:cubicBezTo>
                    <a:close/>
                  </a:path>
                </a:pathLst>
              </a:custGeom>
              <a:solidFill>
                <a:srgbClr val="191919">
                  <a:alpha val="61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05" name="Google Shape;4005;p19"/>
              <p:cNvSpPr/>
              <p:nvPr/>
            </p:nvSpPr>
            <p:spPr>
              <a:xfrm>
                <a:off x="1858500" y="2955938"/>
                <a:ext cx="1148675" cy="1546025"/>
              </a:xfrm>
              <a:custGeom>
                <a:avLst/>
                <a:gdLst/>
                <a:ahLst/>
                <a:cxnLst/>
                <a:rect l="l" t="t" r="r" b="b"/>
                <a:pathLst>
                  <a:path w="45947" h="61841" extrusionOk="0">
                    <a:moveTo>
                      <a:pt x="1635" y="1"/>
                    </a:moveTo>
                    <a:cubicBezTo>
                      <a:pt x="1602" y="34"/>
                      <a:pt x="1569" y="34"/>
                      <a:pt x="1502" y="34"/>
                    </a:cubicBezTo>
                    <a:cubicBezTo>
                      <a:pt x="1402" y="168"/>
                      <a:pt x="1302" y="334"/>
                      <a:pt x="1168" y="501"/>
                    </a:cubicBezTo>
                    <a:cubicBezTo>
                      <a:pt x="301" y="17547"/>
                      <a:pt x="1" y="38995"/>
                      <a:pt x="1869" y="59443"/>
                    </a:cubicBezTo>
                    <a:cubicBezTo>
                      <a:pt x="1989" y="60884"/>
                      <a:pt x="3215" y="61841"/>
                      <a:pt x="4515" y="61841"/>
                    </a:cubicBezTo>
                    <a:cubicBezTo>
                      <a:pt x="5021" y="61841"/>
                      <a:pt x="5538" y="61696"/>
                      <a:pt x="6005" y="61378"/>
                    </a:cubicBezTo>
                    <a:cubicBezTo>
                      <a:pt x="12280" y="57075"/>
                      <a:pt x="22400" y="54418"/>
                      <a:pt x="31722" y="54418"/>
                    </a:cubicBezTo>
                    <a:cubicBezTo>
                      <a:pt x="35335" y="54418"/>
                      <a:pt x="38828" y="54817"/>
                      <a:pt x="41931" y="55674"/>
                    </a:cubicBezTo>
                    <a:cubicBezTo>
                      <a:pt x="42172" y="55738"/>
                      <a:pt x="42409" y="55768"/>
                      <a:pt x="42637" y="55768"/>
                    </a:cubicBezTo>
                    <a:cubicBezTo>
                      <a:pt x="44562" y="55768"/>
                      <a:pt x="45947" y="53653"/>
                      <a:pt x="44933" y="51805"/>
                    </a:cubicBezTo>
                    <a:cubicBezTo>
                      <a:pt x="36427" y="36360"/>
                      <a:pt x="17847" y="16112"/>
                      <a:pt x="1635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06" name="Google Shape;4006;p19"/>
              <p:cNvSpPr/>
              <p:nvPr/>
            </p:nvSpPr>
            <p:spPr>
              <a:xfrm>
                <a:off x="112275" y="2948438"/>
                <a:ext cx="2249125" cy="1553525"/>
              </a:xfrm>
              <a:custGeom>
                <a:avLst/>
                <a:gdLst/>
                <a:ahLst/>
                <a:cxnLst/>
                <a:rect l="l" t="t" r="r" b="b"/>
                <a:pathLst>
                  <a:path w="89965" h="62141" extrusionOk="0">
                    <a:moveTo>
                      <a:pt x="71585" y="58242"/>
                    </a:moveTo>
                    <a:lnTo>
                      <a:pt x="71585" y="58242"/>
                    </a:lnTo>
                    <a:cubicBezTo>
                      <a:pt x="71590" y="58323"/>
                      <a:pt x="71595" y="58404"/>
                      <a:pt x="71601" y="58485"/>
                    </a:cubicBezTo>
                    <a:lnTo>
                      <a:pt x="71601" y="58485"/>
                    </a:lnTo>
                    <a:cubicBezTo>
                      <a:pt x="71593" y="58407"/>
                      <a:pt x="71585" y="58324"/>
                      <a:pt x="71585" y="58242"/>
                    </a:cubicBezTo>
                    <a:close/>
                    <a:moveTo>
                      <a:pt x="71017" y="1"/>
                    </a:moveTo>
                    <a:lnTo>
                      <a:pt x="71017" y="1"/>
                    </a:lnTo>
                    <a:cubicBezTo>
                      <a:pt x="59142" y="634"/>
                      <a:pt x="18180" y="15879"/>
                      <a:pt x="1301" y="29722"/>
                    </a:cubicBezTo>
                    <a:cubicBezTo>
                      <a:pt x="100" y="30723"/>
                      <a:pt x="0" y="32524"/>
                      <a:pt x="1101" y="33625"/>
                    </a:cubicBezTo>
                    <a:cubicBezTo>
                      <a:pt x="3569" y="36060"/>
                      <a:pt x="5371" y="39762"/>
                      <a:pt x="5871" y="44166"/>
                    </a:cubicBezTo>
                    <a:cubicBezTo>
                      <a:pt x="6046" y="45630"/>
                      <a:pt x="7281" y="46551"/>
                      <a:pt x="8544" y="46551"/>
                    </a:cubicBezTo>
                    <a:cubicBezTo>
                      <a:pt x="9208" y="46551"/>
                      <a:pt x="9879" y="46296"/>
                      <a:pt x="10408" y="45733"/>
                    </a:cubicBezTo>
                    <a:cubicBezTo>
                      <a:pt x="10808" y="45333"/>
                      <a:pt x="11208" y="44933"/>
                      <a:pt x="11608" y="44532"/>
                    </a:cubicBezTo>
                    <a:lnTo>
                      <a:pt x="11608" y="44532"/>
                    </a:lnTo>
                    <a:cubicBezTo>
                      <a:pt x="9974" y="46200"/>
                      <a:pt x="11175" y="49002"/>
                      <a:pt x="13543" y="49002"/>
                    </a:cubicBezTo>
                    <a:cubicBezTo>
                      <a:pt x="20381" y="49036"/>
                      <a:pt x="28887" y="52171"/>
                      <a:pt x="33190" y="56775"/>
                    </a:cubicBezTo>
                    <a:cubicBezTo>
                      <a:pt x="33734" y="57373"/>
                      <a:pt x="34457" y="57658"/>
                      <a:pt x="35171" y="57658"/>
                    </a:cubicBezTo>
                    <a:cubicBezTo>
                      <a:pt x="36168" y="57658"/>
                      <a:pt x="37147" y="57104"/>
                      <a:pt x="37594" y="56074"/>
                    </a:cubicBezTo>
                    <a:cubicBezTo>
                      <a:pt x="37794" y="55574"/>
                      <a:pt x="37994" y="55107"/>
                      <a:pt x="38227" y="54606"/>
                    </a:cubicBezTo>
                    <a:lnTo>
                      <a:pt x="38227" y="54606"/>
                    </a:lnTo>
                    <a:cubicBezTo>
                      <a:pt x="37408" y="56428"/>
                      <a:pt x="38799" y="58333"/>
                      <a:pt x="40666" y="58333"/>
                    </a:cubicBezTo>
                    <a:cubicBezTo>
                      <a:pt x="40849" y="58333"/>
                      <a:pt x="41038" y="58315"/>
                      <a:pt x="41230" y="58276"/>
                    </a:cubicBezTo>
                    <a:cubicBezTo>
                      <a:pt x="43367" y="57814"/>
                      <a:pt x="45880" y="57597"/>
                      <a:pt x="48538" y="57597"/>
                    </a:cubicBezTo>
                    <a:cubicBezTo>
                      <a:pt x="55294" y="57597"/>
                      <a:pt x="62989" y="58998"/>
                      <a:pt x="67849" y="61344"/>
                    </a:cubicBezTo>
                    <a:cubicBezTo>
                      <a:pt x="68217" y="61519"/>
                      <a:pt x="68597" y="61599"/>
                      <a:pt x="68967" y="61599"/>
                    </a:cubicBezTo>
                    <a:cubicBezTo>
                      <a:pt x="70405" y="61599"/>
                      <a:pt x="71694" y="60389"/>
                      <a:pt x="71625" y="58814"/>
                    </a:cubicBezTo>
                    <a:lnTo>
                      <a:pt x="71625" y="58814"/>
                    </a:lnTo>
                    <a:cubicBezTo>
                      <a:pt x="71648" y="59124"/>
                      <a:pt x="71677" y="59434"/>
                      <a:pt x="71718" y="59743"/>
                    </a:cubicBezTo>
                    <a:cubicBezTo>
                      <a:pt x="71838" y="61184"/>
                      <a:pt x="73064" y="62141"/>
                      <a:pt x="74364" y="62141"/>
                    </a:cubicBezTo>
                    <a:cubicBezTo>
                      <a:pt x="74870" y="62141"/>
                      <a:pt x="75387" y="61996"/>
                      <a:pt x="75854" y="61678"/>
                    </a:cubicBezTo>
                    <a:cubicBezTo>
                      <a:pt x="79557" y="59143"/>
                      <a:pt x="84560" y="57175"/>
                      <a:pt x="89964" y="56007"/>
                    </a:cubicBezTo>
                    <a:cubicBezTo>
                      <a:pt x="89764" y="55974"/>
                      <a:pt x="89531" y="55874"/>
                      <a:pt x="89331" y="55774"/>
                    </a:cubicBezTo>
                    <a:cubicBezTo>
                      <a:pt x="84466" y="53426"/>
                      <a:pt x="76762" y="52041"/>
                      <a:pt x="70001" y="52041"/>
                    </a:cubicBezTo>
                    <a:cubicBezTo>
                      <a:pt x="67350" y="52041"/>
                      <a:pt x="64844" y="52254"/>
                      <a:pt x="62712" y="52705"/>
                    </a:cubicBezTo>
                    <a:cubicBezTo>
                      <a:pt x="62205" y="52816"/>
                      <a:pt x="61561" y="52870"/>
                      <a:pt x="60853" y="52870"/>
                    </a:cubicBezTo>
                    <a:cubicBezTo>
                      <a:pt x="58578" y="52870"/>
                      <a:pt x="55657" y="52306"/>
                      <a:pt x="54639" y="51237"/>
                    </a:cubicBezTo>
                    <a:cubicBezTo>
                      <a:pt x="50369" y="46601"/>
                      <a:pt x="41830" y="43498"/>
                      <a:pt x="35025" y="43465"/>
                    </a:cubicBezTo>
                    <a:cubicBezTo>
                      <a:pt x="32657" y="43465"/>
                      <a:pt x="27620" y="40863"/>
                      <a:pt x="27353" y="38628"/>
                    </a:cubicBezTo>
                    <a:cubicBezTo>
                      <a:pt x="26853" y="34225"/>
                      <a:pt x="25051" y="30522"/>
                      <a:pt x="22550" y="28054"/>
                    </a:cubicBezTo>
                    <a:cubicBezTo>
                      <a:pt x="21449" y="26987"/>
                      <a:pt x="21582" y="25152"/>
                      <a:pt x="22783" y="24185"/>
                    </a:cubicBezTo>
                    <a:cubicBezTo>
                      <a:pt x="33624" y="15278"/>
                      <a:pt x="54406" y="5805"/>
                      <a:pt x="71017" y="1"/>
                    </a:cubicBezTo>
                    <a:close/>
                  </a:path>
                </a:pathLst>
              </a:custGeom>
              <a:solidFill>
                <a:srgbClr val="191919">
                  <a:alpha val="284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07" name="Google Shape;4007;p19"/>
              <p:cNvSpPr/>
              <p:nvPr/>
            </p:nvSpPr>
            <p:spPr>
              <a:xfrm>
                <a:off x="1820150" y="2665738"/>
                <a:ext cx="184325" cy="255200"/>
              </a:xfrm>
              <a:custGeom>
                <a:avLst/>
                <a:gdLst/>
                <a:ahLst/>
                <a:cxnLst/>
                <a:rect l="l" t="t" r="r" b="b"/>
                <a:pathLst>
                  <a:path w="7373" h="10208" extrusionOk="0">
                    <a:moveTo>
                      <a:pt x="3670" y="0"/>
                    </a:moveTo>
                    <a:cubicBezTo>
                      <a:pt x="1835" y="0"/>
                      <a:pt x="1" y="10208"/>
                      <a:pt x="1" y="10208"/>
                    </a:cubicBezTo>
                    <a:lnTo>
                      <a:pt x="7372" y="10208"/>
                    </a:lnTo>
                    <a:cubicBezTo>
                      <a:pt x="7372" y="10208"/>
                      <a:pt x="5538" y="0"/>
                      <a:pt x="36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08" name="Google Shape;4008;p19"/>
              <p:cNvSpPr/>
              <p:nvPr/>
            </p:nvSpPr>
            <p:spPr>
              <a:xfrm>
                <a:off x="1765100" y="2865038"/>
                <a:ext cx="293575" cy="111775"/>
              </a:xfrm>
              <a:custGeom>
                <a:avLst/>
                <a:gdLst/>
                <a:ahLst/>
                <a:cxnLst/>
                <a:rect l="l" t="t" r="r" b="b"/>
                <a:pathLst>
                  <a:path w="11743" h="4471" extrusionOk="0">
                    <a:moveTo>
                      <a:pt x="2002" y="1"/>
                    </a:moveTo>
                    <a:cubicBezTo>
                      <a:pt x="902" y="1"/>
                      <a:pt x="1" y="902"/>
                      <a:pt x="1" y="2002"/>
                    </a:cubicBezTo>
                    <a:lnTo>
                      <a:pt x="1" y="2469"/>
                    </a:lnTo>
                    <a:cubicBezTo>
                      <a:pt x="1" y="3570"/>
                      <a:pt x="902" y="4471"/>
                      <a:pt x="2002" y="4471"/>
                    </a:cubicBezTo>
                    <a:lnTo>
                      <a:pt x="9741" y="4471"/>
                    </a:lnTo>
                    <a:cubicBezTo>
                      <a:pt x="10875" y="4471"/>
                      <a:pt x="11743" y="3570"/>
                      <a:pt x="11743" y="2469"/>
                    </a:cubicBezTo>
                    <a:lnTo>
                      <a:pt x="11743" y="2002"/>
                    </a:lnTo>
                    <a:cubicBezTo>
                      <a:pt x="11743" y="902"/>
                      <a:pt x="10875" y="1"/>
                      <a:pt x="974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009" name="Google Shape;4009;p19"/>
          <p:cNvGrpSpPr/>
          <p:nvPr/>
        </p:nvGrpSpPr>
        <p:grpSpPr>
          <a:xfrm>
            <a:off x="6832683" y="4409614"/>
            <a:ext cx="3369488" cy="1707138"/>
            <a:chOff x="2087475" y="2783813"/>
            <a:chExt cx="3624275" cy="1836225"/>
          </a:xfrm>
        </p:grpSpPr>
        <p:sp>
          <p:nvSpPr>
            <p:cNvPr id="4010" name="Google Shape;4010;p19"/>
            <p:cNvSpPr/>
            <p:nvPr/>
          </p:nvSpPr>
          <p:spPr>
            <a:xfrm>
              <a:off x="2087475" y="3066513"/>
              <a:ext cx="1777125" cy="1163775"/>
            </a:xfrm>
            <a:custGeom>
              <a:avLst/>
              <a:gdLst/>
              <a:ahLst/>
              <a:cxnLst/>
              <a:rect l="l" t="t" r="r" b="b"/>
              <a:pathLst>
                <a:path w="71085" h="46551" extrusionOk="0">
                  <a:moveTo>
                    <a:pt x="71051" y="1"/>
                  </a:moveTo>
                  <a:cubicBezTo>
                    <a:pt x="59209" y="601"/>
                    <a:pt x="18213" y="15879"/>
                    <a:pt x="1301" y="29722"/>
                  </a:cubicBezTo>
                  <a:cubicBezTo>
                    <a:pt x="100" y="30723"/>
                    <a:pt x="0" y="32524"/>
                    <a:pt x="1101" y="33625"/>
                  </a:cubicBezTo>
                  <a:cubicBezTo>
                    <a:pt x="3569" y="36060"/>
                    <a:pt x="5371" y="39762"/>
                    <a:pt x="5904" y="44166"/>
                  </a:cubicBezTo>
                  <a:cubicBezTo>
                    <a:pt x="6057" y="45630"/>
                    <a:pt x="7285" y="46551"/>
                    <a:pt x="8555" y="46551"/>
                  </a:cubicBezTo>
                  <a:cubicBezTo>
                    <a:pt x="9222" y="46551"/>
                    <a:pt x="9901" y="46296"/>
                    <a:pt x="10441" y="45733"/>
                  </a:cubicBezTo>
                  <a:cubicBezTo>
                    <a:pt x="24151" y="31390"/>
                    <a:pt x="50203" y="12610"/>
                    <a:pt x="71051" y="568"/>
                  </a:cubicBezTo>
                  <a:cubicBezTo>
                    <a:pt x="71051" y="401"/>
                    <a:pt x="71051" y="201"/>
                    <a:pt x="7108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1" name="Google Shape;4011;p19"/>
            <p:cNvSpPr/>
            <p:nvPr/>
          </p:nvSpPr>
          <p:spPr>
            <a:xfrm>
              <a:off x="2335975" y="3080688"/>
              <a:ext cx="1529450" cy="1427300"/>
            </a:xfrm>
            <a:custGeom>
              <a:avLst/>
              <a:gdLst/>
              <a:ahLst/>
              <a:cxnLst/>
              <a:rect l="l" t="t" r="r" b="b"/>
              <a:pathLst>
                <a:path w="61178" h="57092" extrusionOk="0">
                  <a:moveTo>
                    <a:pt x="61111" y="1"/>
                  </a:moveTo>
                  <a:cubicBezTo>
                    <a:pt x="40830" y="11709"/>
                    <a:pt x="15678" y="29789"/>
                    <a:pt x="1668" y="43932"/>
                  </a:cubicBezTo>
                  <a:cubicBezTo>
                    <a:pt x="1" y="45633"/>
                    <a:pt x="1235" y="48435"/>
                    <a:pt x="3603" y="48435"/>
                  </a:cubicBezTo>
                  <a:cubicBezTo>
                    <a:pt x="10441" y="48469"/>
                    <a:pt x="18947" y="51604"/>
                    <a:pt x="23250" y="56208"/>
                  </a:cubicBezTo>
                  <a:cubicBezTo>
                    <a:pt x="23794" y="56806"/>
                    <a:pt x="24517" y="57091"/>
                    <a:pt x="25231" y="57091"/>
                  </a:cubicBezTo>
                  <a:cubicBezTo>
                    <a:pt x="26228" y="57091"/>
                    <a:pt x="27207" y="56537"/>
                    <a:pt x="27654" y="55507"/>
                  </a:cubicBezTo>
                  <a:cubicBezTo>
                    <a:pt x="34525" y="39529"/>
                    <a:pt x="48001" y="18180"/>
                    <a:pt x="61178" y="101"/>
                  </a:cubicBezTo>
                  <a:cubicBezTo>
                    <a:pt x="61144" y="34"/>
                    <a:pt x="61144" y="67"/>
                    <a:pt x="6111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2" name="Google Shape;4012;p19"/>
            <p:cNvSpPr/>
            <p:nvPr/>
          </p:nvSpPr>
          <p:spPr>
            <a:xfrm>
              <a:off x="3022650" y="3086538"/>
              <a:ext cx="858600" cy="1520275"/>
            </a:xfrm>
            <a:custGeom>
              <a:avLst/>
              <a:gdLst/>
              <a:ahLst/>
              <a:cxnLst/>
              <a:rect l="l" t="t" r="r" b="b"/>
              <a:pathLst>
                <a:path w="34344" h="60811" extrusionOk="0">
                  <a:moveTo>
                    <a:pt x="33610" y="0"/>
                  </a:moveTo>
                  <a:lnTo>
                    <a:pt x="33610" y="0"/>
                  </a:lnTo>
                  <a:cubicBezTo>
                    <a:pt x="20868" y="17479"/>
                    <a:pt x="7859" y="38027"/>
                    <a:pt x="820" y="53805"/>
                  </a:cubicBezTo>
                  <a:cubicBezTo>
                    <a:pt x="1" y="55627"/>
                    <a:pt x="1392" y="57532"/>
                    <a:pt x="3259" y="57532"/>
                  </a:cubicBezTo>
                  <a:cubicBezTo>
                    <a:pt x="3442" y="57532"/>
                    <a:pt x="3631" y="57514"/>
                    <a:pt x="3823" y="57475"/>
                  </a:cubicBezTo>
                  <a:cubicBezTo>
                    <a:pt x="5960" y="57013"/>
                    <a:pt x="8473" y="56796"/>
                    <a:pt x="11131" y="56796"/>
                  </a:cubicBezTo>
                  <a:cubicBezTo>
                    <a:pt x="17887" y="56796"/>
                    <a:pt x="25582" y="58197"/>
                    <a:pt x="30442" y="60543"/>
                  </a:cubicBezTo>
                  <a:cubicBezTo>
                    <a:pt x="30815" y="60727"/>
                    <a:pt x="31200" y="60811"/>
                    <a:pt x="31574" y="60811"/>
                  </a:cubicBezTo>
                  <a:cubicBezTo>
                    <a:pt x="33038" y="60811"/>
                    <a:pt x="34344" y="59529"/>
                    <a:pt x="34211" y="57908"/>
                  </a:cubicBezTo>
                  <a:cubicBezTo>
                    <a:pt x="32443" y="37794"/>
                    <a:pt x="32777" y="16745"/>
                    <a:pt x="3361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3" name="Google Shape;4013;p19"/>
            <p:cNvSpPr/>
            <p:nvPr/>
          </p:nvSpPr>
          <p:spPr>
            <a:xfrm>
              <a:off x="3878750" y="3065688"/>
              <a:ext cx="1833000" cy="1095200"/>
            </a:xfrm>
            <a:custGeom>
              <a:avLst/>
              <a:gdLst/>
              <a:ahLst/>
              <a:cxnLst/>
              <a:rect l="l" t="t" r="r" b="b"/>
              <a:pathLst>
                <a:path w="73320" h="43808" extrusionOk="0">
                  <a:moveTo>
                    <a:pt x="100" y="0"/>
                  </a:moveTo>
                  <a:lnTo>
                    <a:pt x="0" y="334"/>
                  </a:lnTo>
                  <a:cubicBezTo>
                    <a:pt x="23450" y="12276"/>
                    <a:pt x="51837" y="29588"/>
                    <a:pt x="67248" y="43131"/>
                  </a:cubicBezTo>
                  <a:cubicBezTo>
                    <a:pt x="67767" y="43597"/>
                    <a:pt x="68383" y="43807"/>
                    <a:pt x="68988" y="43807"/>
                  </a:cubicBezTo>
                  <a:cubicBezTo>
                    <a:pt x="70289" y="43807"/>
                    <a:pt x="71538" y="42833"/>
                    <a:pt x="71651" y="41330"/>
                  </a:cubicBezTo>
                  <a:cubicBezTo>
                    <a:pt x="71818" y="38961"/>
                    <a:pt x="72218" y="36326"/>
                    <a:pt x="72986" y="34125"/>
                  </a:cubicBezTo>
                  <a:cubicBezTo>
                    <a:pt x="73319" y="33091"/>
                    <a:pt x="73052" y="31956"/>
                    <a:pt x="72252" y="31256"/>
                  </a:cubicBezTo>
                  <a:cubicBezTo>
                    <a:pt x="56274" y="16712"/>
                    <a:pt x="11275" y="0"/>
                    <a:pt x="10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4" name="Google Shape;4014;p19"/>
            <p:cNvSpPr/>
            <p:nvPr/>
          </p:nvSpPr>
          <p:spPr>
            <a:xfrm>
              <a:off x="3874575" y="3072363"/>
              <a:ext cx="1687900" cy="1388950"/>
            </a:xfrm>
            <a:custGeom>
              <a:avLst/>
              <a:gdLst/>
              <a:ahLst/>
              <a:cxnLst/>
              <a:rect l="l" t="t" r="r" b="b"/>
              <a:pathLst>
                <a:path w="67516" h="55558" extrusionOk="0">
                  <a:moveTo>
                    <a:pt x="67" y="0"/>
                  </a:moveTo>
                  <a:cubicBezTo>
                    <a:pt x="34" y="67"/>
                    <a:pt x="34" y="33"/>
                    <a:pt x="0" y="67"/>
                  </a:cubicBezTo>
                  <a:cubicBezTo>
                    <a:pt x="16979" y="16979"/>
                    <a:pt x="36593" y="38361"/>
                    <a:pt x="44466" y="54072"/>
                  </a:cubicBezTo>
                  <a:cubicBezTo>
                    <a:pt x="44945" y="55049"/>
                    <a:pt x="45883" y="55558"/>
                    <a:pt x="46835" y="55558"/>
                  </a:cubicBezTo>
                  <a:cubicBezTo>
                    <a:pt x="47605" y="55558"/>
                    <a:pt x="48384" y="55225"/>
                    <a:pt x="48935" y="54539"/>
                  </a:cubicBezTo>
                  <a:cubicBezTo>
                    <a:pt x="53238" y="49135"/>
                    <a:pt x="58676" y="46367"/>
                    <a:pt x="64080" y="46033"/>
                  </a:cubicBezTo>
                  <a:cubicBezTo>
                    <a:pt x="66481" y="45900"/>
                    <a:pt x="67515" y="42931"/>
                    <a:pt x="65681" y="41363"/>
                  </a:cubicBezTo>
                  <a:cubicBezTo>
                    <a:pt x="49936" y="28053"/>
                    <a:pt x="22650" y="11508"/>
                    <a:pt x="6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5" name="Google Shape;4015;p19"/>
            <p:cNvSpPr/>
            <p:nvPr/>
          </p:nvSpPr>
          <p:spPr>
            <a:xfrm>
              <a:off x="3833700" y="3074013"/>
              <a:ext cx="1148675" cy="1546025"/>
            </a:xfrm>
            <a:custGeom>
              <a:avLst/>
              <a:gdLst/>
              <a:ahLst/>
              <a:cxnLst/>
              <a:rect l="l" t="t" r="r" b="b"/>
              <a:pathLst>
                <a:path w="45947" h="61841" extrusionOk="0">
                  <a:moveTo>
                    <a:pt x="1635" y="1"/>
                  </a:moveTo>
                  <a:cubicBezTo>
                    <a:pt x="1602" y="34"/>
                    <a:pt x="1569" y="34"/>
                    <a:pt x="1502" y="34"/>
                  </a:cubicBezTo>
                  <a:cubicBezTo>
                    <a:pt x="1402" y="168"/>
                    <a:pt x="1302" y="334"/>
                    <a:pt x="1168" y="501"/>
                  </a:cubicBezTo>
                  <a:cubicBezTo>
                    <a:pt x="301" y="17547"/>
                    <a:pt x="1" y="38995"/>
                    <a:pt x="1869" y="59443"/>
                  </a:cubicBezTo>
                  <a:cubicBezTo>
                    <a:pt x="1989" y="60884"/>
                    <a:pt x="3215" y="61841"/>
                    <a:pt x="4515" y="61841"/>
                  </a:cubicBezTo>
                  <a:cubicBezTo>
                    <a:pt x="5021" y="61841"/>
                    <a:pt x="5538" y="61696"/>
                    <a:pt x="6005" y="61378"/>
                  </a:cubicBezTo>
                  <a:cubicBezTo>
                    <a:pt x="12280" y="57075"/>
                    <a:pt x="22400" y="54418"/>
                    <a:pt x="31722" y="54418"/>
                  </a:cubicBezTo>
                  <a:cubicBezTo>
                    <a:pt x="35335" y="54418"/>
                    <a:pt x="38828" y="54817"/>
                    <a:pt x="41931" y="55674"/>
                  </a:cubicBezTo>
                  <a:cubicBezTo>
                    <a:pt x="42172" y="55738"/>
                    <a:pt x="42409" y="55768"/>
                    <a:pt x="42637" y="55768"/>
                  </a:cubicBezTo>
                  <a:cubicBezTo>
                    <a:pt x="44562" y="55768"/>
                    <a:pt x="45947" y="53653"/>
                    <a:pt x="44933" y="51805"/>
                  </a:cubicBezTo>
                  <a:cubicBezTo>
                    <a:pt x="36427" y="36360"/>
                    <a:pt x="17847" y="16112"/>
                    <a:pt x="163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016" name="Google Shape;4016;p19"/>
            <p:cNvGrpSpPr/>
            <p:nvPr/>
          </p:nvGrpSpPr>
          <p:grpSpPr>
            <a:xfrm>
              <a:off x="2087475" y="2783813"/>
              <a:ext cx="3624275" cy="1836225"/>
              <a:chOff x="112275" y="2665738"/>
              <a:chExt cx="3624275" cy="1836225"/>
            </a:xfrm>
          </p:grpSpPr>
          <p:sp>
            <p:nvSpPr>
              <p:cNvPr id="4017" name="Google Shape;4017;p19"/>
              <p:cNvSpPr/>
              <p:nvPr/>
            </p:nvSpPr>
            <p:spPr>
              <a:xfrm>
                <a:off x="112275" y="2948438"/>
                <a:ext cx="1777125" cy="1163775"/>
              </a:xfrm>
              <a:custGeom>
                <a:avLst/>
                <a:gdLst/>
                <a:ahLst/>
                <a:cxnLst/>
                <a:rect l="l" t="t" r="r" b="b"/>
                <a:pathLst>
                  <a:path w="71085" h="46551" extrusionOk="0">
                    <a:moveTo>
                      <a:pt x="71051" y="1"/>
                    </a:moveTo>
                    <a:cubicBezTo>
                      <a:pt x="59209" y="601"/>
                      <a:pt x="18213" y="15879"/>
                      <a:pt x="1301" y="29722"/>
                    </a:cubicBezTo>
                    <a:cubicBezTo>
                      <a:pt x="100" y="30723"/>
                      <a:pt x="0" y="32524"/>
                      <a:pt x="1101" y="33625"/>
                    </a:cubicBezTo>
                    <a:cubicBezTo>
                      <a:pt x="3569" y="36060"/>
                      <a:pt x="5371" y="39762"/>
                      <a:pt x="5904" y="44166"/>
                    </a:cubicBezTo>
                    <a:cubicBezTo>
                      <a:pt x="6057" y="45630"/>
                      <a:pt x="7285" y="46551"/>
                      <a:pt x="8555" y="46551"/>
                    </a:cubicBezTo>
                    <a:cubicBezTo>
                      <a:pt x="9222" y="46551"/>
                      <a:pt x="9901" y="46296"/>
                      <a:pt x="10441" y="45733"/>
                    </a:cubicBezTo>
                    <a:cubicBezTo>
                      <a:pt x="24151" y="31390"/>
                      <a:pt x="50203" y="12610"/>
                      <a:pt x="71051" y="568"/>
                    </a:cubicBezTo>
                    <a:cubicBezTo>
                      <a:pt x="71051" y="401"/>
                      <a:pt x="71051" y="201"/>
                      <a:pt x="71084" y="1"/>
                    </a:cubicBezTo>
                    <a:close/>
                  </a:path>
                </a:pathLst>
              </a:custGeom>
              <a:solidFill>
                <a:srgbClr val="191919">
                  <a:alpha val="284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18" name="Google Shape;4018;p19"/>
              <p:cNvSpPr/>
              <p:nvPr/>
            </p:nvSpPr>
            <p:spPr>
              <a:xfrm>
                <a:off x="360775" y="2962613"/>
                <a:ext cx="1529450" cy="1427300"/>
              </a:xfrm>
              <a:custGeom>
                <a:avLst/>
                <a:gdLst/>
                <a:ahLst/>
                <a:cxnLst/>
                <a:rect l="l" t="t" r="r" b="b"/>
                <a:pathLst>
                  <a:path w="61178" h="57092" extrusionOk="0">
                    <a:moveTo>
                      <a:pt x="61111" y="1"/>
                    </a:moveTo>
                    <a:cubicBezTo>
                      <a:pt x="40830" y="11709"/>
                      <a:pt x="15678" y="29789"/>
                      <a:pt x="1668" y="43932"/>
                    </a:cubicBezTo>
                    <a:cubicBezTo>
                      <a:pt x="1" y="45633"/>
                      <a:pt x="1235" y="48435"/>
                      <a:pt x="3603" y="48435"/>
                    </a:cubicBezTo>
                    <a:cubicBezTo>
                      <a:pt x="10441" y="48469"/>
                      <a:pt x="18947" y="51604"/>
                      <a:pt x="23250" y="56208"/>
                    </a:cubicBezTo>
                    <a:cubicBezTo>
                      <a:pt x="23794" y="56806"/>
                      <a:pt x="24517" y="57091"/>
                      <a:pt x="25231" y="57091"/>
                    </a:cubicBezTo>
                    <a:cubicBezTo>
                      <a:pt x="26228" y="57091"/>
                      <a:pt x="27207" y="56537"/>
                      <a:pt x="27654" y="55507"/>
                    </a:cubicBezTo>
                    <a:cubicBezTo>
                      <a:pt x="34525" y="39529"/>
                      <a:pt x="48001" y="18180"/>
                      <a:pt x="61178" y="101"/>
                    </a:cubicBezTo>
                    <a:cubicBezTo>
                      <a:pt x="61144" y="34"/>
                      <a:pt x="61144" y="67"/>
                      <a:pt x="61111" y="1"/>
                    </a:cubicBezTo>
                    <a:close/>
                  </a:path>
                </a:pathLst>
              </a:custGeom>
              <a:solidFill>
                <a:srgbClr val="191919">
                  <a:alpha val="189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19" name="Google Shape;4019;p19"/>
              <p:cNvSpPr/>
              <p:nvPr/>
            </p:nvSpPr>
            <p:spPr>
              <a:xfrm>
                <a:off x="1047450" y="2968463"/>
                <a:ext cx="858600" cy="1520275"/>
              </a:xfrm>
              <a:custGeom>
                <a:avLst/>
                <a:gdLst/>
                <a:ahLst/>
                <a:cxnLst/>
                <a:rect l="l" t="t" r="r" b="b"/>
                <a:pathLst>
                  <a:path w="34344" h="60811" extrusionOk="0">
                    <a:moveTo>
                      <a:pt x="33610" y="0"/>
                    </a:moveTo>
                    <a:lnTo>
                      <a:pt x="33610" y="0"/>
                    </a:lnTo>
                    <a:cubicBezTo>
                      <a:pt x="20868" y="17479"/>
                      <a:pt x="7859" y="38027"/>
                      <a:pt x="820" y="53805"/>
                    </a:cubicBezTo>
                    <a:cubicBezTo>
                      <a:pt x="1" y="55627"/>
                      <a:pt x="1392" y="57532"/>
                      <a:pt x="3259" y="57532"/>
                    </a:cubicBezTo>
                    <a:cubicBezTo>
                      <a:pt x="3442" y="57532"/>
                      <a:pt x="3631" y="57514"/>
                      <a:pt x="3823" y="57475"/>
                    </a:cubicBezTo>
                    <a:cubicBezTo>
                      <a:pt x="5960" y="57013"/>
                      <a:pt x="8473" y="56796"/>
                      <a:pt x="11131" y="56796"/>
                    </a:cubicBezTo>
                    <a:cubicBezTo>
                      <a:pt x="17887" y="56796"/>
                      <a:pt x="25582" y="58197"/>
                      <a:pt x="30442" y="60543"/>
                    </a:cubicBezTo>
                    <a:cubicBezTo>
                      <a:pt x="30815" y="60727"/>
                      <a:pt x="31200" y="60811"/>
                      <a:pt x="31574" y="60811"/>
                    </a:cubicBezTo>
                    <a:cubicBezTo>
                      <a:pt x="33038" y="60811"/>
                      <a:pt x="34344" y="59529"/>
                      <a:pt x="34211" y="57908"/>
                    </a:cubicBezTo>
                    <a:cubicBezTo>
                      <a:pt x="32443" y="37794"/>
                      <a:pt x="32777" y="16745"/>
                      <a:pt x="33610" y="0"/>
                    </a:cubicBezTo>
                    <a:close/>
                  </a:path>
                </a:pathLst>
              </a:custGeom>
              <a:solidFill>
                <a:srgbClr val="191919">
                  <a:alpha val="150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20" name="Google Shape;4020;p19"/>
              <p:cNvSpPr/>
              <p:nvPr/>
            </p:nvSpPr>
            <p:spPr>
              <a:xfrm>
                <a:off x="1903550" y="2947613"/>
                <a:ext cx="1833000" cy="1095200"/>
              </a:xfrm>
              <a:custGeom>
                <a:avLst/>
                <a:gdLst/>
                <a:ahLst/>
                <a:cxnLst/>
                <a:rect l="l" t="t" r="r" b="b"/>
                <a:pathLst>
                  <a:path w="73320" h="43808" extrusionOk="0">
                    <a:moveTo>
                      <a:pt x="100" y="0"/>
                    </a:moveTo>
                    <a:lnTo>
                      <a:pt x="0" y="334"/>
                    </a:lnTo>
                    <a:cubicBezTo>
                      <a:pt x="23450" y="12276"/>
                      <a:pt x="51837" y="29588"/>
                      <a:pt x="67248" y="43131"/>
                    </a:cubicBezTo>
                    <a:cubicBezTo>
                      <a:pt x="67767" y="43597"/>
                      <a:pt x="68383" y="43807"/>
                      <a:pt x="68988" y="43807"/>
                    </a:cubicBezTo>
                    <a:cubicBezTo>
                      <a:pt x="70289" y="43807"/>
                      <a:pt x="71538" y="42833"/>
                      <a:pt x="71651" y="41330"/>
                    </a:cubicBezTo>
                    <a:cubicBezTo>
                      <a:pt x="71818" y="38961"/>
                      <a:pt x="72218" y="36326"/>
                      <a:pt x="72986" y="34125"/>
                    </a:cubicBezTo>
                    <a:cubicBezTo>
                      <a:pt x="73319" y="33091"/>
                      <a:pt x="73052" y="31956"/>
                      <a:pt x="72252" y="31256"/>
                    </a:cubicBezTo>
                    <a:cubicBezTo>
                      <a:pt x="56274" y="16712"/>
                      <a:pt x="11275" y="0"/>
                      <a:pt x="100" y="0"/>
                    </a:cubicBezTo>
                    <a:close/>
                  </a:path>
                </a:pathLst>
              </a:custGeom>
              <a:solidFill>
                <a:srgbClr val="191919">
                  <a:alpha val="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21" name="Google Shape;4021;p19"/>
              <p:cNvSpPr/>
              <p:nvPr/>
            </p:nvSpPr>
            <p:spPr>
              <a:xfrm>
                <a:off x="1899375" y="2954288"/>
                <a:ext cx="1687900" cy="1388950"/>
              </a:xfrm>
              <a:custGeom>
                <a:avLst/>
                <a:gdLst/>
                <a:ahLst/>
                <a:cxnLst/>
                <a:rect l="l" t="t" r="r" b="b"/>
                <a:pathLst>
                  <a:path w="67516" h="55558" extrusionOk="0">
                    <a:moveTo>
                      <a:pt x="67" y="0"/>
                    </a:moveTo>
                    <a:cubicBezTo>
                      <a:pt x="34" y="67"/>
                      <a:pt x="34" y="33"/>
                      <a:pt x="0" y="67"/>
                    </a:cubicBezTo>
                    <a:cubicBezTo>
                      <a:pt x="16979" y="16979"/>
                      <a:pt x="36593" y="38361"/>
                      <a:pt x="44466" y="54072"/>
                    </a:cubicBezTo>
                    <a:cubicBezTo>
                      <a:pt x="44945" y="55049"/>
                      <a:pt x="45883" y="55558"/>
                      <a:pt x="46835" y="55558"/>
                    </a:cubicBezTo>
                    <a:cubicBezTo>
                      <a:pt x="47605" y="55558"/>
                      <a:pt x="48384" y="55225"/>
                      <a:pt x="48935" y="54539"/>
                    </a:cubicBezTo>
                    <a:cubicBezTo>
                      <a:pt x="53238" y="49135"/>
                      <a:pt x="58676" y="46367"/>
                      <a:pt x="64080" y="46033"/>
                    </a:cubicBezTo>
                    <a:cubicBezTo>
                      <a:pt x="66481" y="45900"/>
                      <a:pt x="67515" y="42931"/>
                      <a:pt x="65681" y="41363"/>
                    </a:cubicBezTo>
                    <a:cubicBezTo>
                      <a:pt x="49936" y="28053"/>
                      <a:pt x="22650" y="11508"/>
                      <a:pt x="67" y="0"/>
                    </a:cubicBezTo>
                    <a:close/>
                  </a:path>
                </a:pathLst>
              </a:custGeom>
              <a:solidFill>
                <a:srgbClr val="191919">
                  <a:alpha val="61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22" name="Google Shape;4022;p19"/>
              <p:cNvSpPr/>
              <p:nvPr/>
            </p:nvSpPr>
            <p:spPr>
              <a:xfrm>
                <a:off x="1858500" y="2955938"/>
                <a:ext cx="1148675" cy="1546025"/>
              </a:xfrm>
              <a:custGeom>
                <a:avLst/>
                <a:gdLst/>
                <a:ahLst/>
                <a:cxnLst/>
                <a:rect l="l" t="t" r="r" b="b"/>
                <a:pathLst>
                  <a:path w="45947" h="61841" extrusionOk="0">
                    <a:moveTo>
                      <a:pt x="1635" y="1"/>
                    </a:moveTo>
                    <a:cubicBezTo>
                      <a:pt x="1602" y="34"/>
                      <a:pt x="1569" y="34"/>
                      <a:pt x="1502" y="34"/>
                    </a:cubicBezTo>
                    <a:cubicBezTo>
                      <a:pt x="1402" y="168"/>
                      <a:pt x="1302" y="334"/>
                      <a:pt x="1168" y="501"/>
                    </a:cubicBezTo>
                    <a:cubicBezTo>
                      <a:pt x="301" y="17547"/>
                      <a:pt x="1" y="38995"/>
                      <a:pt x="1869" y="59443"/>
                    </a:cubicBezTo>
                    <a:cubicBezTo>
                      <a:pt x="1989" y="60884"/>
                      <a:pt x="3215" y="61841"/>
                      <a:pt x="4515" y="61841"/>
                    </a:cubicBezTo>
                    <a:cubicBezTo>
                      <a:pt x="5021" y="61841"/>
                      <a:pt x="5538" y="61696"/>
                      <a:pt x="6005" y="61378"/>
                    </a:cubicBezTo>
                    <a:cubicBezTo>
                      <a:pt x="12280" y="57075"/>
                      <a:pt x="22400" y="54418"/>
                      <a:pt x="31722" y="54418"/>
                    </a:cubicBezTo>
                    <a:cubicBezTo>
                      <a:pt x="35335" y="54418"/>
                      <a:pt x="38828" y="54817"/>
                      <a:pt x="41931" y="55674"/>
                    </a:cubicBezTo>
                    <a:cubicBezTo>
                      <a:pt x="42172" y="55738"/>
                      <a:pt x="42409" y="55768"/>
                      <a:pt x="42637" y="55768"/>
                    </a:cubicBezTo>
                    <a:cubicBezTo>
                      <a:pt x="44562" y="55768"/>
                      <a:pt x="45947" y="53653"/>
                      <a:pt x="44933" y="51805"/>
                    </a:cubicBezTo>
                    <a:cubicBezTo>
                      <a:pt x="36427" y="36360"/>
                      <a:pt x="17847" y="16112"/>
                      <a:pt x="1635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23" name="Google Shape;4023;p19"/>
              <p:cNvSpPr/>
              <p:nvPr/>
            </p:nvSpPr>
            <p:spPr>
              <a:xfrm>
                <a:off x="112275" y="2948438"/>
                <a:ext cx="2249125" cy="1553525"/>
              </a:xfrm>
              <a:custGeom>
                <a:avLst/>
                <a:gdLst/>
                <a:ahLst/>
                <a:cxnLst/>
                <a:rect l="l" t="t" r="r" b="b"/>
                <a:pathLst>
                  <a:path w="89965" h="62141" extrusionOk="0">
                    <a:moveTo>
                      <a:pt x="71585" y="58242"/>
                    </a:moveTo>
                    <a:lnTo>
                      <a:pt x="71585" y="58242"/>
                    </a:lnTo>
                    <a:cubicBezTo>
                      <a:pt x="71590" y="58323"/>
                      <a:pt x="71595" y="58404"/>
                      <a:pt x="71601" y="58485"/>
                    </a:cubicBezTo>
                    <a:lnTo>
                      <a:pt x="71601" y="58485"/>
                    </a:lnTo>
                    <a:cubicBezTo>
                      <a:pt x="71593" y="58407"/>
                      <a:pt x="71585" y="58324"/>
                      <a:pt x="71585" y="58242"/>
                    </a:cubicBezTo>
                    <a:close/>
                    <a:moveTo>
                      <a:pt x="71017" y="1"/>
                    </a:moveTo>
                    <a:lnTo>
                      <a:pt x="71017" y="1"/>
                    </a:lnTo>
                    <a:cubicBezTo>
                      <a:pt x="59142" y="634"/>
                      <a:pt x="18180" y="15879"/>
                      <a:pt x="1301" y="29722"/>
                    </a:cubicBezTo>
                    <a:cubicBezTo>
                      <a:pt x="100" y="30723"/>
                      <a:pt x="0" y="32524"/>
                      <a:pt x="1101" y="33625"/>
                    </a:cubicBezTo>
                    <a:cubicBezTo>
                      <a:pt x="3569" y="36060"/>
                      <a:pt x="5371" y="39762"/>
                      <a:pt x="5871" y="44166"/>
                    </a:cubicBezTo>
                    <a:cubicBezTo>
                      <a:pt x="6046" y="45630"/>
                      <a:pt x="7281" y="46551"/>
                      <a:pt x="8544" y="46551"/>
                    </a:cubicBezTo>
                    <a:cubicBezTo>
                      <a:pt x="9208" y="46551"/>
                      <a:pt x="9879" y="46296"/>
                      <a:pt x="10408" y="45733"/>
                    </a:cubicBezTo>
                    <a:cubicBezTo>
                      <a:pt x="10808" y="45333"/>
                      <a:pt x="11208" y="44933"/>
                      <a:pt x="11608" y="44532"/>
                    </a:cubicBezTo>
                    <a:lnTo>
                      <a:pt x="11608" y="44532"/>
                    </a:lnTo>
                    <a:cubicBezTo>
                      <a:pt x="9974" y="46200"/>
                      <a:pt x="11175" y="49002"/>
                      <a:pt x="13543" y="49002"/>
                    </a:cubicBezTo>
                    <a:cubicBezTo>
                      <a:pt x="20381" y="49036"/>
                      <a:pt x="28887" y="52171"/>
                      <a:pt x="33190" y="56775"/>
                    </a:cubicBezTo>
                    <a:cubicBezTo>
                      <a:pt x="33734" y="57373"/>
                      <a:pt x="34457" y="57658"/>
                      <a:pt x="35171" y="57658"/>
                    </a:cubicBezTo>
                    <a:cubicBezTo>
                      <a:pt x="36168" y="57658"/>
                      <a:pt x="37147" y="57104"/>
                      <a:pt x="37594" y="56074"/>
                    </a:cubicBezTo>
                    <a:cubicBezTo>
                      <a:pt x="37794" y="55574"/>
                      <a:pt x="37994" y="55107"/>
                      <a:pt x="38227" y="54606"/>
                    </a:cubicBezTo>
                    <a:lnTo>
                      <a:pt x="38227" y="54606"/>
                    </a:lnTo>
                    <a:cubicBezTo>
                      <a:pt x="37408" y="56428"/>
                      <a:pt x="38799" y="58333"/>
                      <a:pt x="40666" y="58333"/>
                    </a:cubicBezTo>
                    <a:cubicBezTo>
                      <a:pt x="40849" y="58333"/>
                      <a:pt x="41038" y="58315"/>
                      <a:pt x="41230" y="58276"/>
                    </a:cubicBezTo>
                    <a:cubicBezTo>
                      <a:pt x="43367" y="57814"/>
                      <a:pt x="45880" y="57597"/>
                      <a:pt x="48538" y="57597"/>
                    </a:cubicBezTo>
                    <a:cubicBezTo>
                      <a:pt x="55294" y="57597"/>
                      <a:pt x="62989" y="58998"/>
                      <a:pt x="67849" y="61344"/>
                    </a:cubicBezTo>
                    <a:cubicBezTo>
                      <a:pt x="68217" y="61519"/>
                      <a:pt x="68597" y="61599"/>
                      <a:pt x="68967" y="61599"/>
                    </a:cubicBezTo>
                    <a:cubicBezTo>
                      <a:pt x="70405" y="61599"/>
                      <a:pt x="71694" y="60389"/>
                      <a:pt x="71625" y="58814"/>
                    </a:cubicBezTo>
                    <a:lnTo>
                      <a:pt x="71625" y="58814"/>
                    </a:lnTo>
                    <a:cubicBezTo>
                      <a:pt x="71648" y="59124"/>
                      <a:pt x="71677" y="59434"/>
                      <a:pt x="71718" y="59743"/>
                    </a:cubicBezTo>
                    <a:cubicBezTo>
                      <a:pt x="71838" y="61184"/>
                      <a:pt x="73064" y="62141"/>
                      <a:pt x="74364" y="62141"/>
                    </a:cubicBezTo>
                    <a:cubicBezTo>
                      <a:pt x="74870" y="62141"/>
                      <a:pt x="75387" y="61996"/>
                      <a:pt x="75854" y="61678"/>
                    </a:cubicBezTo>
                    <a:cubicBezTo>
                      <a:pt x="79557" y="59143"/>
                      <a:pt x="84560" y="57175"/>
                      <a:pt x="89964" y="56007"/>
                    </a:cubicBezTo>
                    <a:cubicBezTo>
                      <a:pt x="89764" y="55974"/>
                      <a:pt x="89531" y="55874"/>
                      <a:pt x="89331" y="55774"/>
                    </a:cubicBezTo>
                    <a:cubicBezTo>
                      <a:pt x="84466" y="53426"/>
                      <a:pt x="76762" y="52041"/>
                      <a:pt x="70001" y="52041"/>
                    </a:cubicBezTo>
                    <a:cubicBezTo>
                      <a:pt x="67350" y="52041"/>
                      <a:pt x="64844" y="52254"/>
                      <a:pt x="62712" y="52705"/>
                    </a:cubicBezTo>
                    <a:cubicBezTo>
                      <a:pt x="62205" y="52816"/>
                      <a:pt x="61561" y="52870"/>
                      <a:pt x="60853" y="52870"/>
                    </a:cubicBezTo>
                    <a:cubicBezTo>
                      <a:pt x="58578" y="52870"/>
                      <a:pt x="55657" y="52306"/>
                      <a:pt x="54639" y="51237"/>
                    </a:cubicBezTo>
                    <a:cubicBezTo>
                      <a:pt x="50369" y="46601"/>
                      <a:pt x="41830" y="43498"/>
                      <a:pt x="35025" y="43465"/>
                    </a:cubicBezTo>
                    <a:cubicBezTo>
                      <a:pt x="32657" y="43465"/>
                      <a:pt x="27620" y="40863"/>
                      <a:pt x="27353" y="38628"/>
                    </a:cubicBezTo>
                    <a:cubicBezTo>
                      <a:pt x="26853" y="34225"/>
                      <a:pt x="25051" y="30522"/>
                      <a:pt x="22550" y="28054"/>
                    </a:cubicBezTo>
                    <a:cubicBezTo>
                      <a:pt x="21449" y="26987"/>
                      <a:pt x="21582" y="25152"/>
                      <a:pt x="22783" y="24185"/>
                    </a:cubicBezTo>
                    <a:cubicBezTo>
                      <a:pt x="33624" y="15278"/>
                      <a:pt x="54406" y="5805"/>
                      <a:pt x="71017" y="1"/>
                    </a:cubicBezTo>
                    <a:close/>
                  </a:path>
                </a:pathLst>
              </a:custGeom>
              <a:solidFill>
                <a:srgbClr val="191919">
                  <a:alpha val="284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24" name="Google Shape;4024;p19"/>
              <p:cNvSpPr/>
              <p:nvPr/>
            </p:nvSpPr>
            <p:spPr>
              <a:xfrm>
                <a:off x="1820150" y="2665738"/>
                <a:ext cx="184325" cy="255200"/>
              </a:xfrm>
              <a:custGeom>
                <a:avLst/>
                <a:gdLst/>
                <a:ahLst/>
                <a:cxnLst/>
                <a:rect l="l" t="t" r="r" b="b"/>
                <a:pathLst>
                  <a:path w="7373" h="10208" extrusionOk="0">
                    <a:moveTo>
                      <a:pt x="3670" y="0"/>
                    </a:moveTo>
                    <a:cubicBezTo>
                      <a:pt x="1835" y="0"/>
                      <a:pt x="1" y="10208"/>
                      <a:pt x="1" y="10208"/>
                    </a:cubicBezTo>
                    <a:lnTo>
                      <a:pt x="7372" y="10208"/>
                    </a:lnTo>
                    <a:cubicBezTo>
                      <a:pt x="7372" y="10208"/>
                      <a:pt x="5538" y="0"/>
                      <a:pt x="36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25" name="Google Shape;4025;p19"/>
              <p:cNvSpPr/>
              <p:nvPr/>
            </p:nvSpPr>
            <p:spPr>
              <a:xfrm>
                <a:off x="1765100" y="2865038"/>
                <a:ext cx="293575" cy="111775"/>
              </a:xfrm>
              <a:custGeom>
                <a:avLst/>
                <a:gdLst/>
                <a:ahLst/>
                <a:cxnLst/>
                <a:rect l="l" t="t" r="r" b="b"/>
                <a:pathLst>
                  <a:path w="11743" h="4471" extrusionOk="0">
                    <a:moveTo>
                      <a:pt x="2002" y="1"/>
                    </a:moveTo>
                    <a:cubicBezTo>
                      <a:pt x="902" y="1"/>
                      <a:pt x="1" y="902"/>
                      <a:pt x="1" y="2002"/>
                    </a:cubicBezTo>
                    <a:lnTo>
                      <a:pt x="1" y="2469"/>
                    </a:lnTo>
                    <a:cubicBezTo>
                      <a:pt x="1" y="3570"/>
                      <a:pt x="902" y="4471"/>
                      <a:pt x="2002" y="4471"/>
                    </a:cubicBezTo>
                    <a:lnTo>
                      <a:pt x="9741" y="4471"/>
                    </a:lnTo>
                    <a:cubicBezTo>
                      <a:pt x="10875" y="4471"/>
                      <a:pt x="11743" y="3570"/>
                      <a:pt x="11743" y="2469"/>
                    </a:cubicBezTo>
                    <a:lnTo>
                      <a:pt x="11743" y="2002"/>
                    </a:lnTo>
                    <a:cubicBezTo>
                      <a:pt x="11743" y="902"/>
                      <a:pt x="10875" y="1"/>
                      <a:pt x="974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026" name="Google Shape;4026;p19"/>
          <p:cNvGrpSpPr/>
          <p:nvPr/>
        </p:nvGrpSpPr>
        <p:grpSpPr>
          <a:xfrm>
            <a:off x="50125" y="0"/>
            <a:ext cx="8858300" cy="5317875"/>
            <a:chOff x="50125" y="0"/>
            <a:chExt cx="8858300" cy="5317875"/>
          </a:xfrm>
        </p:grpSpPr>
        <p:sp>
          <p:nvSpPr>
            <p:cNvPr id="4027" name="Google Shape;4027;p19"/>
            <p:cNvSpPr/>
            <p:nvPr/>
          </p:nvSpPr>
          <p:spPr>
            <a:xfrm>
              <a:off x="1626250" y="15512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0"/>
                  </a:moveTo>
                  <a:cubicBezTo>
                    <a:pt x="2001" y="1702"/>
                    <a:pt x="0" y="6505"/>
                    <a:pt x="2569" y="6505"/>
                  </a:cubicBezTo>
                  <a:cubicBezTo>
                    <a:pt x="5137" y="6505"/>
                    <a:pt x="3236" y="1802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8" name="Google Shape;4028;p19"/>
            <p:cNvSpPr/>
            <p:nvPr/>
          </p:nvSpPr>
          <p:spPr>
            <a:xfrm>
              <a:off x="3958725" y="519550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0"/>
                  </a:moveTo>
                  <a:cubicBezTo>
                    <a:pt x="1969" y="1668"/>
                    <a:pt x="1" y="6505"/>
                    <a:pt x="2569" y="6505"/>
                  </a:cubicBezTo>
                  <a:cubicBezTo>
                    <a:pt x="5138" y="6505"/>
                    <a:pt x="3237" y="1802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9" name="Google Shape;4029;p19"/>
            <p:cNvSpPr/>
            <p:nvPr/>
          </p:nvSpPr>
          <p:spPr>
            <a:xfrm>
              <a:off x="1291000" y="1710400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36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0" name="Google Shape;4030;p19"/>
            <p:cNvSpPr/>
            <p:nvPr/>
          </p:nvSpPr>
          <p:spPr>
            <a:xfrm>
              <a:off x="447900" y="0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1" name="Google Shape;4031;p19"/>
            <p:cNvSpPr/>
            <p:nvPr/>
          </p:nvSpPr>
          <p:spPr>
            <a:xfrm>
              <a:off x="50125" y="1522775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2001" y="1701"/>
                    <a:pt x="0" y="6505"/>
                    <a:pt x="2569" y="6505"/>
                  </a:cubicBezTo>
                  <a:cubicBezTo>
                    <a:pt x="5137" y="6505"/>
                    <a:pt x="3269" y="1801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2" name="Google Shape;4032;p19"/>
            <p:cNvSpPr/>
            <p:nvPr/>
          </p:nvSpPr>
          <p:spPr>
            <a:xfrm>
              <a:off x="2361775" y="311075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1968" y="1668"/>
                    <a:pt x="0" y="6505"/>
                    <a:pt x="2569" y="6505"/>
                  </a:cubicBezTo>
                  <a:cubicBezTo>
                    <a:pt x="5137" y="6505"/>
                    <a:pt x="3236" y="1801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3" name="Google Shape;4033;p19"/>
            <p:cNvSpPr/>
            <p:nvPr/>
          </p:nvSpPr>
          <p:spPr>
            <a:xfrm>
              <a:off x="1150075" y="229350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0"/>
                  </a:moveTo>
                  <a:cubicBezTo>
                    <a:pt x="2002" y="1701"/>
                    <a:pt x="0" y="6538"/>
                    <a:pt x="2569" y="6538"/>
                  </a:cubicBezTo>
                  <a:cubicBezTo>
                    <a:pt x="5137" y="6538"/>
                    <a:pt x="3269" y="1801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4" name="Google Shape;4034;p19"/>
            <p:cNvSpPr/>
            <p:nvPr/>
          </p:nvSpPr>
          <p:spPr>
            <a:xfrm>
              <a:off x="3177350" y="203500"/>
              <a:ext cx="131775" cy="167625"/>
            </a:xfrm>
            <a:custGeom>
              <a:avLst/>
              <a:gdLst/>
              <a:ahLst/>
              <a:cxnLst/>
              <a:rect l="l" t="t" r="r" b="b"/>
              <a:pathLst>
                <a:path w="5271" h="6705" extrusionOk="0">
                  <a:moveTo>
                    <a:pt x="2636" y="0"/>
                  </a:moveTo>
                  <a:cubicBezTo>
                    <a:pt x="2035" y="1735"/>
                    <a:pt x="0" y="6705"/>
                    <a:pt x="2636" y="6705"/>
                  </a:cubicBezTo>
                  <a:cubicBezTo>
                    <a:pt x="5271" y="6705"/>
                    <a:pt x="3336" y="1868"/>
                    <a:pt x="2636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5" name="Google Shape;4035;p19"/>
            <p:cNvSpPr/>
            <p:nvPr/>
          </p:nvSpPr>
          <p:spPr>
            <a:xfrm>
              <a:off x="4516625" y="287725"/>
              <a:ext cx="132625" cy="167625"/>
            </a:xfrm>
            <a:custGeom>
              <a:avLst/>
              <a:gdLst/>
              <a:ahLst/>
              <a:cxnLst/>
              <a:rect l="l" t="t" r="r" b="b"/>
              <a:pathLst>
                <a:path w="5305" h="6705" extrusionOk="0">
                  <a:moveTo>
                    <a:pt x="2670" y="0"/>
                  </a:moveTo>
                  <a:cubicBezTo>
                    <a:pt x="2069" y="1735"/>
                    <a:pt x="1" y="6705"/>
                    <a:pt x="2670" y="6705"/>
                  </a:cubicBezTo>
                  <a:cubicBezTo>
                    <a:pt x="5305" y="6705"/>
                    <a:pt x="3370" y="1835"/>
                    <a:pt x="2670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6" name="Google Shape;4036;p19"/>
            <p:cNvSpPr/>
            <p:nvPr/>
          </p:nvSpPr>
          <p:spPr>
            <a:xfrm>
              <a:off x="2141600" y="97487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702"/>
                    <a:pt x="1" y="6505"/>
                    <a:pt x="2569" y="6505"/>
                  </a:cubicBezTo>
                  <a:cubicBezTo>
                    <a:pt x="5138" y="6505"/>
                    <a:pt x="3270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7" name="Google Shape;4037;p19"/>
            <p:cNvSpPr/>
            <p:nvPr/>
          </p:nvSpPr>
          <p:spPr>
            <a:xfrm>
              <a:off x="1764675" y="1737100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2002" y="1668"/>
                    <a:pt x="0" y="6505"/>
                    <a:pt x="2569" y="6505"/>
                  </a:cubicBezTo>
                  <a:cubicBezTo>
                    <a:pt x="5137" y="6505"/>
                    <a:pt x="3269" y="1768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8" name="Google Shape;4038;p19"/>
            <p:cNvSpPr/>
            <p:nvPr/>
          </p:nvSpPr>
          <p:spPr>
            <a:xfrm>
              <a:off x="3074775" y="111997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702"/>
                    <a:pt x="0" y="6505"/>
                    <a:pt x="2569" y="6505"/>
                  </a:cubicBezTo>
                  <a:cubicBezTo>
                    <a:pt x="5137" y="6505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9" name="Google Shape;4039;p19"/>
            <p:cNvSpPr/>
            <p:nvPr/>
          </p:nvSpPr>
          <p:spPr>
            <a:xfrm>
              <a:off x="415375" y="124172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702"/>
                    <a:pt x="0" y="6505"/>
                    <a:pt x="2569" y="6505"/>
                  </a:cubicBezTo>
                  <a:cubicBezTo>
                    <a:pt x="5137" y="6505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0" name="Google Shape;4040;p19"/>
            <p:cNvSpPr/>
            <p:nvPr/>
          </p:nvSpPr>
          <p:spPr>
            <a:xfrm>
              <a:off x="380350" y="2140700"/>
              <a:ext cx="132625" cy="167650"/>
            </a:xfrm>
            <a:custGeom>
              <a:avLst/>
              <a:gdLst/>
              <a:ahLst/>
              <a:cxnLst/>
              <a:rect l="l" t="t" r="r" b="b"/>
              <a:pathLst>
                <a:path w="5305" h="6706" extrusionOk="0">
                  <a:moveTo>
                    <a:pt x="2636" y="1"/>
                  </a:moveTo>
                  <a:cubicBezTo>
                    <a:pt x="2069" y="1735"/>
                    <a:pt x="0" y="6706"/>
                    <a:pt x="2636" y="6706"/>
                  </a:cubicBezTo>
                  <a:cubicBezTo>
                    <a:pt x="5304" y="6706"/>
                    <a:pt x="3370" y="1836"/>
                    <a:pt x="2636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1" name="Google Shape;4041;p19"/>
            <p:cNvSpPr/>
            <p:nvPr/>
          </p:nvSpPr>
          <p:spPr>
            <a:xfrm>
              <a:off x="3653525" y="2276650"/>
              <a:ext cx="132625" cy="167625"/>
            </a:xfrm>
            <a:custGeom>
              <a:avLst/>
              <a:gdLst/>
              <a:ahLst/>
              <a:cxnLst/>
              <a:rect l="l" t="t" r="r" b="b"/>
              <a:pathLst>
                <a:path w="5305" h="6705" extrusionOk="0">
                  <a:moveTo>
                    <a:pt x="2669" y="0"/>
                  </a:moveTo>
                  <a:cubicBezTo>
                    <a:pt x="2068" y="1735"/>
                    <a:pt x="0" y="6705"/>
                    <a:pt x="2669" y="6705"/>
                  </a:cubicBezTo>
                  <a:cubicBezTo>
                    <a:pt x="5304" y="6705"/>
                    <a:pt x="3369" y="1868"/>
                    <a:pt x="26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2" name="Google Shape;4042;p19"/>
            <p:cNvSpPr/>
            <p:nvPr/>
          </p:nvSpPr>
          <p:spPr>
            <a:xfrm>
              <a:off x="2307550" y="155862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668"/>
                    <a:pt x="1" y="6505"/>
                    <a:pt x="2569" y="6505"/>
                  </a:cubicBezTo>
                  <a:cubicBezTo>
                    <a:pt x="5138" y="6505"/>
                    <a:pt x="3270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3" name="Google Shape;4043;p19"/>
            <p:cNvSpPr/>
            <p:nvPr/>
          </p:nvSpPr>
          <p:spPr>
            <a:xfrm>
              <a:off x="3263250" y="1710400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4" name="Google Shape;4044;p19"/>
            <p:cNvSpPr/>
            <p:nvPr/>
          </p:nvSpPr>
          <p:spPr>
            <a:xfrm>
              <a:off x="82625" y="503700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1" y="6539"/>
                    <a:pt x="2569" y="6539"/>
                  </a:cubicBezTo>
                  <a:cubicBezTo>
                    <a:pt x="5138" y="6539"/>
                    <a:pt x="3270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5" name="Google Shape;4045;p19"/>
            <p:cNvSpPr/>
            <p:nvPr/>
          </p:nvSpPr>
          <p:spPr>
            <a:xfrm>
              <a:off x="3912025" y="1474400"/>
              <a:ext cx="131800" cy="167650"/>
            </a:xfrm>
            <a:custGeom>
              <a:avLst/>
              <a:gdLst/>
              <a:ahLst/>
              <a:cxnLst/>
              <a:rect l="l" t="t" r="r" b="b"/>
              <a:pathLst>
                <a:path w="5272" h="6706" extrusionOk="0">
                  <a:moveTo>
                    <a:pt x="2636" y="0"/>
                  </a:moveTo>
                  <a:cubicBezTo>
                    <a:pt x="2036" y="1735"/>
                    <a:pt x="1" y="6705"/>
                    <a:pt x="2636" y="6705"/>
                  </a:cubicBezTo>
                  <a:cubicBezTo>
                    <a:pt x="5271" y="6705"/>
                    <a:pt x="3337" y="1868"/>
                    <a:pt x="2636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6" name="Google Shape;4046;p19"/>
            <p:cNvSpPr/>
            <p:nvPr/>
          </p:nvSpPr>
          <p:spPr>
            <a:xfrm>
              <a:off x="4092800" y="1049300"/>
              <a:ext cx="132600" cy="167650"/>
            </a:xfrm>
            <a:custGeom>
              <a:avLst/>
              <a:gdLst/>
              <a:ahLst/>
              <a:cxnLst/>
              <a:rect l="l" t="t" r="r" b="b"/>
              <a:pathLst>
                <a:path w="5304" h="6706" extrusionOk="0">
                  <a:moveTo>
                    <a:pt x="2669" y="1"/>
                  </a:moveTo>
                  <a:cubicBezTo>
                    <a:pt x="2068" y="1735"/>
                    <a:pt x="0" y="6705"/>
                    <a:pt x="2669" y="6705"/>
                  </a:cubicBezTo>
                  <a:cubicBezTo>
                    <a:pt x="5304" y="6705"/>
                    <a:pt x="3369" y="1835"/>
                    <a:pt x="26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7" name="Google Shape;4047;p19"/>
            <p:cNvSpPr/>
            <p:nvPr/>
          </p:nvSpPr>
          <p:spPr>
            <a:xfrm>
              <a:off x="2616950" y="174042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0"/>
                  </a:moveTo>
                  <a:cubicBezTo>
                    <a:pt x="2002" y="1702"/>
                    <a:pt x="0" y="6505"/>
                    <a:pt x="2569" y="6505"/>
                  </a:cubicBezTo>
                  <a:cubicBezTo>
                    <a:pt x="5137" y="6505"/>
                    <a:pt x="3269" y="1802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189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8" name="Google Shape;4048;p19"/>
            <p:cNvSpPr/>
            <p:nvPr/>
          </p:nvSpPr>
          <p:spPr>
            <a:xfrm>
              <a:off x="3572625" y="189302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669"/>
                    <a:pt x="1" y="6505"/>
                    <a:pt x="2569" y="6505"/>
                  </a:cubicBezTo>
                  <a:cubicBezTo>
                    <a:pt x="5138" y="6505"/>
                    <a:pt x="3270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189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9" name="Google Shape;4049;p19"/>
            <p:cNvSpPr/>
            <p:nvPr/>
          </p:nvSpPr>
          <p:spPr>
            <a:xfrm>
              <a:off x="392025" y="68632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669"/>
                    <a:pt x="0" y="6506"/>
                    <a:pt x="2569" y="6506"/>
                  </a:cubicBezTo>
                  <a:cubicBezTo>
                    <a:pt x="5137" y="6506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0" name="Google Shape;4050;p19"/>
            <p:cNvSpPr/>
            <p:nvPr/>
          </p:nvSpPr>
          <p:spPr>
            <a:xfrm>
              <a:off x="6047850" y="15512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0"/>
                  </a:moveTo>
                  <a:cubicBezTo>
                    <a:pt x="2001" y="1702"/>
                    <a:pt x="0" y="6505"/>
                    <a:pt x="2569" y="6505"/>
                  </a:cubicBezTo>
                  <a:cubicBezTo>
                    <a:pt x="5137" y="6505"/>
                    <a:pt x="3236" y="1802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1" name="Google Shape;4051;p19"/>
            <p:cNvSpPr/>
            <p:nvPr/>
          </p:nvSpPr>
          <p:spPr>
            <a:xfrm>
              <a:off x="8380325" y="519550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0"/>
                  </a:moveTo>
                  <a:cubicBezTo>
                    <a:pt x="1969" y="1668"/>
                    <a:pt x="1" y="6505"/>
                    <a:pt x="2569" y="6505"/>
                  </a:cubicBezTo>
                  <a:cubicBezTo>
                    <a:pt x="5138" y="6505"/>
                    <a:pt x="3237" y="1802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2" name="Google Shape;4052;p19"/>
            <p:cNvSpPr/>
            <p:nvPr/>
          </p:nvSpPr>
          <p:spPr>
            <a:xfrm>
              <a:off x="5712600" y="1710400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36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3" name="Google Shape;4053;p19"/>
            <p:cNvSpPr/>
            <p:nvPr/>
          </p:nvSpPr>
          <p:spPr>
            <a:xfrm>
              <a:off x="4869500" y="0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4" name="Google Shape;4054;p19"/>
            <p:cNvSpPr/>
            <p:nvPr/>
          </p:nvSpPr>
          <p:spPr>
            <a:xfrm>
              <a:off x="4471725" y="1522775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2001" y="1701"/>
                    <a:pt x="0" y="6505"/>
                    <a:pt x="2569" y="6505"/>
                  </a:cubicBezTo>
                  <a:cubicBezTo>
                    <a:pt x="5137" y="6505"/>
                    <a:pt x="3269" y="1801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5" name="Google Shape;4055;p19"/>
            <p:cNvSpPr/>
            <p:nvPr/>
          </p:nvSpPr>
          <p:spPr>
            <a:xfrm>
              <a:off x="6783375" y="311075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1968" y="1668"/>
                    <a:pt x="0" y="6505"/>
                    <a:pt x="2569" y="6505"/>
                  </a:cubicBezTo>
                  <a:cubicBezTo>
                    <a:pt x="5137" y="6505"/>
                    <a:pt x="3236" y="1801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6" name="Google Shape;4056;p19"/>
            <p:cNvSpPr/>
            <p:nvPr/>
          </p:nvSpPr>
          <p:spPr>
            <a:xfrm>
              <a:off x="5571675" y="229350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0"/>
                  </a:moveTo>
                  <a:cubicBezTo>
                    <a:pt x="2002" y="1701"/>
                    <a:pt x="0" y="6538"/>
                    <a:pt x="2569" y="6538"/>
                  </a:cubicBezTo>
                  <a:cubicBezTo>
                    <a:pt x="5137" y="6538"/>
                    <a:pt x="3269" y="1801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7" name="Google Shape;4057;p19"/>
            <p:cNvSpPr/>
            <p:nvPr/>
          </p:nvSpPr>
          <p:spPr>
            <a:xfrm>
              <a:off x="7598950" y="203500"/>
              <a:ext cx="131775" cy="167625"/>
            </a:xfrm>
            <a:custGeom>
              <a:avLst/>
              <a:gdLst/>
              <a:ahLst/>
              <a:cxnLst/>
              <a:rect l="l" t="t" r="r" b="b"/>
              <a:pathLst>
                <a:path w="5271" h="6705" extrusionOk="0">
                  <a:moveTo>
                    <a:pt x="2636" y="0"/>
                  </a:moveTo>
                  <a:cubicBezTo>
                    <a:pt x="2035" y="1735"/>
                    <a:pt x="0" y="6705"/>
                    <a:pt x="2636" y="6705"/>
                  </a:cubicBezTo>
                  <a:cubicBezTo>
                    <a:pt x="5271" y="6705"/>
                    <a:pt x="3336" y="1868"/>
                    <a:pt x="2636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8" name="Google Shape;4058;p19"/>
            <p:cNvSpPr/>
            <p:nvPr/>
          </p:nvSpPr>
          <p:spPr>
            <a:xfrm>
              <a:off x="6563200" y="97487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702"/>
                    <a:pt x="1" y="6505"/>
                    <a:pt x="2569" y="6505"/>
                  </a:cubicBezTo>
                  <a:cubicBezTo>
                    <a:pt x="5138" y="6505"/>
                    <a:pt x="3270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9" name="Google Shape;4059;p19"/>
            <p:cNvSpPr/>
            <p:nvPr/>
          </p:nvSpPr>
          <p:spPr>
            <a:xfrm>
              <a:off x="6186275" y="1737100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2002" y="1668"/>
                    <a:pt x="0" y="6505"/>
                    <a:pt x="2569" y="6505"/>
                  </a:cubicBezTo>
                  <a:cubicBezTo>
                    <a:pt x="5137" y="6505"/>
                    <a:pt x="3269" y="1768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0" name="Google Shape;4060;p19"/>
            <p:cNvSpPr/>
            <p:nvPr/>
          </p:nvSpPr>
          <p:spPr>
            <a:xfrm>
              <a:off x="7496375" y="111997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702"/>
                    <a:pt x="0" y="6505"/>
                    <a:pt x="2569" y="6505"/>
                  </a:cubicBezTo>
                  <a:cubicBezTo>
                    <a:pt x="5137" y="6505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1" name="Google Shape;4061;p19"/>
            <p:cNvSpPr/>
            <p:nvPr/>
          </p:nvSpPr>
          <p:spPr>
            <a:xfrm>
              <a:off x="4760775" y="108932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702"/>
                    <a:pt x="0" y="6505"/>
                    <a:pt x="2569" y="6505"/>
                  </a:cubicBezTo>
                  <a:cubicBezTo>
                    <a:pt x="5137" y="6505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2" name="Google Shape;4062;p19"/>
            <p:cNvSpPr/>
            <p:nvPr/>
          </p:nvSpPr>
          <p:spPr>
            <a:xfrm>
              <a:off x="4801950" y="2140700"/>
              <a:ext cx="132625" cy="167650"/>
            </a:xfrm>
            <a:custGeom>
              <a:avLst/>
              <a:gdLst/>
              <a:ahLst/>
              <a:cxnLst/>
              <a:rect l="l" t="t" r="r" b="b"/>
              <a:pathLst>
                <a:path w="5305" h="6706" extrusionOk="0">
                  <a:moveTo>
                    <a:pt x="2636" y="1"/>
                  </a:moveTo>
                  <a:cubicBezTo>
                    <a:pt x="2069" y="1735"/>
                    <a:pt x="0" y="6706"/>
                    <a:pt x="2636" y="6706"/>
                  </a:cubicBezTo>
                  <a:cubicBezTo>
                    <a:pt x="5304" y="6706"/>
                    <a:pt x="3370" y="1836"/>
                    <a:pt x="2636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3" name="Google Shape;4063;p19"/>
            <p:cNvSpPr/>
            <p:nvPr/>
          </p:nvSpPr>
          <p:spPr>
            <a:xfrm>
              <a:off x="8075125" y="2276650"/>
              <a:ext cx="132625" cy="167625"/>
            </a:xfrm>
            <a:custGeom>
              <a:avLst/>
              <a:gdLst/>
              <a:ahLst/>
              <a:cxnLst/>
              <a:rect l="l" t="t" r="r" b="b"/>
              <a:pathLst>
                <a:path w="5305" h="6705" extrusionOk="0">
                  <a:moveTo>
                    <a:pt x="2669" y="0"/>
                  </a:moveTo>
                  <a:cubicBezTo>
                    <a:pt x="2068" y="1735"/>
                    <a:pt x="0" y="6705"/>
                    <a:pt x="2669" y="6705"/>
                  </a:cubicBezTo>
                  <a:cubicBezTo>
                    <a:pt x="5304" y="6705"/>
                    <a:pt x="3369" y="1868"/>
                    <a:pt x="26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4" name="Google Shape;4064;p19"/>
            <p:cNvSpPr/>
            <p:nvPr/>
          </p:nvSpPr>
          <p:spPr>
            <a:xfrm>
              <a:off x="6729150" y="155862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668"/>
                    <a:pt x="1" y="6505"/>
                    <a:pt x="2569" y="6505"/>
                  </a:cubicBezTo>
                  <a:cubicBezTo>
                    <a:pt x="5138" y="6505"/>
                    <a:pt x="3270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5" name="Google Shape;4065;p19"/>
            <p:cNvSpPr/>
            <p:nvPr/>
          </p:nvSpPr>
          <p:spPr>
            <a:xfrm>
              <a:off x="7684850" y="1710400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6" name="Google Shape;4066;p19"/>
            <p:cNvSpPr/>
            <p:nvPr/>
          </p:nvSpPr>
          <p:spPr>
            <a:xfrm>
              <a:off x="4504225" y="503700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1" y="6539"/>
                    <a:pt x="2569" y="6539"/>
                  </a:cubicBezTo>
                  <a:cubicBezTo>
                    <a:pt x="5138" y="6539"/>
                    <a:pt x="3270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7" name="Google Shape;4067;p19"/>
            <p:cNvSpPr/>
            <p:nvPr/>
          </p:nvSpPr>
          <p:spPr>
            <a:xfrm>
              <a:off x="8333625" y="1474400"/>
              <a:ext cx="131800" cy="167650"/>
            </a:xfrm>
            <a:custGeom>
              <a:avLst/>
              <a:gdLst/>
              <a:ahLst/>
              <a:cxnLst/>
              <a:rect l="l" t="t" r="r" b="b"/>
              <a:pathLst>
                <a:path w="5272" h="6706" extrusionOk="0">
                  <a:moveTo>
                    <a:pt x="2636" y="0"/>
                  </a:moveTo>
                  <a:cubicBezTo>
                    <a:pt x="2036" y="1735"/>
                    <a:pt x="1" y="6705"/>
                    <a:pt x="2636" y="6705"/>
                  </a:cubicBezTo>
                  <a:cubicBezTo>
                    <a:pt x="5271" y="6705"/>
                    <a:pt x="3337" y="1868"/>
                    <a:pt x="2636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8" name="Google Shape;4068;p19"/>
            <p:cNvSpPr/>
            <p:nvPr/>
          </p:nvSpPr>
          <p:spPr>
            <a:xfrm>
              <a:off x="4813625" y="68632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669"/>
                    <a:pt x="0" y="6506"/>
                    <a:pt x="2569" y="6506"/>
                  </a:cubicBezTo>
                  <a:cubicBezTo>
                    <a:pt x="5137" y="6506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9" name="Google Shape;4069;p19"/>
            <p:cNvSpPr/>
            <p:nvPr/>
          </p:nvSpPr>
          <p:spPr>
            <a:xfrm>
              <a:off x="6169800" y="1177000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36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0" name="Google Shape;4070;p19"/>
            <p:cNvSpPr/>
            <p:nvPr/>
          </p:nvSpPr>
          <p:spPr>
            <a:xfrm flipH="1">
              <a:off x="1517850" y="765563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702"/>
                    <a:pt x="0" y="6505"/>
                    <a:pt x="2569" y="6505"/>
                  </a:cubicBezTo>
                  <a:cubicBezTo>
                    <a:pt x="5137" y="6505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1" name="Google Shape;4071;p19"/>
            <p:cNvSpPr/>
            <p:nvPr/>
          </p:nvSpPr>
          <p:spPr>
            <a:xfrm flipH="1">
              <a:off x="1329375" y="1355988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2" name="Google Shape;4072;p19"/>
            <p:cNvSpPr/>
            <p:nvPr/>
          </p:nvSpPr>
          <p:spPr>
            <a:xfrm>
              <a:off x="7751450" y="755550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36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3" name="Google Shape;4073;p19"/>
            <p:cNvSpPr/>
            <p:nvPr/>
          </p:nvSpPr>
          <p:spPr>
            <a:xfrm>
              <a:off x="8225125" y="782250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2002" y="1668"/>
                    <a:pt x="0" y="6505"/>
                    <a:pt x="2569" y="6505"/>
                  </a:cubicBezTo>
                  <a:cubicBezTo>
                    <a:pt x="5137" y="6505"/>
                    <a:pt x="3269" y="1768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4" name="Google Shape;4074;p19"/>
            <p:cNvSpPr/>
            <p:nvPr/>
          </p:nvSpPr>
          <p:spPr>
            <a:xfrm>
              <a:off x="3335788" y="712175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36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5" name="Google Shape;4075;p19"/>
            <p:cNvSpPr/>
            <p:nvPr/>
          </p:nvSpPr>
          <p:spPr>
            <a:xfrm>
              <a:off x="3809463" y="738875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2002" y="1668"/>
                    <a:pt x="0" y="6505"/>
                    <a:pt x="2569" y="6505"/>
                  </a:cubicBezTo>
                  <a:cubicBezTo>
                    <a:pt x="5137" y="6505"/>
                    <a:pt x="3269" y="1768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6" name="Google Shape;4076;p19"/>
            <p:cNvSpPr/>
            <p:nvPr/>
          </p:nvSpPr>
          <p:spPr>
            <a:xfrm>
              <a:off x="1716500" y="2260650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0"/>
                  </a:moveTo>
                  <a:cubicBezTo>
                    <a:pt x="2001" y="1702"/>
                    <a:pt x="0" y="6505"/>
                    <a:pt x="2569" y="6505"/>
                  </a:cubicBezTo>
                  <a:cubicBezTo>
                    <a:pt x="5137" y="6505"/>
                    <a:pt x="3236" y="1802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7" name="Google Shape;4077;p19"/>
            <p:cNvSpPr/>
            <p:nvPr/>
          </p:nvSpPr>
          <p:spPr>
            <a:xfrm>
              <a:off x="4048975" y="262507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0"/>
                  </a:moveTo>
                  <a:cubicBezTo>
                    <a:pt x="1969" y="1668"/>
                    <a:pt x="1" y="6505"/>
                    <a:pt x="2569" y="6505"/>
                  </a:cubicBezTo>
                  <a:cubicBezTo>
                    <a:pt x="5138" y="6505"/>
                    <a:pt x="3237" y="1802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8" name="Google Shape;4078;p19"/>
            <p:cNvSpPr/>
            <p:nvPr/>
          </p:nvSpPr>
          <p:spPr>
            <a:xfrm>
              <a:off x="1381250" y="3815925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36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9" name="Google Shape;4079;p19"/>
            <p:cNvSpPr/>
            <p:nvPr/>
          </p:nvSpPr>
          <p:spPr>
            <a:xfrm>
              <a:off x="538150" y="2105525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0" name="Google Shape;4080;p19"/>
            <p:cNvSpPr/>
            <p:nvPr/>
          </p:nvSpPr>
          <p:spPr>
            <a:xfrm>
              <a:off x="140375" y="3628300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2001" y="1701"/>
                    <a:pt x="0" y="6505"/>
                    <a:pt x="2569" y="6505"/>
                  </a:cubicBezTo>
                  <a:cubicBezTo>
                    <a:pt x="5137" y="6505"/>
                    <a:pt x="3269" y="1801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1" name="Google Shape;4081;p19"/>
            <p:cNvSpPr/>
            <p:nvPr/>
          </p:nvSpPr>
          <p:spPr>
            <a:xfrm>
              <a:off x="2452025" y="2416600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1968" y="1668"/>
                    <a:pt x="0" y="6505"/>
                    <a:pt x="2569" y="6505"/>
                  </a:cubicBezTo>
                  <a:cubicBezTo>
                    <a:pt x="5137" y="6505"/>
                    <a:pt x="3236" y="1801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2" name="Google Shape;4082;p19"/>
            <p:cNvSpPr/>
            <p:nvPr/>
          </p:nvSpPr>
          <p:spPr>
            <a:xfrm>
              <a:off x="1240325" y="2334875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0"/>
                  </a:moveTo>
                  <a:cubicBezTo>
                    <a:pt x="2002" y="1701"/>
                    <a:pt x="0" y="6538"/>
                    <a:pt x="2569" y="6538"/>
                  </a:cubicBezTo>
                  <a:cubicBezTo>
                    <a:pt x="5137" y="6538"/>
                    <a:pt x="3269" y="1801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3" name="Google Shape;4083;p19"/>
            <p:cNvSpPr/>
            <p:nvPr/>
          </p:nvSpPr>
          <p:spPr>
            <a:xfrm>
              <a:off x="3267600" y="2309025"/>
              <a:ext cx="131775" cy="167625"/>
            </a:xfrm>
            <a:custGeom>
              <a:avLst/>
              <a:gdLst/>
              <a:ahLst/>
              <a:cxnLst/>
              <a:rect l="l" t="t" r="r" b="b"/>
              <a:pathLst>
                <a:path w="5271" h="6705" extrusionOk="0">
                  <a:moveTo>
                    <a:pt x="2636" y="0"/>
                  </a:moveTo>
                  <a:cubicBezTo>
                    <a:pt x="2035" y="1735"/>
                    <a:pt x="0" y="6705"/>
                    <a:pt x="2636" y="6705"/>
                  </a:cubicBezTo>
                  <a:cubicBezTo>
                    <a:pt x="5271" y="6705"/>
                    <a:pt x="3336" y="1868"/>
                    <a:pt x="2636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4" name="Google Shape;4084;p19"/>
            <p:cNvSpPr/>
            <p:nvPr/>
          </p:nvSpPr>
          <p:spPr>
            <a:xfrm>
              <a:off x="4606875" y="2393250"/>
              <a:ext cx="132625" cy="167625"/>
            </a:xfrm>
            <a:custGeom>
              <a:avLst/>
              <a:gdLst/>
              <a:ahLst/>
              <a:cxnLst/>
              <a:rect l="l" t="t" r="r" b="b"/>
              <a:pathLst>
                <a:path w="5305" h="6705" extrusionOk="0">
                  <a:moveTo>
                    <a:pt x="2670" y="0"/>
                  </a:moveTo>
                  <a:cubicBezTo>
                    <a:pt x="2069" y="1735"/>
                    <a:pt x="1" y="6705"/>
                    <a:pt x="2670" y="6705"/>
                  </a:cubicBezTo>
                  <a:cubicBezTo>
                    <a:pt x="5305" y="6705"/>
                    <a:pt x="3370" y="1835"/>
                    <a:pt x="2670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5" name="Google Shape;4085;p19"/>
            <p:cNvSpPr/>
            <p:nvPr/>
          </p:nvSpPr>
          <p:spPr>
            <a:xfrm>
              <a:off x="2231850" y="3080400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702"/>
                    <a:pt x="1" y="6505"/>
                    <a:pt x="2569" y="6505"/>
                  </a:cubicBezTo>
                  <a:cubicBezTo>
                    <a:pt x="5138" y="6505"/>
                    <a:pt x="3270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6" name="Google Shape;4086;p19"/>
            <p:cNvSpPr/>
            <p:nvPr/>
          </p:nvSpPr>
          <p:spPr>
            <a:xfrm>
              <a:off x="1854925" y="3842625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2002" y="1668"/>
                    <a:pt x="0" y="6505"/>
                    <a:pt x="2569" y="6505"/>
                  </a:cubicBezTo>
                  <a:cubicBezTo>
                    <a:pt x="5137" y="6505"/>
                    <a:pt x="3269" y="1768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7" name="Google Shape;4087;p19"/>
            <p:cNvSpPr/>
            <p:nvPr/>
          </p:nvSpPr>
          <p:spPr>
            <a:xfrm>
              <a:off x="3165025" y="3225500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702"/>
                    <a:pt x="0" y="6505"/>
                    <a:pt x="2569" y="6505"/>
                  </a:cubicBezTo>
                  <a:cubicBezTo>
                    <a:pt x="5137" y="6505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8" name="Google Shape;4088;p19"/>
            <p:cNvSpPr/>
            <p:nvPr/>
          </p:nvSpPr>
          <p:spPr>
            <a:xfrm>
              <a:off x="505625" y="3347250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702"/>
                    <a:pt x="0" y="6505"/>
                    <a:pt x="2569" y="6505"/>
                  </a:cubicBezTo>
                  <a:cubicBezTo>
                    <a:pt x="5137" y="6505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9" name="Google Shape;4089;p19"/>
            <p:cNvSpPr/>
            <p:nvPr/>
          </p:nvSpPr>
          <p:spPr>
            <a:xfrm>
              <a:off x="470600" y="4246225"/>
              <a:ext cx="132625" cy="167650"/>
            </a:xfrm>
            <a:custGeom>
              <a:avLst/>
              <a:gdLst/>
              <a:ahLst/>
              <a:cxnLst/>
              <a:rect l="l" t="t" r="r" b="b"/>
              <a:pathLst>
                <a:path w="5305" h="6706" extrusionOk="0">
                  <a:moveTo>
                    <a:pt x="2636" y="1"/>
                  </a:moveTo>
                  <a:cubicBezTo>
                    <a:pt x="2069" y="1735"/>
                    <a:pt x="0" y="6706"/>
                    <a:pt x="2636" y="6706"/>
                  </a:cubicBezTo>
                  <a:cubicBezTo>
                    <a:pt x="5304" y="6706"/>
                    <a:pt x="3370" y="1836"/>
                    <a:pt x="2636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0" name="Google Shape;4090;p19"/>
            <p:cNvSpPr/>
            <p:nvPr/>
          </p:nvSpPr>
          <p:spPr>
            <a:xfrm>
              <a:off x="3743775" y="4382175"/>
              <a:ext cx="132625" cy="167625"/>
            </a:xfrm>
            <a:custGeom>
              <a:avLst/>
              <a:gdLst/>
              <a:ahLst/>
              <a:cxnLst/>
              <a:rect l="l" t="t" r="r" b="b"/>
              <a:pathLst>
                <a:path w="5305" h="6705" extrusionOk="0">
                  <a:moveTo>
                    <a:pt x="2669" y="0"/>
                  </a:moveTo>
                  <a:cubicBezTo>
                    <a:pt x="2068" y="1735"/>
                    <a:pt x="0" y="6705"/>
                    <a:pt x="2669" y="6705"/>
                  </a:cubicBezTo>
                  <a:cubicBezTo>
                    <a:pt x="5304" y="6705"/>
                    <a:pt x="3369" y="1868"/>
                    <a:pt x="26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1" name="Google Shape;4091;p19"/>
            <p:cNvSpPr/>
            <p:nvPr/>
          </p:nvSpPr>
          <p:spPr>
            <a:xfrm>
              <a:off x="2397800" y="3664150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668"/>
                    <a:pt x="1" y="6505"/>
                    <a:pt x="2569" y="6505"/>
                  </a:cubicBezTo>
                  <a:cubicBezTo>
                    <a:pt x="5138" y="6505"/>
                    <a:pt x="3270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2" name="Google Shape;4092;p19"/>
            <p:cNvSpPr/>
            <p:nvPr/>
          </p:nvSpPr>
          <p:spPr>
            <a:xfrm>
              <a:off x="3353500" y="3815925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3" name="Google Shape;4093;p19"/>
            <p:cNvSpPr/>
            <p:nvPr/>
          </p:nvSpPr>
          <p:spPr>
            <a:xfrm>
              <a:off x="172875" y="2609225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1" y="6539"/>
                    <a:pt x="2569" y="6539"/>
                  </a:cubicBezTo>
                  <a:cubicBezTo>
                    <a:pt x="5138" y="6539"/>
                    <a:pt x="3270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4" name="Google Shape;4094;p19"/>
            <p:cNvSpPr/>
            <p:nvPr/>
          </p:nvSpPr>
          <p:spPr>
            <a:xfrm>
              <a:off x="4002275" y="3579925"/>
              <a:ext cx="131800" cy="167650"/>
            </a:xfrm>
            <a:custGeom>
              <a:avLst/>
              <a:gdLst/>
              <a:ahLst/>
              <a:cxnLst/>
              <a:rect l="l" t="t" r="r" b="b"/>
              <a:pathLst>
                <a:path w="5272" h="6706" extrusionOk="0">
                  <a:moveTo>
                    <a:pt x="2636" y="0"/>
                  </a:moveTo>
                  <a:cubicBezTo>
                    <a:pt x="2036" y="1735"/>
                    <a:pt x="1" y="6705"/>
                    <a:pt x="2636" y="6705"/>
                  </a:cubicBezTo>
                  <a:cubicBezTo>
                    <a:pt x="5271" y="6705"/>
                    <a:pt x="3337" y="1868"/>
                    <a:pt x="2636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5" name="Google Shape;4095;p19"/>
            <p:cNvSpPr/>
            <p:nvPr/>
          </p:nvSpPr>
          <p:spPr>
            <a:xfrm>
              <a:off x="4183050" y="3154825"/>
              <a:ext cx="132600" cy="167650"/>
            </a:xfrm>
            <a:custGeom>
              <a:avLst/>
              <a:gdLst/>
              <a:ahLst/>
              <a:cxnLst/>
              <a:rect l="l" t="t" r="r" b="b"/>
              <a:pathLst>
                <a:path w="5304" h="6706" extrusionOk="0">
                  <a:moveTo>
                    <a:pt x="2669" y="1"/>
                  </a:moveTo>
                  <a:cubicBezTo>
                    <a:pt x="2068" y="1735"/>
                    <a:pt x="0" y="6705"/>
                    <a:pt x="2669" y="6705"/>
                  </a:cubicBezTo>
                  <a:cubicBezTo>
                    <a:pt x="5304" y="6705"/>
                    <a:pt x="3369" y="1835"/>
                    <a:pt x="26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6" name="Google Shape;4096;p19"/>
            <p:cNvSpPr/>
            <p:nvPr/>
          </p:nvSpPr>
          <p:spPr>
            <a:xfrm>
              <a:off x="2025875" y="244327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1969" y="1668"/>
                    <a:pt x="1" y="6505"/>
                    <a:pt x="2569" y="6505"/>
                  </a:cubicBezTo>
                  <a:cubicBezTo>
                    <a:pt x="5138" y="6505"/>
                    <a:pt x="3236" y="1769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189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7" name="Google Shape;4097;p19"/>
            <p:cNvSpPr/>
            <p:nvPr/>
          </p:nvSpPr>
          <p:spPr>
            <a:xfrm>
              <a:off x="3576975" y="2491650"/>
              <a:ext cx="131800" cy="167650"/>
            </a:xfrm>
            <a:custGeom>
              <a:avLst/>
              <a:gdLst/>
              <a:ahLst/>
              <a:cxnLst/>
              <a:rect l="l" t="t" r="r" b="b"/>
              <a:pathLst>
                <a:path w="5272" h="6706" extrusionOk="0">
                  <a:moveTo>
                    <a:pt x="2636" y="0"/>
                  </a:moveTo>
                  <a:cubicBezTo>
                    <a:pt x="2036" y="1735"/>
                    <a:pt x="1" y="6705"/>
                    <a:pt x="2636" y="6705"/>
                  </a:cubicBezTo>
                  <a:cubicBezTo>
                    <a:pt x="5271" y="6705"/>
                    <a:pt x="3337" y="1835"/>
                    <a:pt x="2636" y="0"/>
                  </a:cubicBezTo>
                  <a:close/>
                </a:path>
              </a:pathLst>
            </a:custGeom>
            <a:solidFill>
              <a:srgbClr val="191919">
                <a:alpha val="189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8" name="Google Shape;4098;p19"/>
            <p:cNvSpPr/>
            <p:nvPr/>
          </p:nvSpPr>
          <p:spPr>
            <a:xfrm>
              <a:off x="2707200" y="3845950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0"/>
                  </a:moveTo>
                  <a:cubicBezTo>
                    <a:pt x="2002" y="1702"/>
                    <a:pt x="0" y="6505"/>
                    <a:pt x="2569" y="6505"/>
                  </a:cubicBezTo>
                  <a:cubicBezTo>
                    <a:pt x="5137" y="6505"/>
                    <a:pt x="3269" y="1802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189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9" name="Google Shape;4099;p19"/>
            <p:cNvSpPr/>
            <p:nvPr/>
          </p:nvSpPr>
          <p:spPr>
            <a:xfrm>
              <a:off x="482275" y="2791850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669"/>
                    <a:pt x="0" y="6506"/>
                    <a:pt x="2569" y="6506"/>
                  </a:cubicBezTo>
                  <a:cubicBezTo>
                    <a:pt x="5137" y="6506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0" name="Google Shape;4100;p19"/>
            <p:cNvSpPr/>
            <p:nvPr/>
          </p:nvSpPr>
          <p:spPr>
            <a:xfrm>
              <a:off x="6138100" y="2260650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0"/>
                  </a:moveTo>
                  <a:cubicBezTo>
                    <a:pt x="2001" y="1702"/>
                    <a:pt x="0" y="6505"/>
                    <a:pt x="2569" y="6505"/>
                  </a:cubicBezTo>
                  <a:cubicBezTo>
                    <a:pt x="5137" y="6505"/>
                    <a:pt x="3236" y="1802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1" name="Google Shape;4101;p19"/>
            <p:cNvSpPr/>
            <p:nvPr/>
          </p:nvSpPr>
          <p:spPr>
            <a:xfrm>
              <a:off x="8470575" y="262507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0"/>
                  </a:moveTo>
                  <a:cubicBezTo>
                    <a:pt x="1969" y="1668"/>
                    <a:pt x="1" y="6505"/>
                    <a:pt x="2569" y="6505"/>
                  </a:cubicBezTo>
                  <a:cubicBezTo>
                    <a:pt x="5138" y="6505"/>
                    <a:pt x="3237" y="1802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2" name="Google Shape;4102;p19"/>
            <p:cNvSpPr/>
            <p:nvPr/>
          </p:nvSpPr>
          <p:spPr>
            <a:xfrm>
              <a:off x="5802850" y="3815925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36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3" name="Google Shape;4103;p19"/>
            <p:cNvSpPr/>
            <p:nvPr/>
          </p:nvSpPr>
          <p:spPr>
            <a:xfrm>
              <a:off x="4959750" y="2105525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4" name="Google Shape;4104;p19"/>
            <p:cNvSpPr/>
            <p:nvPr/>
          </p:nvSpPr>
          <p:spPr>
            <a:xfrm>
              <a:off x="4561975" y="3628300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2001" y="1701"/>
                    <a:pt x="0" y="6505"/>
                    <a:pt x="2569" y="6505"/>
                  </a:cubicBezTo>
                  <a:cubicBezTo>
                    <a:pt x="5137" y="6505"/>
                    <a:pt x="3269" y="1801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5" name="Google Shape;4105;p19"/>
            <p:cNvSpPr/>
            <p:nvPr/>
          </p:nvSpPr>
          <p:spPr>
            <a:xfrm>
              <a:off x="6873625" y="2416600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1968" y="1668"/>
                    <a:pt x="0" y="6505"/>
                    <a:pt x="2569" y="6505"/>
                  </a:cubicBezTo>
                  <a:cubicBezTo>
                    <a:pt x="5137" y="6505"/>
                    <a:pt x="3236" y="1801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6" name="Google Shape;4106;p19"/>
            <p:cNvSpPr/>
            <p:nvPr/>
          </p:nvSpPr>
          <p:spPr>
            <a:xfrm>
              <a:off x="5661925" y="2334875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0"/>
                  </a:moveTo>
                  <a:cubicBezTo>
                    <a:pt x="2002" y="1701"/>
                    <a:pt x="0" y="6538"/>
                    <a:pt x="2569" y="6538"/>
                  </a:cubicBezTo>
                  <a:cubicBezTo>
                    <a:pt x="5137" y="6538"/>
                    <a:pt x="3269" y="1801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7" name="Google Shape;4107;p19"/>
            <p:cNvSpPr/>
            <p:nvPr/>
          </p:nvSpPr>
          <p:spPr>
            <a:xfrm>
              <a:off x="7689200" y="2309025"/>
              <a:ext cx="131775" cy="167625"/>
            </a:xfrm>
            <a:custGeom>
              <a:avLst/>
              <a:gdLst/>
              <a:ahLst/>
              <a:cxnLst/>
              <a:rect l="l" t="t" r="r" b="b"/>
              <a:pathLst>
                <a:path w="5271" h="6705" extrusionOk="0">
                  <a:moveTo>
                    <a:pt x="2636" y="0"/>
                  </a:moveTo>
                  <a:cubicBezTo>
                    <a:pt x="2035" y="1735"/>
                    <a:pt x="0" y="6705"/>
                    <a:pt x="2636" y="6705"/>
                  </a:cubicBezTo>
                  <a:cubicBezTo>
                    <a:pt x="5271" y="6705"/>
                    <a:pt x="3336" y="1868"/>
                    <a:pt x="2636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8" name="Google Shape;4108;p19"/>
            <p:cNvSpPr/>
            <p:nvPr/>
          </p:nvSpPr>
          <p:spPr>
            <a:xfrm>
              <a:off x="6653450" y="3080400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702"/>
                    <a:pt x="1" y="6505"/>
                    <a:pt x="2569" y="6505"/>
                  </a:cubicBezTo>
                  <a:cubicBezTo>
                    <a:pt x="5138" y="6505"/>
                    <a:pt x="3270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9" name="Google Shape;4109;p19"/>
            <p:cNvSpPr/>
            <p:nvPr/>
          </p:nvSpPr>
          <p:spPr>
            <a:xfrm>
              <a:off x="6276525" y="3842625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2002" y="1668"/>
                    <a:pt x="0" y="6505"/>
                    <a:pt x="2569" y="6505"/>
                  </a:cubicBezTo>
                  <a:cubicBezTo>
                    <a:pt x="5137" y="6505"/>
                    <a:pt x="3269" y="1768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0" name="Google Shape;4110;p19"/>
            <p:cNvSpPr/>
            <p:nvPr/>
          </p:nvSpPr>
          <p:spPr>
            <a:xfrm>
              <a:off x="7586625" y="3225500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702"/>
                    <a:pt x="0" y="6505"/>
                    <a:pt x="2569" y="6505"/>
                  </a:cubicBezTo>
                  <a:cubicBezTo>
                    <a:pt x="5137" y="6505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1" name="Google Shape;4111;p19"/>
            <p:cNvSpPr/>
            <p:nvPr/>
          </p:nvSpPr>
          <p:spPr>
            <a:xfrm>
              <a:off x="4851025" y="3194850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702"/>
                    <a:pt x="0" y="6505"/>
                    <a:pt x="2569" y="6505"/>
                  </a:cubicBezTo>
                  <a:cubicBezTo>
                    <a:pt x="5137" y="6505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2" name="Google Shape;4112;p19"/>
            <p:cNvSpPr/>
            <p:nvPr/>
          </p:nvSpPr>
          <p:spPr>
            <a:xfrm>
              <a:off x="4892200" y="4246225"/>
              <a:ext cx="132625" cy="167650"/>
            </a:xfrm>
            <a:custGeom>
              <a:avLst/>
              <a:gdLst/>
              <a:ahLst/>
              <a:cxnLst/>
              <a:rect l="l" t="t" r="r" b="b"/>
              <a:pathLst>
                <a:path w="5305" h="6706" extrusionOk="0">
                  <a:moveTo>
                    <a:pt x="2636" y="1"/>
                  </a:moveTo>
                  <a:cubicBezTo>
                    <a:pt x="2069" y="1735"/>
                    <a:pt x="0" y="6706"/>
                    <a:pt x="2636" y="6706"/>
                  </a:cubicBezTo>
                  <a:cubicBezTo>
                    <a:pt x="5304" y="6706"/>
                    <a:pt x="3370" y="1836"/>
                    <a:pt x="2636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3" name="Google Shape;4113;p19"/>
            <p:cNvSpPr/>
            <p:nvPr/>
          </p:nvSpPr>
          <p:spPr>
            <a:xfrm>
              <a:off x="8165375" y="4382175"/>
              <a:ext cx="132625" cy="167625"/>
            </a:xfrm>
            <a:custGeom>
              <a:avLst/>
              <a:gdLst/>
              <a:ahLst/>
              <a:cxnLst/>
              <a:rect l="l" t="t" r="r" b="b"/>
              <a:pathLst>
                <a:path w="5305" h="6705" extrusionOk="0">
                  <a:moveTo>
                    <a:pt x="2669" y="0"/>
                  </a:moveTo>
                  <a:cubicBezTo>
                    <a:pt x="2068" y="1735"/>
                    <a:pt x="0" y="6705"/>
                    <a:pt x="2669" y="6705"/>
                  </a:cubicBezTo>
                  <a:cubicBezTo>
                    <a:pt x="5304" y="6705"/>
                    <a:pt x="3369" y="1868"/>
                    <a:pt x="26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4" name="Google Shape;4114;p19"/>
            <p:cNvSpPr/>
            <p:nvPr/>
          </p:nvSpPr>
          <p:spPr>
            <a:xfrm>
              <a:off x="6819400" y="3664150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668"/>
                    <a:pt x="1" y="6505"/>
                    <a:pt x="2569" y="6505"/>
                  </a:cubicBezTo>
                  <a:cubicBezTo>
                    <a:pt x="5138" y="6505"/>
                    <a:pt x="3270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5" name="Google Shape;4115;p19"/>
            <p:cNvSpPr/>
            <p:nvPr/>
          </p:nvSpPr>
          <p:spPr>
            <a:xfrm>
              <a:off x="7775100" y="3815925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6" name="Google Shape;4116;p19"/>
            <p:cNvSpPr/>
            <p:nvPr/>
          </p:nvSpPr>
          <p:spPr>
            <a:xfrm>
              <a:off x="4594475" y="2609225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1" y="6539"/>
                    <a:pt x="2569" y="6539"/>
                  </a:cubicBezTo>
                  <a:cubicBezTo>
                    <a:pt x="5138" y="6539"/>
                    <a:pt x="3270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7" name="Google Shape;4117;p19"/>
            <p:cNvSpPr/>
            <p:nvPr/>
          </p:nvSpPr>
          <p:spPr>
            <a:xfrm>
              <a:off x="8423875" y="3579925"/>
              <a:ext cx="131800" cy="167650"/>
            </a:xfrm>
            <a:custGeom>
              <a:avLst/>
              <a:gdLst/>
              <a:ahLst/>
              <a:cxnLst/>
              <a:rect l="l" t="t" r="r" b="b"/>
              <a:pathLst>
                <a:path w="5272" h="6706" extrusionOk="0">
                  <a:moveTo>
                    <a:pt x="2636" y="0"/>
                  </a:moveTo>
                  <a:cubicBezTo>
                    <a:pt x="2036" y="1735"/>
                    <a:pt x="1" y="6705"/>
                    <a:pt x="2636" y="6705"/>
                  </a:cubicBezTo>
                  <a:cubicBezTo>
                    <a:pt x="5271" y="6705"/>
                    <a:pt x="3337" y="1868"/>
                    <a:pt x="2636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8" name="Google Shape;4118;p19"/>
            <p:cNvSpPr/>
            <p:nvPr/>
          </p:nvSpPr>
          <p:spPr>
            <a:xfrm>
              <a:off x="4903875" y="2791850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669"/>
                    <a:pt x="0" y="6506"/>
                    <a:pt x="2569" y="6506"/>
                  </a:cubicBezTo>
                  <a:cubicBezTo>
                    <a:pt x="5137" y="6506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9" name="Google Shape;4119;p19"/>
            <p:cNvSpPr/>
            <p:nvPr/>
          </p:nvSpPr>
          <p:spPr>
            <a:xfrm>
              <a:off x="6260050" y="3282525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36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0" name="Google Shape;4120;p19"/>
            <p:cNvSpPr/>
            <p:nvPr/>
          </p:nvSpPr>
          <p:spPr>
            <a:xfrm flipH="1">
              <a:off x="1608100" y="2871088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702"/>
                    <a:pt x="0" y="6505"/>
                    <a:pt x="2569" y="6505"/>
                  </a:cubicBezTo>
                  <a:cubicBezTo>
                    <a:pt x="5137" y="6505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1" name="Google Shape;4121;p19"/>
            <p:cNvSpPr/>
            <p:nvPr/>
          </p:nvSpPr>
          <p:spPr>
            <a:xfrm flipH="1">
              <a:off x="1419625" y="3461513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2" name="Google Shape;4122;p19"/>
            <p:cNvSpPr/>
            <p:nvPr/>
          </p:nvSpPr>
          <p:spPr>
            <a:xfrm>
              <a:off x="7841700" y="2861075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36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3" name="Google Shape;4123;p19"/>
            <p:cNvSpPr/>
            <p:nvPr/>
          </p:nvSpPr>
          <p:spPr>
            <a:xfrm>
              <a:off x="8315375" y="2887775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2002" y="1668"/>
                    <a:pt x="0" y="6505"/>
                    <a:pt x="2569" y="6505"/>
                  </a:cubicBezTo>
                  <a:cubicBezTo>
                    <a:pt x="5137" y="6505"/>
                    <a:pt x="3269" y="1768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4" name="Google Shape;4124;p19"/>
            <p:cNvSpPr/>
            <p:nvPr/>
          </p:nvSpPr>
          <p:spPr>
            <a:xfrm>
              <a:off x="3426038" y="2817700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36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5" name="Google Shape;4125;p19"/>
            <p:cNvSpPr/>
            <p:nvPr/>
          </p:nvSpPr>
          <p:spPr>
            <a:xfrm>
              <a:off x="3899713" y="2844400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2002" y="1668"/>
                    <a:pt x="0" y="6505"/>
                    <a:pt x="2569" y="6505"/>
                  </a:cubicBezTo>
                  <a:cubicBezTo>
                    <a:pt x="5137" y="6505"/>
                    <a:pt x="3269" y="1768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126" name="Google Shape;4126;p19"/>
            <p:cNvGrpSpPr/>
            <p:nvPr/>
          </p:nvGrpSpPr>
          <p:grpSpPr>
            <a:xfrm>
              <a:off x="359500" y="182650"/>
              <a:ext cx="8548925" cy="3978550"/>
              <a:chOff x="359500" y="182650"/>
              <a:chExt cx="8548925" cy="3978550"/>
            </a:xfrm>
          </p:grpSpPr>
          <p:sp>
            <p:nvSpPr>
              <p:cNvPr id="4127" name="Google Shape;4127;p19"/>
              <p:cNvSpPr/>
              <p:nvPr/>
            </p:nvSpPr>
            <p:spPr>
              <a:xfrm>
                <a:off x="1935625" y="337750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1969" y="1668"/>
                      <a:pt x="1" y="6505"/>
                      <a:pt x="2569" y="6505"/>
                    </a:cubicBezTo>
                    <a:cubicBezTo>
                      <a:pt x="5138" y="6505"/>
                      <a:pt x="3236" y="1769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8" name="Google Shape;4128;p19"/>
              <p:cNvSpPr/>
              <p:nvPr/>
            </p:nvSpPr>
            <p:spPr>
              <a:xfrm>
                <a:off x="4268125" y="701350"/>
                <a:ext cx="128450" cy="16262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5" extrusionOk="0">
                    <a:moveTo>
                      <a:pt x="2569" y="0"/>
                    </a:moveTo>
                    <a:cubicBezTo>
                      <a:pt x="1969" y="1702"/>
                      <a:pt x="0" y="6505"/>
                      <a:pt x="2569" y="6505"/>
                    </a:cubicBezTo>
                    <a:cubicBezTo>
                      <a:pt x="5137" y="6505"/>
                      <a:pt x="3236" y="1802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9" name="Google Shape;4129;p19"/>
              <p:cNvSpPr/>
              <p:nvPr/>
            </p:nvSpPr>
            <p:spPr>
              <a:xfrm>
                <a:off x="1600375" y="1893025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1969" y="1669"/>
                      <a:pt x="1" y="6505"/>
                      <a:pt x="2569" y="6505"/>
                    </a:cubicBezTo>
                    <a:cubicBezTo>
                      <a:pt x="5138" y="6505"/>
                      <a:pt x="3237" y="1802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0" name="Google Shape;4130;p19"/>
              <p:cNvSpPr/>
              <p:nvPr/>
            </p:nvSpPr>
            <p:spPr>
              <a:xfrm>
                <a:off x="757275" y="182650"/>
                <a:ext cx="128450" cy="16262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5" extrusionOk="0">
                    <a:moveTo>
                      <a:pt x="2569" y="0"/>
                    </a:moveTo>
                    <a:cubicBezTo>
                      <a:pt x="2002" y="1668"/>
                      <a:pt x="1" y="6505"/>
                      <a:pt x="2569" y="6505"/>
                    </a:cubicBezTo>
                    <a:cubicBezTo>
                      <a:pt x="5138" y="6505"/>
                      <a:pt x="3270" y="1801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1" name="Google Shape;4131;p19"/>
              <p:cNvSpPr/>
              <p:nvPr/>
            </p:nvSpPr>
            <p:spPr>
              <a:xfrm>
                <a:off x="359500" y="1704575"/>
                <a:ext cx="128450" cy="16347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39" extrusionOk="0">
                    <a:moveTo>
                      <a:pt x="2569" y="0"/>
                    </a:moveTo>
                    <a:cubicBezTo>
                      <a:pt x="2002" y="1701"/>
                      <a:pt x="1" y="6538"/>
                      <a:pt x="2569" y="6538"/>
                    </a:cubicBezTo>
                    <a:cubicBezTo>
                      <a:pt x="5138" y="6538"/>
                      <a:pt x="3270" y="1801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2" name="Google Shape;4132;p19"/>
              <p:cNvSpPr/>
              <p:nvPr/>
            </p:nvSpPr>
            <p:spPr>
              <a:xfrm>
                <a:off x="2670325" y="492875"/>
                <a:ext cx="128450" cy="16262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5" extrusionOk="0">
                    <a:moveTo>
                      <a:pt x="2569" y="0"/>
                    </a:moveTo>
                    <a:cubicBezTo>
                      <a:pt x="2002" y="1701"/>
                      <a:pt x="0" y="6505"/>
                      <a:pt x="2569" y="6505"/>
                    </a:cubicBezTo>
                    <a:cubicBezTo>
                      <a:pt x="5137" y="6505"/>
                      <a:pt x="3269" y="1801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3" name="Google Shape;4133;p19"/>
              <p:cNvSpPr/>
              <p:nvPr/>
            </p:nvSpPr>
            <p:spPr>
              <a:xfrm>
                <a:off x="1459450" y="411975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0"/>
                    </a:moveTo>
                    <a:cubicBezTo>
                      <a:pt x="2002" y="1668"/>
                      <a:pt x="1" y="6505"/>
                      <a:pt x="2569" y="6505"/>
                    </a:cubicBezTo>
                    <a:cubicBezTo>
                      <a:pt x="5138" y="6505"/>
                      <a:pt x="3270" y="1802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4" name="Google Shape;4134;p19"/>
              <p:cNvSpPr/>
              <p:nvPr/>
            </p:nvSpPr>
            <p:spPr>
              <a:xfrm>
                <a:off x="3486725" y="386125"/>
                <a:ext cx="131800" cy="167650"/>
              </a:xfrm>
              <a:custGeom>
                <a:avLst/>
                <a:gdLst/>
                <a:ahLst/>
                <a:cxnLst/>
                <a:rect l="l" t="t" r="r" b="b"/>
                <a:pathLst>
                  <a:path w="5272" h="6706" extrusionOk="0">
                    <a:moveTo>
                      <a:pt x="2636" y="0"/>
                    </a:moveTo>
                    <a:cubicBezTo>
                      <a:pt x="2036" y="1735"/>
                      <a:pt x="1" y="6705"/>
                      <a:pt x="2636" y="6705"/>
                    </a:cubicBezTo>
                    <a:cubicBezTo>
                      <a:pt x="5271" y="6705"/>
                      <a:pt x="3337" y="1835"/>
                      <a:pt x="2636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5" name="Google Shape;4135;p19"/>
              <p:cNvSpPr/>
              <p:nvPr/>
            </p:nvSpPr>
            <p:spPr>
              <a:xfrm>
                <a:off x="4826025" y="469525"/>
                <a:ext cx="132625" cy="167625"/>
              </a:xfrm>
              <a:custGeom>
                <a:avLst/>
                <a:gdLst/>
                <a:ahLst/>
                <a:cxnLst/>
                <a:rect l="l" t="t" r="r" b="b"/>
                <a:pathLst>
                  <a:path w="5305" h="6705" extrusionOk="0">
                    <a:moveTo>
                      <a:pt x="2669" y="0"/>
                    </a:moveTo>
                    <a:cubicBezTo>
                      <a:pt x="2069" y="1735"/>
                      <a:pt x="0" y="6705"/>
                      <a:pt x="2669" y="6705"/>
                    </a:cubicBezTo>
                    <a:cubicBezTo>
                      <a:pt x="5304" y="6705"/>
                      <a:pt x="3370" y="1868"/>
                      <a:pt x="26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6" name="Google Shape;4136;p19"/>
              <p:cNvSpPr/>
              <p:nvPr/>
            </p:nvSpPr>
            <p:spPr>
              <a:xfrm>
                <a:off x="2451000" y="1156675"/>
                <a:ext cx="128450" cy="16347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39" extrusionOk="0">
                    <a:moveTo>
                      <a:pt x="2569" y="0"/>
                    </a:moveTo>
                    <a:cubicBezTo>
                      <a:pt x="2002" y="1702"/>
                      <a:pt x="0" y="6538"/>
                      <a:pt x="2569" y="6538"/>
                    </a:cubicBezTo>
                    <a:cubicBezTo>
                      <a:pt x="5137" y="6538"/>
                      <a:pt x="3269" y="1802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7" name="Google Shape;4137;p19"/>
              <p:cNvSpPr/>
              <p:nvPr/>
            </p:nvSpPr>
            <p:spPr>
              <a:xfrm>
                <a:off x="3384150" y="1302600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2002" y="1669"/>
                      <a:pt x="1" y="6506"/>
                      <a:pt x="2569" y="6506"/>
                    </a:cubicBezTo>
                    <a:cubicBezTo>
                      <a:pt x="5138" y="6506"/>
                      <a:pt x="3270" y="1769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8" name="Google Shape;4138;p19"/>
              <p:cNvSpPr/>
              <p:nvPr/>
            </p:nvSpPr>
            <p:spPr>
              <a:xfrm>
                <a:off x="724750" y="1423525"/>
                <a:ext cx="128450" cy="16347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39" extrusionOk="0">
                    <a:moveTo>
                      <a:pt x="2569" y="1"/>
                    </a:moveTo>
                    <a:cubicBezTo>
                      <a:pt x="2002" y="1702"/>
                      <a:pt x="1" y="6539"/>
                      <a:pt x="2569" y="6539"/>
                    </a:cubicBezTo>
                    <a:cubicBezTo>
                      <a:pt x="5138" y="6539"/>
                      <a:pt x="3270" y="1802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9" name="Google Shape;4139;p19"/>
              <p:cNvSpPr/>
              <p:nvPr/>
            </p:nvSpPr>
            <p:spPr>
              <a:xfrm>
                <a:off x="4220600" y="1657025"/>
                <a:ext cx="132600" cy="167650"/>
              </a:xfrm>
              <a:custGeom>
                <a:avLst/>
                <a:gdLst/>
                <a:ahLst/>
                <a:cxnLst/>
                <a:rect l="l" t="t" r="r" b="b"/>
                <a:pathLst>
                  <a:path w="5304" h="6706" extrusionOk="0">
                    <a:moveTo>
                      <a:pt x="2669" y="1"/>
                    </a:moveTo>
                    <a:cubicBezTo>
                      <a:pt x="2068" y="1735"/>
                      <a:pt x="0" y="6706"/>
                      <a:pt x="2669" y="6706"/>
                    </a:cubicBezTo>
                    <a:cubicBezTo>
                      <a:pt x="5304" y="6706"/>
                      <a:pt x="3369" y="1835"/>
                      <a:pt x="26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0" name="Google Shape;4140;p19"/>
              <p:cNvSpPr/>
              <p:nvPr/>
            </p:nvSpPr>
            <p:spPr>
              <a:xfrm>
                <a:off x="4859375" y="1383500"/>
                <a:ext cx="132625" cy="167650"/>
              </a:xfrm>
              <a:custGeom>
                <a:avLst/>
                <a:gdLst/>
                <a:ahLst/>
                <a:cxnLst/>
                <a:rect l="l" t="t" r="r" b="b"/>
                <a:pathLst>
                  <a:path w="5305" h="6706" extrusionOk="0">
                    <a:moveTo>
                      <a:pt x="2669" y="1"/>
                    </a:moveTo>
                    <a:cubicBezTo>
                      <a:pt x="2069" y="1735"/>
                      <a:pt x="1" y="6705"/>
                      <a:pt x="2669" y="6705"/>
                    </a:cubicBezTo>
                    <a:cubicBezTo>
                      <a:pt x="5305" y="6705"/>
                      <a:pt x="3370" y="1869"/>
                      <a:pt x="26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1" name="Google Shape;4141;p19"/>
              <p:cNvSpPr/>
              <p:nvPr/>
            </p:nvSpPr>
            <p:spPr>
              <a:xfrm>
                <a:off x="6357225" y="337750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1969" y="1668"/>
                      <a:pt x="1" y="6505"/>
                      <a:pt x="2569" y="6505"/>
                    </a:cubicBezTo>
                    <a:cubicBezTo>
                      <a:pt x="5138" y="6505"/>
                      <a:pt x="3236" y="1769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2" name="Google Shape;4142;p19"/>
              <p:cNvSpPr/>
              <p:nvPr/>
            </p:nvSpPr>
            <p:spPr>
              <a:xfrm>
                <a:off x="8689725" y="701350"/>
                <a:ext cx="128450" cy="16262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5" extrusionOk="0">
                    <a:moveTo>
                      <a:pt x="2569" y="0"/>
                    </a:moveTo>
                    <a:cubicBezTo>
                      <a:pt x="1969" y="1702"/>
                      <a:pt x="0" y="6505"/>
                      <a:pt x="2569" y="6505"/>
                    </a:cubicBezTo>
                    <a:cubicBezTo>
                      <a:pt x="5137" y="6505"/>
                      <a:pt x="3236" y="1802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3" name="Google Shape;4143;p19"/>
              <p:cNvSpPr/>
              <p:nvPr/>
            </p:nvSpPr>
            <p:spPr>
              <a:xfrm>
                <a:off x="6021975" y="1893025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1969" y="1669"/>
                      <a:pt x="1" y="6505"/>
                      <a:pt x="2569" y="6505"/>
                    </a:cubicBezTo>
                    <a:cubicBezTo>
                      <a:pt x="5138" y="6505"/>
                      <a:pt x="3237" y="1802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4" name="Google Shape;4144;p19"/>
              <p:cNvSpPr/>
              <p:nvPr/>
            </p:nvSpPr>
            <p:spPr>
              <a:xfrm>
                <a:off x="5178875" y="182650"/>
                <a:ext cx="128450" cy="16262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5" extrusionOk="0">
                    <a:moveTo>
                      <a:pt x="2569" y="0"/>
                    </a:moveTo>
                    <a:cubicBezTo>
                      <a:pt x="2002" y="1668"/>
                      <a:pt x="1" y="6505"/>
                      <a:pt x="2569" y="6505"/>
                    </a:cubicBezTo>
                    <a:cubicBezTo>
                      <a:pt x="5138" y="6505"/>
                      <a:pt x="3270" y="1801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5" name="Google Shape;4145;p19"/>
              <p:cNvSpPr/>
              <p:nvPr/>
            </p:nvSpPr>
            <p:spPr>
              <a:xfrm>
                <a:off x="4781100" y="1704575"/>
                <a:ext cx="128450" cy="16347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39" extrusionOk="0">
                    <a:moveTo>
                      <a:pt x="2569" y="0"/>
                    </a:moveTo>
                    <a:cubicBezTo>
                      <a:pt x="2002" y="1701"/>
                      <a:pt x="1" y="6538"/>
                      <a:pt x="2569" y="6538"/>
                    </a:cubicBezTo>
                    <a:cubicBezTo>
                      <a:pt x="5138" y="6538"/>
                      <a:pt x="3270" y="1801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6" name="Google Shape;4146;p19"/>
              <p:cNvSpPr/>
              <p:nvPr/>
            </p:nvSpPr>
            <p:spPr>
              <a:xfrm>
                <a:off x="7091925" y="492875"/>
                <a:ext cx="128450" cy="16262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5" extrusionOk="0">
                    <a:moveTo>
                      <a:pt x="2569" y="0"/>
                    </a:moveTo>
                    <a:cubicBezTo>
                      <a:pt x="2002" y="1701"/>
                      <a:pt x="0" y="6505"/>
                      <a:pt x="2569" y="6505"/>
                    </a:cubicBezTo>
                    <a:cubicBezTo>
                      <a:pt x="5137" y="6505"/>
                      <a:pt x="3269" y="1801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7" name="Google Shape;4147;p19"/>
              <p:cNvSpPr/>
              <p:nvPr/>
            </p:nvSpPr>
            <p:spPr>
              <a:xfrm>
                <a:off x="5881050" y="411975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0"/>
                    </a:moveTo>
                    <a:cubicBezTo>
                      <a:pt x="2002" y="1668"/>
                      <a:pt x="1" y="6505"/>
                      <a:pt x="2569" y="6505"/>
                    </a:cubicBezTo>
                    <a:cubicBezTo>
                      <a:pt x="5138" y="6505"/>
                      <a:pt x="3270" y="1802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8" name="Google Shape;4148;p19"/>
              <p:cNvSpPr/>
              <p:nvPr/>
            </p:nvSpPr>
            <p:spPr>
              <a:xfrm>
                <a:off x="7908325" y="386125"/>
                <a:ext cx="131800" cy="167650"/>
              </a:xfrm>
              <a:custGeom>
                <a:avLst/>
                <a:gdLst/>
                <a:ahLst/>
                <a:cxnLst/>
                <a:rect l="l" t="t" r="r" b="b"/>
                <a:pathLst>
                  <a:path w="5272" h="6706" extrusionOk="0">
                    <a:moveTo>
                      <a:pt x="2636" y="0"/>
                    </a:moveTo>
                    <a:cubicBezTo>
                      <a:pt x="2036" y="1735"/>
                      <a:pt x="1" y="6705"/>
                      <a:pt x="2636" y="6705"/>
                    </a:cubicBezTo>
                    <a:cubicBezTo>
                      <a:pt x="5271" y="6705"/>
                      <a:pt x="3337" y="1835"/>
                      <a:pt x="2636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9" name="Google Shape;4149;p19"/>
              <p:cNvSpPr/>
              <p:nvPr/>
            </p:nvSpPr>
            <p:spPr>
              <a:xfrm>
                <a:off x="6872600" y="1156675"/>
                <a:ext cx="128450" cy="16347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39" extrusionOk="0">
                    <a:moveTo>
                      <a:pt x="2569" y="0"/>
                    </a:moveTo>
                    <a:cubicBezTo>
                      <a:pt x="2002" y="1702"/>
                      <a:pt x="0" y="6538"/>
                      <a:pt x="2569" y="6538"/>
                    </a:cubicBezTo>
                    <a:cubicBezTo>
                      <a:pt x="5137" y="6538"/>
                      <a:pt x="3269" y="1802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0" name="Google Shape;4150;p19"/>
              <p:cNvSpPr/>
              <p:nvPr/>
            </p:nvSpPr>
            <p:spPr>
              <a:xfrm>
                <a:off x="7805750" y="1302600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2002" y="1669"/>
                      <a:pt x="1" y="6506"/>
                      <a:pt x="2569" y="6506"/>
                    </a:cubicBezTo>
                    <a:cubicBezTo>
                      <a:pt x="5138" y="6506"/>
                      <a:pt x="3270" y="1769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1" name="Google Shape;4151;p19"/>
              <p:cNvSpPr/>
              <p:nvPr/>
            </p:nvSpPr>
            <p:spPr>
              <a:xfrm>
                <a:off x="5146350" y="1423525"/>
                <a:ext cx="128450" cy="16347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39" extrusionOk="0">
                    <a:moveTo>
                      <a:pt x="2569" y="1"/>
                    </a:moveTo>
                    <a:cubicBezTo>
                      <a:pt x="2002" y="1702"/>
                      <a:pt x="1" y="6539"/>
                      <a:pt x="2569" y="6539"/>
                    </a:cubicBezTo>
                    <a:cubicBezTo>
                      <a:pt x="5138" y="6539"/>
                      <a:pt x="3270" y="1802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2" name="Google Shape;4152;p19"/>
              <p:cNvSpPr/>
              <p:nvPr/>
            </p:nvSpPr>
            <p:spPr>
              <a:xfrm>
                <a:off x="7038550" y="1740425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0"/>
                    </a:moveTo>
                    <a:cubicBezTo>
                      <a:pt x="2002" y="1702"/>
                      <a:pt x="0" y="6505"/>
                      <a:pt x="2569" y="6505"/>
                    </a:cubicBezTo>
                    <a:cubicBezTo>
                      <a:pt x="5137" y="6505"/>
                      <a:pt x="3269" y="1802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3" name="Google Shape;4153;p19"/>
              <p:cNvSpPr/>
              <p:nvPr/>
            </p:nvSpPr>
            <p:spPr>
              <a:xfrm>
                <a:off x="7994225" y="1893025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2002" y="1669"/>
                      <a:pt x="1" y="6505"/>
                      <a:pt x="2569" y="6505"/>
                    </a:cubicBezTo>
                    <a:cubicBezTo>
                      <a:pt x="5138" y="6505"/>
                      <a:pt x="3270" y="1802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4" name="Google Shape;4154;p19"/>
              <p:cNvSpPr/>
              <p:nvPr/>
            </p:nvSpPr>
            <p:spPr>
              <a:xfrm>
                <a:off x="8642200" y="1657025"/>
                <a:ext cx="132600" cy="167650"/>
              </a:xfrm>
              <a:custGeom>
                <a:avLst/>
                <a:gdLst/>
                <a:ahLst/>
                <a:cxnLst/>
                <a:rect l="l" t="t" r="r" b="b"/>
                <a:pathLst>
                  <a:path w="5304" h="6706" extrusionOk="0">
                    <a:moveTo>
                      <a:pt x="2669" y="1"/>
                    </a:moveTo>
                    <a:cubicBezTo>
                      <a:pt x="2068" y="1735"/>
                      <a:pt x="0" y="6706"/>
                      <a:pt x="2669" y="6706"/>
                    </a:cubicBezTo>
                    <a:cubicBezTo>
                      <a:pt x="5304" y="6706"/>
                      <a:pt x="3369" y="1835"/>
                      <a:pt x="26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5" name="Google Shape;4155;p19"/>
              <p:cNvSpPr/>
              <p:nvPr/>
            </p:nvSpPr>
            <p:spPr>
              <a:xfrm>
                <a:off x="5374950" y="966325"/>
                <a:ext cx="128450" cy="16347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39" extrusionOk="0">
                    <a:moveTo>
                      <a:pt x="2569" y="1"/>
                    </a:moveTo>
                    <a:cubicBezTo>
                      <a:pt x="2002" y="1702"/>
                      <a:pt x="1" y="6539"/>
                      <a:pt x="2569" y="6539"/>
                    </a:cubicBezTo>
                    <a:cubicBezTo>
                      <a:pt x="5138" y="6539"/>
                      <a:pt x="3270" y="1802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6" name="Google Shape;4156;p19"/>
              <p:cNvSpPr/>
              <p:nvPr/>
            </p:nvSpPr>
            <p:spPr>
              <a:xfrm>
                <a:off x="5679750" y="1271125"/>
                <a:ext cx="128450" cy="16347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39" extrusionOk="0">
                    <a:moveTo>
                      <a:pt x="2569" y="1"/>
                    </a:moveTo>
                    <a:cubicBezTo>
                      <a:pt x="2002" y="1702"/>
                      <a:pt x="1" y="6539"/>
                      <a:pt x="2569" y="6539"/>
                    </a:cubicBezTo>
                    <a:cubicBezTo>
                      <a:pt x="5138" y="6539"/>
                      <a:pt x="3270" y="1802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7" name="Google Shape;4157;p19"/>
              <p:cNvSpPr/>
              <p:nvPr/>
            </p:nvSpPr>
            <p:spPr>
              <a:xfrm flipH="1">
                <a:off x="1208475" y="948188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2002" y="1669"/>
                      <a:pt x="1" y="6506"/>
                      <a:pt x="2569" y="6506"/>
                    </a:cubicBezTo>
                    <a:cubicBezTo>
                      <a:pt x="5138" y="6506"/>
                      <a:pt x="3270" y="1769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8" name="Google Shape;4158;p19"/>
              <p:cNvSpPr/>
              <p:nvPr/>
            </p:nvSpPr>
            <p:spPr>
              <a:xfrm>
                <a:off x="8060825" y="938175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1969" y="1669"/>
                      <a:pt x="1" y="6505"/>
                      <a:pt x="2569" y="6505"/>
                    </a:cubicBezTo>
                    <a:cubicBezTo>
                      <a:pt x="5138" y="6505"/>
                      <a:pt x="3237" y="1802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9" name="Google Shape;4159;p19"/>
              <p:cNvSpPr/>
              <p:nvPr/>
            </p:nvSpPr>
            <p:spPr>
              <a:xfrm>
                <a:off x="3645163" y="894800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1969" y="1669"/>
                      <a:pt x="1" y="6505"/>
                      <a:pt x="2569" y="6505"/>
                    </a:cubicBezTo>
                    <a:cubicBezTo>
                      <a:pt x="5138" y="6505"/>
                      <a:pt x="3237" y="1802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0" name="Google Shape;4160;p19"/>
              <p:cNvSpPr/>
              <p:nvPr/>
            </p:nvSpPr>
            <p:spPr>
              <a:xfrm>
                <a:off x="4358375" y="2806875"/>
                <a:ext cx="128450" cy="16262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5" extrusionOk="0">
                    <a:moveTo>
                      <a:pt x="2569" y="0"/>
                    </a:moveTo>
                    <a:cubicBezTo>
                      <a:pt x="1969" y="1702"/>
                      <a:pt x="0" y="6505"/>
                      <a:pt x="2569" y="6505"/>
                    </a:cubicBezTo>
                    <a:cubicBezTo>
                      <a:pt x="5137" y="6505"/>
                      <a:pt x="3236" y="1802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1" name="Google Shape;4161;p19"/>
              <p:cNvSpPr/>
              <p:nvPr/>
            </p:nvSpPr>
            <p:spPr>
              <a:xfrm>
                <a:off x="1690625" y="3998550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1969" y="1669"/>
                      <a:pt x="1" y="6505"/>
                      <a:pt x="2569" y="6505"/>
                    </a:cubicBezTo>
                    <a:cubicBezTo>
                      <a:pt x="5138" y="6505"/>
                      <a:pt x="3237" y="1802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2" name="Google Shape;4162;p19"/>
              <p:cNvSpPr/>
              <p:nvPr/>
            </p:nvSpPr>
            <p:spPr>
              <a:xfrm>
                <a:off x="847525" y="2288175"/>
                <a:ext cx="128450" cy="16262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5" extrusionOk="0">
                    <a:moveTo>
                      <a:pt x="2569" y="0"/>
                    </a:moveTo>
                    <a:cubicBezTo>
                      <a:pt x="2002" y="1668"/>
                      <a:pt x="1" y="6505"/>
                      <a:pt x="2569" y="6505"/>
                    </a:cubicBezTo>
                    <a:cubicBezTo>
                      <a:pt x="5138" y="6505"/>
                      <a:pt x="3270" y="1801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3" name="Google Shape;4163;p19"/>
              <p:cNvSpPr/>
              <p:nvPr/>
            </p:nvSpPr>
            <p:spPr>
              <a:xfrm>
                <a:off x="449750" y="3810100"/>
                <a:ext cx="128450" cy="16347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39" extrusionOk="0">
                    <a:moveTo>
                      <a:pt x="2569" y="0"/>
                    </a:moveTo>
                    <a:cubicBezTo>
                      <a:pt x="2002" y="1701"/>
                      <a:pt x="1" y="6538"/>
                      <a:pt x="2569" y="6538"/>
                    </a:cubicBezTo>
                    <a:cubicBezTo>
                      <a:pt x="5138" y="6538"/>
                      <a:pt x="3270" y="1801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4" name="Google Shape;4164;p19"/>
              <p:cNvSpPr/>
              <p:nvPr/>
            </p:nvSpPr>
            <p:spPr>
              <a:xfrm>
                <a:off x="2760575" y="2598400"/>
                <a:ext cx="128450" cy="16262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5" extrusionOk="0">
                    <a:moveTo>
                      <a:pt x="2569" y="0"/>
                    </a:moveTo>
                    <a:cubicBezTo>
                      <a:pt x="2002" y="1701"/>
                      <a:pt x="0" y="6505"/>
                      <a:pt x="2569" y="6505"/>
                    </a:cubicBezTo>
                    <a:cubicBezTo>
                      <a:pt x="5137" y="6505"/>
                      <a:pt x="3269" y="1801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5" name="Google Shape;4165;p19"/>
              <p:cNvSpPr/>
              <p:nvPr/>
            </p:nvSpPr>
            <p:spPr>
              <a:xfrm>
                <a:off x="1549700" y="2517500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0"/>
                    </a:moveTo>
                    <a:cubicBezTo>
                      <a:pt x="2002" y="1668"/>
                      <a:pt x="1" y="6505"/>
                      <a:pt x="2569" y="6505"/>
                    </a:cubicBezTo>
                    <a:cubicBezTo>
                      <a:pt x="5138" y="6505"/>
                      <a:pt x="3270" y="1802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6" name="Google Shape;4166;p19"/>
              <p:cNvSpPr/>
              <p:nvPr/>
            </p:nvSpPr>
            <p:spPr>
              <a:xfrm>
                <a:off x="4916275" y="2575050"/>
                <a:ext cx="132625" cy="167625"/>
              </a:xfrm>
              <a:custGeom>
                <a:avLst/>
                <a:gdLst/>
                <a:ahLst/>
                <a:cxnLst/>
                <a:rect l="l" t="t" r="r" b="b"/>
                <a:pathLst>
                  <a:path w="5305" h="6705" extrusionOk="0">
                    <a:moveTo>
                      <a:pt x="2669" y="0"/>
                    </a:moveTo>
                    <a:cubicBezTo>
                      <a:pt x="2069" y="1735"/>
                      <a:pt x="0" y="6705"/>
                      <a:pt x="2669" y="6705"/>
                    </a:cubicBezTo>
                    <a:cubicBezTo>
                      <a:pt x="5304" y="6705"/>
                      <a:pt x="3370" y="1868"/>
                      <a:pt x="26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7" name="Google Shape;4167;p19"/>
              <p:cNvSpPr/>
              <p:nvPr/>
            </p:nvSpPr>
            <p:spPr>
              <a:xfrm>
                <a:off x="2541250" y="3262200"/>
                <a:ext cx="128450" cy="16347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39" extrusionOk="0">
                    <a:moveTo>
                      <a:pt x="2569" y="0"/>
                    </a:moveTo>
                    <a:cubicBezTo>
                      <a:pt x="2002" y="1702"/>
                      <a:pt x="0" y="6538"/>
                      <a:pt x="2569" y="6538"/>
                    </a:cubicBezTo>
                    <a:cubicBezTo>
                      <a:pt x="5137" y="6538"/>
                      <a:pt x="3269" y="1802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8" name="Google Shape;4168;p19"/>
              <p:cNvSpPr/>
              <p:nvPr/>
            </p:nvSpPr>
            <p:spPr>
              <a:xfrm>
                <a:off x="3474400" y="3408125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2002" y="1669"/>
                      <a:pt x="1" y="6506"/>
                      <a:pt x="2569" y="6506"/>
                    </a:cubicBezTo>
                    <a:cubicBezTo>
                      <a:pt x="5138" y="6506"/>
                      <a:pt x="3270" y="1769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9" name="Google Shape;4169;p19"/>
              <p:cNvSpPr/>
              <p:nvPr/>
            </p:nvSpPr>
            <p:spPr>
              <a:xfrm>
                <a:off x="815000" y="3529050"/>
                <a:ext cx="128450" cy="16347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39" extrusionOk="0">
                    <a:moveTo>
                      <a:pt x="2569" y="1"/>
                    </a:moveTo>
                    <a:cubicBezTo>
                      <a:pt x="2002" y="1702"/>
                      <a:pt x="1" y="6539"/>
                      <a:pt x="2569" y="6539"/>
                    </a:cubicBezTo>
                    <a:cubicBezTo>
                      <a:pt x="5138" y="6539"/>
                      <a:pt x="3270" y="1802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0" name="Google Shape;4170;p19"/>
              <p:cNvSpPr/>
              <p:nvPr/>
            </p:nvSpPr>
            <p:spPr>
              <a:xfrm>
                <a:off x="3662875" y="3998550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2002" y="1669"/>
                      <a:pt x="1" y="6505"/>
                      <a:pt x="2569" y="6505"/>
                    </a:cubicBezTo>
                    <a:cubicBezTo>
                      <a:pt x="5138" y="6505"/>
                      <a:pt x="3270" y="1802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1" name="Google Shape;4171;p19"/>
              <p:cNvSpPr/>
              <p:nvPr/>
            </p:nvSpPr>
            <p:spPr>
              <a:xfrm>
                <a:off x="4310850" y="3762550"/>
                <a:ext cx="132600" cy="167650"/>
              </a:xfrm>
              <a:custGeom>
                <a:avLst/>
                <a:gdLst/>
                <a:ahLst/>
                <a:cxnLst/>
                <a:rect l="l" t="t" r="r" b="b"/>
                <a:pathLst>
                  <a:path w="5304" h="6706" extrusionOk="0">
                    <a:moveTo>
                      <a:pt x="2669" y="1"/>
                    </a:moveTo>
                    <a:cubicBezTo>
                      <a:pt x="2068" y="1735"/>
                      <a:pt x="0" y="6706"/>
                      <a:pt x="2669" y="6706"/>
                    </a:cubicBezTo>
                    <a:cubicBezTo>
                      <a:pt x="5304" y="6706"/>
                      <a:pt x="3369" y="1835"/>
                      <a:pt x="26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2" name="Google Shape;4172;p19"/>
              <p:cNvSpPr/>
              <p:nvPr/>
            </p:nvSpPr>
            <p:spPr>
              <a:xfrm>
                <a:off x="4949625" y="3489025"/>
                <a:ext cx="132625" cy="167650"/>
              </a:xfrm>
              <a:custGeom>
                <a:avLst/>
                <a:gdLst/>
                <a:ahLst/>
                <a:cxnLst/>
                <a:rect l="l" t="t" r="r" b="b"/>
                <a:pathLst>
                  <a:path w="5305" h="6706" extrusionOk="0">
                    <a:moveTo>
                      <a:pt x="2669" y="1"/>
                    </a:moveTo>
                    <a:cubicBezTo>
                      <a:pt x="2069" y="1735"/>
                      <a:pt x="1" y="6705"/>
                      <a:pt x="2669" y="6705"/>
                    </a:cubicBezTo>
                    <a:cubicBezTo>
                      <a:pt x="5305" y="6705"/>
                      <a:pt x="3370" y="1869"/>
                      <a:pt x="26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3" name="Google Shape;4173;p19"/>
              <p:cNvSpPr/>
              <p:nvPr/>
            </p:nvSpPr>
            <p:spPr>
              <a:xfrm>
                <a:off x="6447475" y="2443275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1969" y="1668"/>
                      <a:pt x="1" y="6505"/>
                      <a:pt x="2569" y="6505"/>
                    </a:cubicBezTo>
                    <a:cubicBezTo>
                      <a:pt x="5138" y="6505"/>
                      <a:pt x="3236" y="1769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4" name="Google Shape;4174;p19"/>
              <p:cNvSpPr/>
              <p:nvPr/>
            </p:nvSpPr>
            <p:spPr>
              <a:xfrm>
                <a:off x="8779975" y="2806875"/>
                <a:ext cx="128450" cy="16262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5" extrusionOk="0">
                    <a:moveTo>
                      <a:pt x="2569" y="0"/>
                    </a:moveTo>
                    <a:cubicBezTo>
                      <a:pt x="1969" y="1702"/>
                      <a:pt x="0" y="6505"/>
                      <a:pt x="2569" y="6505"/>
                    </a:cubicBezTo>
                    <a:cubicBezTo>
                      <a:pt x="5137" y="6505"/>
                      <a:pt x="3236" y="1802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5" name="Google Shape;4175;p19"/>
              <p:cNvSpPr/>
              <p:nvPr/>
            </p:nvSpPr>
            <p:spPr>
              <a:xfrm>
                <a:off x="6112225" y="3998550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1969" y="1669"/>
                      <a:pt x="1" y="6505"/>
                      <a:pt x="2569" y="6505"/>
                    </a:cubicBezTo>
                    <a:cubicBezTo>
                      <a:pt x="5138" y="6505"/>
                      <a:pt x="3237" y="1802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6" name="Google Shape;4176;p19"/>
              <p:cNvSpPr/>
              <p:nvPr/>
            </p:nvSpPr>
            <p:spPr>
              <a:xfrm>
                <a:off x="5269125" y="2288175"/>
                <a:ext cx="128450" cy="16262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5" extrusionOk="0">
                    <a:moveTo>
                      <a:pt x="2569" y="0"/>
                    </a:moveTo>
                    <a:cubicBezTo>
                      <a:pt x="2002" y="1668"/>
                      <a:pt x="1" y="6505"/>
                      <a:pt x="2569" y="6505"/>
                    </a:cubicBezTo>
                    <a:cubicBezTo>
                      <a:pt x="5138" y="6505"/>
                      <a:pt x="3270" y="1801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7" name="Google Shape;4177;p19"/>
              <p:cNvSpPr/>
              <p:nvPr/>
            </p:nvSpPr>
            <p:spPr>
              <a:xfrm>
                <a:off x="4871350" y="3810100"/>
                <a:ext cx="128450" cy="16347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39" extrusionOk="0">
                    <a:moveTo>
                      <a:pt x="2569" y="0"/>
                    </a:moveTo>
                    <a:cubicBezTo>
                      <a:pt x="2002" y="1701"/>
                      <a:pt x="1" y="6538"/>
                      <a:pt x="2569" y="6538"/>
                    </a:cubicBezTo>
                    <a:cubicBezTo>
                      <a:pt x="5138" y="6538"/>
                      <a:pt x="3270" y="1801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8" name="Google Shape;4178;p19"/>
              <p:cNvSpPr/>
              <p:nvPr/>
            </p:nvSpPr>
            <p:spPr>
              <a:xfrm>
                <a:off x="7182175" y="2598400"/>
                <a:ext cx="128450" cy="16262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5" extrusionOk="0">
                    <a:moveTo>
                      <a:pt x="2569" y="0"/>
                    </a:moveTo>
                    <a:cubicBezTo>
                      <a:pt x="2002" y="1701"/>
                      <a:pt x="0" y="6505"/>
                      <a:pt x="2569" y="6505"/>
                    </a:cubicBezTo>
                    <a:cubicBezTo>
                      <a:pt x="5137" y="6505"/>
                      <a:pt x="3269" y="1801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9" name="Google Shape;4179;p19"/>
              <p:cNvSpPr/>
              <p:nvPr/>
            </p:nvSpPr>
            <p:spPr>
              <a:xfrm>
                <a:off x="5971300" y="2517500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0"/>
                    </a:moveTo>
                    <a:cubicBezTo>
                      <a:pt x="2002" y="1668"/>
                      <a:pt x="1" y="6505"/>
                      <a:pt x="2569" y="6505"/>
                    </a:cubicBezTo>
                    <a:cubicBezTo>
                      <a:pt x="5138" y="6505"/>
                      <a:pt x="3270" y="1802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0" name="Google Shape;4180;p19"/>
              <p:cNvSpPr/>
              <p:nvPr/>
            </p:nvSpPr>
            <p:spPr>
              <a:xfrm>
                <a:off x="7998575" y="2491650"/>
                <a:ext cx="131800" cy="167650"/>
              </a:xfrm>
              <a:custGeom>
                <a:avLst/>
                <a:gdLst/>
                <a:ahLst/>
                <a:cxnLst/>
                <a:rect l="l" t="t" r="r" b="b"/>
                <a:pathLst>
                  <a:path w="5272" h="6706" extrusionOk="0">
                    <a:moveTo>
                      <a:pt x="2636" y="0"/>
                    </a:moveTo>
                    <a:cubicBezTo>
                      <a:pt x="2036" y="1735"/>
                      <a:pt x="1" y="6705"/>
                      <a:pt x="2636" y="6705"/>
                    </a:cubicBezTo>
                    <a:cubicBezTo>
                      <a:pt x="5271" y="6705"/>
                      <a:pt x="3337" y="1835"/>
                      <a:pt x="2636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1" name="Google Shape;4181;p19"/>
              <p:cNvSpPr/>
              <p:nvPr/>
            </p:nvSpPr>
            <p:spPr>
              <a:xfrm>
                <a:off x="6962850" y="3262200"/>
                <a:ext cx="128450" cy="16347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39" extrusionOk="0">
                    <a:moveTo>
                      <a:pt x="2569" y="0"/>
                    </a:moveTo>
                    <a:cubicBezTo>
                      <a:pt x="2002" y="1702"/>
                      <a:pt x="0" y="6538"/>
                      <a:pt x="2569" y="6538"/>
                    </a:cubicBezTo>
                    <a:cubicBezTo>
                      <a:pt x="5137" y="6538"/>
                      <a:pt x="3269" y="1802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2" name="Google Shape;4182;p19"/>
              <p:cNvSpPr/>
              <p:nvPr/>
            </p:nvSpPr>
            <p:spPr>
              <a:xfrm>
                <a:off x="7896000" y="3408125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2002" y="1669"/>
                      <a:pt x="1" y="6506"/>
                      <a:pt x="2569" y="6506"/>
                    </a:cubicBezTo>
                    <a:cubicBezTo>
                      <a:pt x="5138" y="6506"/>
                      <a:pt x="3270" y="1769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3" name="Google Shape;4183;p19"/>
              <p:cNvSpPr/>
              <p:nvPr/>
            </p:nvSpPr>
            <p:spPr>
              <a:xfrm>
                <a:off x="5236600" y="3529050"/>
                <a:ext cx="128450" cy="16347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39" extrusionOk="0">
                    <a:moveTo>
                      <a:pt x="2569" y="1"/>
                    </a:moveTo>
                    <a:cubicBezTo>
                      <a:pt x="2002" y="1702"/>
                      <a:pt x="1" y="6539"/>
                      <a:pt x="2569" y="6539"/>
                    </a:cubicBezTo>
                    <a:cubicBezTo>
                      <a:pt x="5138" y="6539"/>
                      <a:pt x="3270" y="1802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4" name="Google Shape;4184;p19"/>
              <p:cNvSpPr/>
              <p:nvPr/>
            </p:nvSpPr>
            <p:spPr>
              <a:xfrm>
                <a:off x="7128800" y="3845950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0"/>
                    </a:moveTo>
                    <a:cubicBezTo>
                      <a:pt x="2002" y="1702"/>
                      <a:pt x="0" y="6505"/>
                      <a:pt x="2569" y="6505"/>
                    </a:cubicBezTo>
                    <a:cubicBezTo>
                      <a:pt x="5137" y="6505"/>
                      <a:pt x="3269" y="1802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5" name="Google Shape;4185;p19"/>
              <p:cNvSpPr/>
              <p:nvPr/>
            </p:nvSpPr>
            <p:spPr>
              <a:xfrm>
                <a:off x="8084475" y="3998550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2002" y="1669"/>
                      <a:pt x="1" y="6505"/>
                      <a:pt x="2569" y="6505"/>
                    </a:cubicBezTo>
                    <a:cubicBezTo>
                      <a:pt x="5138" y="6505"/>
                      <a:pt x="3270" y="1802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6" name="Google Shape;4186;p19"/>
              <p:cNvSpPr/>
              <p:nvPr/>
            </p:nvSpPr>
            <p:spPr>
              <a:xfrm>
                <a:off x="8732450" y="3762550"/>
                <a:ext cx="132600" cy="167650"/>
              </a:xfrm>
              <a:custGeom>
                <a:avLst/>
                <a:gdLst/>
                <a:ahLst/>
                <a:cxnLst/>
                <a:rect l="l" t="t" r="r" b="b"/>
                <a:pathLst>
                  <a:path w="5304" h="6706" extrusionOk="0">
                    <a:moveTo>
                      <a:pt x="2669" y="1"/>
                    </a:moveTo>
                    <a:cubicBezTo>
                      <a:pt x="2068" y="1735"/>
                      <a:pt x="0" y="6706"/>
                      <a:pt x="2669" y="6706"/>
                    </a:cubicBezTo>
                    <a:cubicBezTo>
                      <a:pt x="5304" y="6706"/>
                      <a:pt x="3369" y="1835"/>
                      <a:pt x="26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7" name="Google Shape;4187;p19"/>
              <p:cNvSpPr/>
              <p:nvPr/>
            </p:nvSpPr>
            <p:spPr>
              <a:xfrm>
                <a:off x="5465200" y="3071850"/>
                <a:ext cx="128450" cy="16347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39" extrusionOk="0">
                    <a:moveTo>
                      <a:pt x="2569" y="1"/>
                    </a:moveTo>
                    <a:cubicBezTo>
                      <a:pt x="2002" y="1702"/>
                      <a:pt x="1" y="6539"/>
                      <a:pt x="2569" y="6539"/>
                    </a:cubicBezTo>
                    <a:cubicBezTo>
                      <a:pt x="5138" y="6539"/>
                      <a:pt x="3270" y="1802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8" name="Google Shape;4188;p19"/>
              <p:cNvSpPr/>
              <p:nvPr/>
            </p:nvSpPr>
            <p:spPr>
              <a:xfrm>
                <a:off x="5770000" y="3376650"/>
                <a:ext cx="128450" cy="16347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39" extrusionOk="0">
                    <a:moveTo>
                      <a:pt x="2569" y="1"/>
                    </a:moveTo>
                    <a:cubicBezTo>
                      <a:pt x="2002" y="1702"/>
                      <a:pt x="1" y="6539"/>
                      <a:pt x="2569" y="6539"/>
                    </a:cubicBezTo>
                    <a:cubicBezTo>
                      <a:pt x="5138" y="6539"/>
                      <a:pt x="3270" y="1802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9" name="Google Shape;4189;p19"/>
              <p:cNvSpPr/>
              <p:nvPr/>
            </p:nvSpPr>
            <p:spPr>
              <a:xfrm flipH="1">
                <a:off x="1298725" y="3053713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2002" y="1669"/>
                      <a:pt x="1" y="6506"/>
                      <a:pt x="2569" y="6506"/>
                    </a:cubicBezTo>
                    <a:cubicBezTo>
                      <a:pt x="5138" y="6506"/>
                      <a:pt x="3270" y="1769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0" name="Google Shape;4190;p19"/>
              <p:cNvSpPr/>
              <p:nvPr/>
            </p:nvSpPr>
            <p:spPr>
              <a:xfrm>
                <a:off x="8151075" y="3043700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1969" y="1669"/>
                      <a:pt x="1" y="6505"/>
                      <a:pt x="2569" y="6505"/>
                    </a:cubicBezTo>
                    <a:cubicBezTo>
                      <a:pt x="5138" y="6505"/>
                      <a:pt x="3237" y="1802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1" name="Google Shape;4191;p19"/>
              <p:cNvSpPr/>
              <p:nvPr/>
            </p:nvSpPr>
            <p:spPr>
              <a:xfrm>
                <a:off x="3735413" y="3000325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1969" y="1669"/>
                      <a:pt x="1" y="6505"/>
                      <a:pt x="2569" y="6505"/>
                    </a:cubicBezTo>
                    <a:cubicBezTo>
                      <a:pt x="5138" y="6505"/>
                      <a:pt x="3237" y="1802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192" name="Google Shape;4192;p19"/>
            <p:cNvSpPr/>
            <p:nvPr/>
          </p:nvSpPr>
          <p:spPr>
            <a:xfrm>
              <a:off x="2011825" y="433547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1969" y="1668"/>
                    <a:pt x="1" y="6505"/>
                    <a:pt x="2569" y="6505"/>
                  </a:cubicBezTo>
                  <a:cubicBezTo>
                    <a:pt x="5138" y="6505"/>
                    <a:pt x="3236" y="1769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3" name="Google Shape;4193;p19"/>
            <p:cNvSpPr/>
            <p:nvPr/>
          </p:nvSpPr>
          <p:spPr>
            <a:xfrm>
              <a:off x="4344325" y="4699075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1969" y="1702"/>
                    <a:pt x="0" y="6505"/>
                    <a:pt x="2569" y="6505"/>
                  </a:cubicBezTo>
                  <a:cubicBezTo>
                    <a:pt x="5137" y="6505"/>
                    <a:pt x="3236" y="1802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4" name="Google Shape;4194;p19"/>
            <p:cNvSpPr/>
            <p:nvPr/>
          </p:nvSpPr>
          <p:spPr>
            <a:xfrm>
              <a:off x="833475" y="4180375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2002" y="1668"/>
                    <a:pt x="1" y="6505"/>
                    <a:pt x="2569" y="6505"/>
                  </a:cubicBezTo>
                  <a:cubicBezTo>
                    <a:pt x="5138" y="6505"/>
                    <a:pt x="3270" y="1801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5" name="Google Shape;4195;p19"/>
            <p:cNvSpPr/>
            <p:nvPr/>
          </p:nvSpPr>
          <p:spPr>
            <a:xfrm>
              <a:off x="2746525" y="4490600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2002" y="1701"/>
                    <a:pt x="0" y="6505"/>
                    <a:pt x="2569" y="6505"/>
                  </a:cubicBezTo>
                  <a:cubicBezTo>
                    <a:pt x="5137" y="6505"/>
                    <a:pt x="3269" y="1801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6" name="Google Shape;4196;p19"/>
            <p:cNvSpPr/>
            <p:nvPr/>
          </p:nvSpPr>
          <p:spPr>
            <a:xfrm>
              <a:off x="1535650" y="4409700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0"/>
                  </a:moveTo>
                  <a:cubicBezTo>
                    <a:pt x="2002" y="1668"/>
                    <a:pt x="1" y="6505"/>
                    <a:pt x="2569" y="6505"/>
                  </a:cubicBezTo>
                  <a:cubicBezTo>
                    <a:pt x="5138" y="6505"/>
                    <a:pt x="3270" y="1802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7" name="Google Shape;4197;p19"/>
            <p:cNvSpPr/>
            <p:nvPr/>
          </p:nvSpPr>
          <p:spPr>
            <a:xfrm>
              <a:off x="3562925" y="4383850"/>
              <a:ext cx="131800" cy="167650"/>
            </a:xfrm>
            <a:custGeom>
              <a:avLst/>
              <a:gdLst/>
              <a:ahLst/>
              <a:cxnLst/>
              <a:rect l="l" t="t" r="r" b="b"/>
              <a:pathLst>
                <a:path w="5272" h="6706" extrusionOk="0">
                  <a:moveTo>
                    <a:pt x="2636" y="0"/>
                  </a:moveTo>
                  <a:cubicBezTo>
                    <a:pt x="2036" y="1735"/>
                    <a:pt x="1" y="6705"/>
                    <a:pt x="2636" y="6705"/>
                  </a:cubicBezTo>
                  <a:cubicBezTo>
                    <a:pt x="5271" y="6705"/>
                    <a:pt x="3337" y="1835"/>
                    <a:pt x="2636" y="0"/>
                  </a:cubicBezTo>
                  <a:close/>
                </a:path>
              </a:pathLst>
            </a:custGeom>
            <a:solidFill>
              <a:srgbClr val="191919">
                <a:alpha val="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8" name="Google Shape;4198;p19"/>
            <p:cNvSpPr/>
            <p:nvPr/>
          </p:nvSpPr>
          <p:spPr>
            <a:xfrm>
              <a:off x="4902225" y="4467250"/>
              <a:ext cx="132625" cy="167625"/>
            </a:xfrm>
            <a:custGeom>
              <a:avLst/>
              <a:gdLst/>
              <a:ahLst/>
              <a:cxnLst/>
              <a:rect l="l" t="t" r="r" b="b"/>
              <a:pathLst>
                <a:path w="5305" h="6705" extrusionOk="0">
                  <a:moveTo>
                    <a:pt x="2669" y="0"/>
                  </a:moveTo>
                  <a:cubicBezTo>
                    <a:pt x="2069" y="1735"/>
                    <a:pt x="0" y="6705"/>
                    <a:pt x="2669" y="6705"/>
                  </a:cubicBezTo>
                  <a:cubicBezTo>
                    <a:pt x="5304" y="6705"/>
                    <a:pt x="3370" y="1868"/>
                    <a:pt x="2669" y="0"/>
                  </a:cubicBezTo>
                  <a:close/>
                </a:path>
              </a:pathLst>
            </a:custGeom>
            <a:solidFill>
              <a:srgbClr val="191919">
                <a:alpha val="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9" name="Google Shape;4199;p19"/>
            <p:cNvSpPr/>
            <p:nvPr/>
          </p:nvSpPr>
          <p:spPr>
            <a:xfrm>
              <a:off x="2527200" y="5154400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0"/>
                  </a:moveTo>
                  <a:cubicBezTo>
                    <a:pt x="2002" y="1702"/>
                    <a:pt x="0" y="6538"/>
                    <a:pt x="2569" y="6538"/>
                  </a:cubicBezTo>
                  <a:cubicBezTo>
                    <a:pt x="5137" y="6538"/>
                    <a:pt x="3269" y="1802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0" name="Google Shape;4200;p19"/>
            <p:cNvSpPr/>
            <p:nvPr/>
          </p:nvSpPr>
          <p:spPr>
            <a:xfrm>
              <a:off x="6433425" y="433547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1969" y="1668"/>
                    <a:pt x="1" y="6505"/>
                    <a:pt x="2569" y="6505"/>
                  </a:cubicBezTo>
                  <a:cubicBezTo>
                    <a:pt x="5138" y="6505"/>
                    <a:pt x="3236" y="1769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1" name="Google Shape;4201;p19"/>
            <p:cNvSpPr/>
            <p:nvPr/>
          </p:nvSpPr>
          <p:spPr>
            <a:xfrm>
              <a:off x="8765925" y="4699075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1969" y="1702"/>
                    <a:pt x="0" y="6505"/>
                    <a:pt x="2569" y="6505"/>
                  </a:cubicBezTo>
                  <a:cubicBezTo>
                    <a:pt x="5137" y="6505"/>
                    <a:pt x="3236" y="1802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2" name="Google Shape;4202;p19"/>
            <p:cNvSpPr/>
            <p:nvPr/>
          </p:nvSpPr>
          <p:spPr>
            <a:xfrm>
              <a:off x="5255075" y="4180375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2002" y="1668"/>
                    <a:pt x="1" y="6505"/>
                    <a:pt x="2569" y="6505"/>
                  </a:cubicBezTo>
                  <a:cubicBezTo>
                    <a:pt x="5138" y="6505"/>
                    <a:pt x="3270" y="1801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3" name="Google Shape;4203;p19"/>
            <p:cNvSpPr/>
            <p:nvPr/>
          </p:nvSpPr>
          <p:spPr>
            <a:xfrm>
              <a:off x="7168125" y="4490600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2002" y="1701"/>
                    <a:pt x="0" y="6505"/>
                    <a:pt x="2569" y="6505"/>
                  </a:cubicBezTo>
                  <a:cubicBezTo>
                    <a:pt x="5137" y="6505"/>
                    <a:pt x="3269" y="1801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4" name="Google Shape;4204;p19"/>
            <p:cNvSpPr/>
            <p:nvPr/>
          </p:nvSpPr>
          <p:spPr>
            <a:xfrm>
              <a:off x="5957250" y="4409700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0"/>
                  </a:moveTo>
                  <a:cubicBezTo>
                    <a:pt x="2002" y="1668"/>
                    <a:pt x="1" y="6505"/>
                    <a:pt x="2569" y="6505"/>
                  </a:cubicBezTo>
                  <a:cubicBezTo>
                    <a:pt x="5138" y="6505"/>
                    <a:pt x="3270" y="1802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5" name="Google Shape;4205;p19"/>
            <p:cNvSpPr/>
            <p:nvPr/>
          </p:nvSpPr>
          <p:spPr>
            <a:xfrm>
              <a:off x="7984525" y="4383850"/>
              <a:ext cx="131800" cy="167650"/>
            </a:xfrm>
            <a:custGeom>
              <a:avLst/>
              <a:gdLst/>
              <a:ahLst/>
              <a:cxnLst/>
              <a:rect l="l" t="t" r="r" b="b"/>
              <a:pathLst>
                <a:path w="5272" h="6706" extrusionOk="0">
                  <a:moveTo>
                    <a:pt x="2636" y="0"/>
                  </a:moveTo>
                  <a:cubicBezTo>
                    <a:pt x="2036" y="1735"/>
                    <a:pt x="1" y="6705"/>
                    <a:pt x="2636" y="6705"/>
                  </a:cubicBezTo>
                  <a:cubicBezTo>
                    <a:pt x="5271" y="6705"/>
                    <a:pt x="3337" y="1835"/>
                    <a:pt x="2636" y="0"/>
                  </a:cubicBezTo>
                  <a:close/>
                </a:path>
              </a:pathLst>
            </a:custGeom>
            <a:solidFill>
              <a:srgbClr val="191919">
                <a:alpha val="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6" name="Google Shape;4206;p19"/>
            <p:cNvSpPr/>
            <p:nvPr/>
          </p:nvSpPr>
          <p:spPr>
            <a:xfrm>
              <a:off x="6948800" y="5154400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0"/>
                  </a:moveTo>
                  <a:cubicBezTo>
                    <a:pt x="2002" y="1702"/>
                    <a:pt x="0" y="6538"/>
                    <a:pt x="2569" y="6538"/>
                  </a:cubicBezTo>
                  <a:cubicBezTo>
                    <a:pt x="5137" y="6538"/>
                    <a:pt x="3269" y="1802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7" name="Google Shape;4207;p19"/>
            <p:cNvSpPr/>
            <p:nvPr/>
          </p:nvSpPr>
          <p:spPr>
            <a:xfrm>
              <a:off x="5451150" y="4964050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1" y="6539"/>
                    <a:pt x="2569" y="6539"/>
                  </a:cubicBezTo>
                  <a:cubicBezTo>
                    <a:pt x="5138" y="6539"/>
                    <a:pt x="3270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8" name="Google Shape;4208;p19"/>
            <p:cNvSpPr/>
            <p:nvPr/>
          </p:nvSpPr>
          <p:spPr>
            <a:xfrm flipH="1">
              <a:off x="1284675" y="4945913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669"/>
                    <a:pt x="1" y="6506"/>
                    <a:pt x="2569" y="6506"/>
                  </a:cubicBezTo>
                  <a:cubicBezTo>
                    <a:pt x="5138" y="6506"/>
                    <a:pt x="3270" y="1769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9" name="Google Shape;4209;p19"/>
            <p:cNvSpPr/>
            <p:nvPr/>
          </p:nvSpPr>
          <p:spPr>
            <a:xfrm>
              <a:off x="8137025" y="4935900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1969" y="1669"/>
                    <a:pt x="1" y="6505"/>
                    <a:pt x="2569" y="6505"/>
                  </a:cubicBezTo>
                  <a:cubicBezTo>
                    <a:pt x="5138" y="6505"/>
                    <a:pt x="3237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0" name="Google Shape;4210;p19"/>
            <p:cNvSpPr/>
            <p:nvPr/>
          </p:nvSpPr>
          <p:spPr>
            <a:xfrm>
              <a:off x="3721363" y="489252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1969" y="1669"/>
                    <a:pt x="1" y="6505"/>
                    <a:pt x="2569" y="6505"/>
                  </a:cubicBezTo>
                  <a:cubicBezTo>
                    <a:pt x="5138" y="6505"/>
                    <a:pt x="3237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211" name="Google Shape;4211;p19"/>
          <p:cNvSpPr txBox="1">
            <a:spLocks noGrp="1"/>
          </p:cNvSpPr>
          <p:nvPr>
            <p:ph type="title"/>
          </p:nvPr>
        </p:nvSpPr>
        <p:spPr>
          <a:xfrm>
            <a:off x="916711" y="1682850"/>
            <a:ext cx="1986000" cy="527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212" name="Google Shape;4212;p19"/>
          <p:cNvSpPr txBox="1">
            <a:spLocks noGrp="1"/>
          </p:cNvSpPr>
          <p:nvPr>
            <p:ph type="subTitle" idx="1"/>
          </p:nvPr>
        </p:nvSpPr>
        <p:spPr>
          <a:xfrm>
            <a:off x="1129261" y="2269375"/>
            <a:ext cx="15609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242424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13" name="Google Shape;4213;p19"/>
          <p:cNvSpPr txBox="1">
            <a:spLocks noGrp="1"/>
          </p:cNvSpPr>
          <p:nvPr>
            <p:ph type="title" idx="2"/>
          </p:nvPr>
        </p:nvSpPr>
        <p:spPr>
          <a:xfrm>
            <a:off x="3588523" y="1682850"/>
            <a:ext cx="1986000" cy="527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214" name="Google Shape;4214;p19"/>
          <p:cNvSpPr txBox="1">
            <a:spLocks noGrp="1"/>
          </p:cNvSpPr>
          <p:nvPr>
            <p:ph type="subTitle" idx="3"/>
          </p:nvPr>
        </p:nvSpPr>
        <p:spPr>
          <a:xfrm>
            <a:off x="3706273" y="2269375"/>
            <a:ext cx="17505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242424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15" name="Google Shape;4215;p19"/>
          <p:cNvSpPr txBox="1">
            <a:spLocks noGrp="1"/>
          </p:cNvSpPr>
          <p:nvPr>
            <p:ph type="title" idx="4"/>
          </p:nvPr>
        </p:nvSpPr>
        <p:spPr>
          <a:xfrm>
            <a:off x="6260336" y="1682850"/>
            <a:ext cx="1986000" cy="527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216" name="Google Shape;4216;p19"/>
          <p:cNvSpPr txBox="1">
            <a:spLocks noGrp="1"/>
          </p:cNvSpPr>
          <p:nvPr>
            <p:ph type="subTitle" idx="5"/>
          </p:nvPr>
        </p:nvSpPr>
        <p:spPr>
          <a:xfrm>
            <a:off x="6378086" y="2269375"/>
            <a:ext cx="17505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242424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17" name="Google Shape;4217;p19"/>
          <p:cNvSpPr txBox="1">
            <a:spLocks noGrp="1"/>
          </p:cNvSpPr>
          <p:nvPr>
            <p:ph type="title" idx="6"/>
          </p:nvPr>
        </p:nvSpPr>
        <p:spPr>
          <a:xfrm>
            <a:off x="720000" y="532925"/>
            <a:ext cx="7704000" cy="484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218" name="Google Shape;4218;p19"/>
          <p:cNvSpPr txBox="1">
            <a:spLocks noGrp="1"/>
          </p:cNvSpPr>
          <p:nvPr>
            <p:ph type="title" idx="7"/>
          </p:nvPr>
        </p:nvSpPr>
        <p:spPr>
          <a:xfrm>
            <a:off x="916711" y="3073500"/>
            <a:ext cx="1986000" cy="527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219" name="Google Shape;4219;p19"/>
          <p:cNvSpPr txBox="1">
            <a:spLocks noGrp="1"/>
          </p:cNvSpPr>
          <p:nvPr>
            <p:ph type="subTitle" idx="8"/>
          </p:nvPr>
        </p:nvSpPr>
        <p:spPr>
          <a:xfrm>
            <a:off x="1034463" y="3660025"/>
            <a:ext cx="17505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rgbClr val="242424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20" name="Google Shape;4220;p19"/>
          <p:cNvSpPr txBox="1">
            <a:spLocks noGrp="1"/>
          </p:cNvSpPr>
          <p:nvPr>
            <p:ph type="title" idx="9"/>
          </p:nvPr>
        </p:nvSpPr>
        <p:spPr>
          <a:xfrm>
            <a:off x="3588523" y="3073500"/>
            <a:ext cx="1986000" cy="527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221" name="Google Shape;4221;p19"/>
          <p:cNvSpPr txBox="1">
            <a:spLocks noGrp="1"/>
          </p:cNvSpPr>
          <p:nvPr>
            <p:ph type="subTitle" idx="13"/>
          </p:nvPr>
        </p:nvSpPr>
        <p:spPr>
          <a:xfrm>
            <a:off x="3706273" y="3660025"/>
            <a:ext cx="17505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242424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22" name="Google Shape;4222;p19"/>
          <p:cNvSpPr txBox="1">
            <a:spLocks noGrp="1"/>
          </p:cNvSpPr>
          <p:nvPr>
            <p:ph type="title" idx="14"/>
          </p:nvPr>
        </p:nvSpPr>
        <p:spPr>
          <a:xfrm>
            <a:off x="6260336" y="3073500"/>
            <a:ext cx="1986000" cy="527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223" name="Google Shape;4223;p19"/>
          <p:cNvSpPr txBox="1">
            <a:spLocks noGrp="1"/>
          </p:cNvSpPr>
          <p:nvPr>
            <p:ph type="subTitle" idx="15"/>
          </p:nvPr>
        </p:nvSpPr>
        <p:spPr>
          <a:xfrm>
            <a:off x="6378086" y="3660025"/>
            <a:ext cx="17505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242424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_ONLY_2">
    <p:spTree>
      <p:nvGrpSpPr>
        <p:cNvPr id="1" name="Shape 4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89" name="Google Shape;4489;p22"/>
          <p:cNvGrpSpPr/>
          <p:nvPr/>
        </p:nvGrpSpPr>
        <p:grpSpPr>
          <a:xfrm>
            <a:off x="50125" y="0"/>
            <a:ext cx="8858300" cy="5317875"/>
            <a:chOff x="50125" y="0"/>
            <a:chExt cx="8858300" cy="5317875"/>
          </a:xfrm>
        </p:grpSpPr>
        <p:sp>
          <p:nvSpPr>
            <p:cNvPr id="4490" name="Google Shape;4490;p22"/>
            <p:cNvSpPr/>
            <p:nvPr/>
          </p:nvSpPr>
          <p:spPr>
            <a:xfrm>
              <a:off x="1626250" y="15512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0"/>
                  </a:moveTo>
                  <a:cubicBezTo>
                    <a:pt x="2001" y="1702"/>
                    <a:pt x="0" y="6505"/>
                    <a:pt x="2569" y="6505"/>
                  </a:cubicBezTo>
                  <a:cubicBezTo>
                    <a:pt x="5137" y="6505"/>
                    <a:pt x="3236" y="1802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1" name="Google Shape;4491;p22"/>
            <p:cNvSpPr/>
            <p:nvPr/>
          </p:nvSpPr>
          <p:spPr>
            <a:xfrm>
              <a:off x="3958725" y="519550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0"/>
                  </a:moveTo>
                  <a:cubicBezTo>
                    <a:pt x="1969" y="1668"/>
                    <a:pt x="1" y="6505"/>
                    <a:pt x="2569" y="6505"/>
                  </a:cubicBezTo>
                  <a:cubicBezTo>
                    <a:pt x="5138" y="6505"/>
                    <a:pt x="3237" y="1802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2" name="Google Shape;4492;p22"/>
            <p:cNvSpPr/>
            <p:nvPr/>
          </p:nvSpPr>
          <p:spPr>
            <a:xfrm>
              <a:off x="1291000" y="1710400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36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3" name="Google Shape;4493;p22"/>
            <p:cNvSpPr/>
            <p:nvPr/>
          </p:nvSpPr>
          <p:spPr>
            <a:xfrm>
              <a:off x="447900" y="0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4" name="Google Shape;4494;p22"/>
            <p:cNvSpPr/>
            <p:nvPr/>
          </p:nvSpPr>
          <p:spPr>
            <a:xfrm>
              <a:off x="50125" y="1522775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2001" y="1701"/>
                    <a:pt x="0" y="6505"/>
                    <a:pt x="2569" y="6505"/>
                  </a:cubicBezTo>
                  <a:cubicBezTo>
                    <a:pt x="5137" y="6505"/>
                    <a:pt x="3269" y="1801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5" name="Google Shape;4495;p22"/>
            <p:cNvSpPr/>
            <p:nvPr/>
          </p:nvSpPr>
          <p:spPr>
            <a:xfrm>
              <a:off x="2361775" y="311075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1968" y="1668"/>
                    <a:pt x="0" y="6505"/>
                    <a:pt x="2569" y="6505"/>
                  </a:cubicBezTo>
                  <a:cubicBezTo>
                    <a:pt x="5137" y="6505"/>
                    <a:pt x="3236" y="1801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6" name="Google Shape;4496;p22"/>
            <p:cNvSpPr/>
            <p:nvPr/>
          </p:nvSpPr>
          <p:spPr>
            <a:xfrm>
              <a:off x="1150075" y="229350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0"/>
                  </a:moveTo>
                  <a:cubicBezTo>
                    <a:pt x="2002" y="1701"/>
                    <a:pt x="0" y="6538"/>
                    <a:pt x="2569" y="6538"/>
                  </a:cubicBezTo>
                  <a:cubicBezTo>
                    <a:pt x="5137" y="6538"/>
                    <a:pt x="3269" y="1801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7" name="Google Shape;4497;p22"/>
            <p:cNvSpPr/>
            <p:nvPr/>
          </p:nvSpPr>
          <p:spPr>
            <a:xfrm>
              <a:off x="3177350" y="203500"/>
              <a:ext cx="131775" cy="167625"/>
            </a:xfrm>
            <a:custGeom>
              <a:avLst/>
              <a:gdLst/>
              <a:ahLst/>
              <a:cxnLst/>
              <a:rect l="l" t="t" r="r" b="b"/>
              <a:pathLst>
                <a:path w="5271" h="6705" extrusionOk="0">
                  <a:moveTo>
                    <a:pt x="2636" y="0"/>
                  </a:moveTo>
                  <a:cubicBezTo>
                    <a:pt x="2035" y="1735"/>
                    <a:pt x="0" y="6705"/>
                    <a:pt x="2636" y="6705"/>
                  </a:cubicBezTo>
                  <a:cubicBezTo>
                    <a:pt x="5271" y="6705"/>
                    <a:pt x="3336" y="1868"/>
                    <a:pt x="2636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8" name="Google Shape;4498;p22"/>
            <p:cNvSpPr/>
            <p:nvPr/>
          </p:nvSpPr>
          <p:spPr>
            <a:xfrm>
              <a:off x="4516625" y="287725"/>
              <a:ext cx="132625" cy="167625"/>
            </a:xfrm>
            <a:custGeom>
              <a:avLst/>
              <a:gdLst/>
              <a:ahLst/>
              <a:cxnLst/>
              <a:rect l="l" t="t" r="r" b="b"/>
              <a:pathLst>
                <a:path w="5305" h="6705" extrusionOk="0">
                  <a:moveTo>
                    <a:pt x="2670" y="0"/>
                  </a:moveTo>
                  <a:cubicBezTo>
                    <a:pt x="2069" y="1735"/>
                    <a:pt x="1" y="6705"/>
                    <a:pt x="2670" y="6705"/>
                  </a:cubicBezTo>
                  <a:cubicBezTo>
                    <a:pt x="5305" y="6705"/>
                    <a:pt x="3370" y="1835"/>
                    <a:pt x="2670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9" name="Google Shape;4499;p22"/>
            <p:cNvSpPr/>
            <p:nvPr/>
          </p:nvSpPr>
          <p:spPr>
            <a:xfrm>
              <a:off x="2141600" y="97487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702"/>
                    <a:pt x="1" y="6505"/>
                    <a:pt x="2569" y="6505"/>
                  </a:cubicBezTo>
                  <a:cubicBezTo>
                    <a:pt x="5138" y="6505"/>
                    <a:pt x="3270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0" name="Google Shape;4500;p22"/>
            <p:cNvSpPr/>
            <p:nvPr/>
          </p:nvSpPr>
          <p:spPr>
            <a:xfrm>
              <a:off x="1764675" y="1737100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2002" y="1668"/>
                    <a:pt x="0" y="6505"/>
                    <a:pt x="2569" y="6505"/>
                  </a:cubicBezTo>
                  <a:cubicBezTo>
                    <a:pt x="5137" y="6505"/>
                    <a:pt x="3269" y="1768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1" name="Google Shape;4501;p22"/>
            <p:cNvSpPr/>
            <p:nvPr/>
          </p:nvSpPr>
          <p:spPr>
            <a:xfrm>
              <a:off x="3074775" y="111997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702"/>
                    <a:pt x="0" y="6505"/>
                    <a:pt x="2569" y="6505"/>
                  </a:cubicBezTo>
                  <a:cubicBezTo>
                    <a:pt x="5137" y="6505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2" name="Google Shape;4502;p22"/>
            <p:cNvSpPr/>
            <p:nvPr/>
          </p:nvSpPr>
          <p:spPr>
            <a:xfrm>
              <a:off x="415375" y="124172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702"/>
                    <a:pt x="0" y="6505"/>
                    <a:pt x="2569" y="6505"/>
                  </a:cubicBezTo>
                  <a:cubicBezTo>
                    <a:pt x="5137" y="6505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3" name="Google Shape;4503;p22"/>
            <p:cNvSpPr/>
            <p:nvPr/>
          </p:nvSpPr>
          <p:spPr>
            <a:xfrm>
              <a:off x="380350" y="2140700"/>
              <a:ext cx="132625" cy="167650"/>
            </a:xfrm>
            <a:custGeom>
              <a:avLst/>
              <a:gdLst/>
              <a:ahLst/>
              <a:cxnLst/>
              <a:rect l="l" t="t" r="r" b="b"/>
              <a:pathLst>
                <a:path w="5305" h="6706" extrusionOk="0">
                  <a:moveTo>
                    <a:pt x="2636" y="1"/>
                  </a:moveTo>
                  <a:cubicBezTo>
                    <a:pt x="2069" y="1735"/>
                    <a:pt x="0" y="6706"/>
                    <a:pt x="2636" y="6706"/>
                  </a:cubicBezTo>
                  <a:cubicBezTo>
                    <a:pt x="5304" y="6706"/>
                    <a:pt x="3370" y="1836"/>
                    <a:pt x="2636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4" name="Google Shape;4504;p22"/>
            <p:cNvSpPr/>
            <p:nvPr/>
          </p:nvSpPr>
          <p:spPr>
            <a:xfrm>
              <a:off x="3653525" y="2276650"/>
              <a:ext cx="132625" cy="167625"/>
            </a:xfrm>
            <a:custGeom>
              <a:avLst/>
              <a:gdLst/>
              <a:ahLst/>
              <a:cxnLst/>
              <a:rect l="l" t="t" r="r" b="b"/>
              <a:pathLst>
                <a:path w="5305" h="6705" extrusionOk="0">
                  <a:moveTo>
                    <a:pt x="2669" y="0"/>
                  </a:moveTo>
                  <a:cubicBezTo>
                    <a:pt x="2068" y="1735"/>
                    <a:pt x="0" y="6705"/>
                    <a:pt x="2669" y="6705"/>
                  </a:cubicBezTo>
                  <a:cubicBezTo>
                    <a:pt x="5304" y="6705"/>
                    <a:pt x="3369" y="1868"/>
                    <a:pt x="26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5" name="Google Shape;4505;p22"/>
            <p:cNvSpPr/>
            <p:nvPr/>
          </p:nvSpPr>
          <p:spPr>
            <a:xfrm>
              <a:off x="2307550" y="155862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668"/>
                    <a:pt x="1" y="6505"/>
                    <a:pt x="2569" y="6505"/>
                  </a:cubicBezTo>
                  <a:cubicBezTo>
                    <a:pt x="5138" y="6505"/>
                    <a:pt x="3270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6" name="Google Shape;4506;p22"/>
            <p:cNvSpPr/>
            <p:nvPr/>
          </p:nvSpPr>
          <p:spPr>
            <a:xfrm>
              <a:off x="3263250" y="1710400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7" name="Google Shape;4507;p22"/>
            <p:cNvSpPr/>
            <p:nvPr/>
          </p:nvSpPr>
          <p:spPr>
            <a:xfrm>
              <a:off x="82625" y="503700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1" y="6539"/>
                    <a:pt x="2569" y="6539"/>
                  </a:cubicBezTo>
                  <a:cubicBezTo>
                    <a:pt x="5138" y="6539"/>
                    <a:pt x="3270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8" name="Google Shape;4508;p22"/>
            <p:cNvSpPr/>
            <p:nvPr/>
          </p:nvSpPr>
          <p:spPr>
            <a:xfrm>
              <a:off x="3912025" y="1474400"/>
              <a:ext cx="131800" cy="167650"/>
            </a:xfrm>
            <a:custGeom>
              <a:avLst/>
              <a:gdLst/>
              <a:ahLst/>
              <a:cxnLst/>
              <a:rect l="l" t="t" r="r" b="b"/>
              <a:pathLst>
                <a:path w="5272" h="6706" extrusionOk="0">
                  <a:moveTo>
                    <a:pt x="2636" y="0"/>
                  </a:moveTo>
                  <a:cubicBezTo>
                    <a:pt x="2036" y="1735"/>
                    <a:pt x="1" y="6705"/>
                    <a:pt x="2636" y="6705"/>
                  </a:cubicBezTo>
                  <a:cubicBezTo>
                    <a:pt x="5271" y="6705"/>
                    <a:pt x="3337" y="1868"/>
                    <a:pt x="2636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9" name="Google Shape;4509;p22"/>
            <p:cNvSpPr/>
            <p:nvPr/>
          </p:nvSpPr>
          <p:spPr>
            <a:xfrm>
              <a:off x="4092800" y="1049300"/>
              <a:ext cx="132600" cy="167650"/>
            </a:xfrm>
            <a:custGeom>
              <a:avLst/>
              <a:gdLst/>
              <a:ahLst/>
              <a:cxnLst/>
              <a:rect l="l" t="t" r="r" b="b"/>
              <a:pathLst>
                <a:path w="5304" h="6706" extrusionOk="0">
                  <a:moveTo>
                    <a:pt x="2669" y="1"/>
                  </a:moveTo>
                  <a:cubicBezTo>
                    <a:pt x="2068" y="1735"/>
                    <a:pt x="0" y="6705"/>
                    <a:pt x="2669" y="6705"/>
                  </a:cubicBezTo>
                  <a:cubicBezTo>
                    <a:pt x="5304" y="6705"/>
                    <a:pt x="3369" y="1835"/>
                    <a:pt x="26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0" name="Google Shape;4510;p22"/>
            <p:cNvSpPr/>
            <p:nvPr/>
          </p:nvSpPr>
          <p:spPr>
            <a:xfrm>
              <a:off x="2616950" y="174042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0"/>
                  </a:moveTo>
                  <a:cubicBezTo>
                    <a:pt x="2002" y="1702"/>
                    <a:pt x="0" y="6505"/>
                    <a:pt x="2569" y="6505"/>
                  </a:cubicBezTo>
                  <a:cubicBezTo>
                    <a:pt x="5137" y="6505"/>
                    <a:pt x="3269" y="1802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189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1" name="Google Shape;4511;p22"/>
            <p:cNvSpPr/>
            <p:nvPr/>
          </p:nvSpPr>
          <p:spPr>
            <a:xfrm>
              <a:off x="3572625" y="189302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669"/>
                    <a:pt x="1" y="6505"/>
                    <a:pt x="2569" y="6505"/>
                  </a:cubicBezTo>
                  <a:cubicBezTo>
                    <a:pt x="5138" y="6505"/>
                    <a:pt x="3270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189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2" name="Google Shape;4512;p22"/>
            <p:cNvSpPr/>
            <p:nvPr/>
          </p:nvSpPr>
          <p:spPr>
            <a:xfrm>
              <a:off x="392025" y="68632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669"/>
                    <a:pt x="0" y="6506"/>
                    <a:pt x="2569" y="6506"/>
                  </a:cubicBezTo>
                  <a:cubicBezTo>
                    <a:pt x="5137" y="6506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3" name="Google Shape;4513;p22"/>
            <p:cNvSpPr/>
            <p:nvPr/>
          </p:nvSpPr>
          <p:spPr>
            <a:xfrm>
              <a:off x="6047850" y="15512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0"/>
                  </a:moveTo>
                  <a:cubicBezTo>
                    <a:pt x="2001" y="1702"/>
                    <a:pt x="0" y="6505"/>
                    <a:pt x="2569" y="6505"/>
                  </a:cubicBezTo>
                  <a:cubicBezTo>
                    <a:pt x="5137" y="6505"/>
                    <a:pt x="3236" y="1802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4" name="Google Shape;4514;p22"/>
            <p:cNvSpPr/>
            <p:nvPr/>
          </p:nvSpPr>
          <p:spPr>
            <a:xfrm>
              <a:off x="8380325" y="519550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0"/>
                  </a:moveTo>
                  <a:cubicBezTo>
                    <a:pt x="1969" y="1668"/>
                    <a:pt x="1" y="6505"/>
                    <a:pt x="2569" y="6505"/>
                  </a:cubicBezTo>
                  <a:cubicBezTo>
                    <a:pt x="5138" y="6505"/>
                    <a:pt x="3237" y="1802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5" name="Google Shape;4515;p22"/>
            <p:cNvSpPr/>
            <p:nvPr/>
          </p:nvSpPr>
          <p:spPr>
            <a:xfrm>
              <a:off x="5712600" y="1710400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36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6" name="Google Shape;4516;p22"/>
            <p:cNvSpPr/>
            <p:nvPr/>
          </p:nvSpPr>
          <p:spPr>
            <a:xfrm>
              <a:off x="4869500" y="0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7" name="Google Shape;4517;p22"/>
            <p:cNvSpPr/>
            <p:nvPr/>
          </p:nvSpPr>
          <p:spPr>
            <a:xfrm>
              <a:off x="4471725" y="1522775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2001" y="1701"/>
                    <a:pt x="0" y="6505"/>
                    <a:pt x="2569" y="6505"/>
                  </a:cubicBezTo>
                  <a:cubicBezTo>
                    <a:pt x="5137" y="6505"/>
                    <a:pt x="3269" y="1801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8" name="Google Shape;4518;p22"/>
            <p:cNvSpPr/>
            <p:nvPr/>
          </p:nvSpPr>
          <p:spPr>
            <a:xfrm>
              <a:off x="6783375" y="311075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1968" y="1668"/>
                    <a:pt x="0" y="6505"/>
                    <a:pt x="2569" y="6505"/>
                  </a:cubicBezTo>
                  <a:cubicBezTo>
                    <a:pt x="5137" y="6505"/>
                    <a:pt x="3236" y="1801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9" name="Google Shape;4519;p22"/>
            <p:cNvSpPr/>
            <p:nvPr/>
          </p:nvSpPr>
          <p:spPr>
            <a:xfrm>
              <a:off x="5571675" y="229350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0"/>
                  </a:moveTo>
                  <a:cubicBezTo>
                    <a:pt x="2002" y="1701"/>
                    <a:pt x="0" y="6538"/>
                    <a:pt x="2569" y="6538"/>
                  </a:cubicBezTo>
                  <a:cubicBezTo>
                    <a:pt x="5137" y="6538"/>
                    <a:pt x="3269" y="1801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0" name="Google Shape;4520;p22"/>
            <p:cNvSpPr/>
            <p:nvPr/>
          </p:nvSpPr>
          <p:spPr>
            <a:xfrm>
              <a:off x="7598950" y="203500"/>
              <a:ext cx="131775" cy="167625"/>
            </a:xfrm>
            <a:custGeom>
              <a:avLst/>
              <a:gdLst/>
              <a:ahLst/>
              <a:cxnLst/>
              <a:rect l="l" t="t" r="r" b="b"/>
              <a:pathLst>
                <a:path w="5271" h="6705" extrusionOk="0">
                  <a:moveTo>
                    <a:pt x="2636" y="0"/>
                  </a:moveTo>
                  <a:cubicBezTo>
                    <a:pt x="2035" y="1735"/>
                    <a:pt x="0" y="6705"/>
                    <a:pt x="2636" y="6705"/>
                  </a:cubicBezTo>
                  <a:cubicBezTo>
                    <a:pt x="5271" y="6705"/>
                    <a:pt x="3336" y="1868"/>
                    <a:pt x="2636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1" name="Google Shape;4521;p22"/>
            <p:cNvSpPr/>
            <p:nvPr/>
          </p:nvSpPr>
          <p:spPr>
            <a:xfrm>
              <a:off x="6563200" y="97487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702"/>
                    <a:pt x="1" y="6505"/>
                    <a:pt x="2569" y="6505"/>
                  </a:cubicBezTo>
                  <a:cubicBezTo>
                    <a:pt x="5138" y="6505"/>
                    <a:pt x="3270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2" name="Google Shape;4522;p22"/>
            <p:cNvSpPr/>
            <p:nvPr/>
          </p:nvSpPr>
          <p:spPr>
            <a:xfrm>
              <a:off x="6186275" y="1737100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2002" y="1668"/>
                    <a:pt x="0" y="6505"/>
                    <a:pt x="2569" y="6505"/>
                  </a:cubicBezTo>
                  <a:cubicBezTo>
                    <a:pt x="5137" y="6505"/>
                    <a:pt x="3269" y="1768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3" name="Google Shape;4523;p22"/>
            <p:cNvSpPr/>
            <p:nvPr/>
          </p:nvSpPr>
          <p:spPr>
            <a:xfrm>
              <a:off x="7496375" y="111997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702"/>
                    <a:pt x="0" y="6505"/>
                    <a:pt x="2569" y="6505"/>
                  </a:cubicBezTo>
                  <a:cubicBezTo>
                    <a:pt x="5137" y="6505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4" name="Google Shape;4524;p22"/>
            <p:cNvSpPr/>
            <p:nvPr/>
          </p:nvSpPr>
          <p:spPr>
            <a:xfrm>
              <a:off x="4760775" y="108932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702"/>
                    <a:pt x="0" y="6505"/>
                    <a:pt x="2569" y="6505"/>
                  </a:cubicBezTo>
                  <a:cubicBezTo>
                    <a:pt x="5137" y="6505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5" name="Google Shape;4525;p22"/>
            <p:cNvSpPr/>
            <p:nvPr/>
          </p:nvSpPr>
          <p:spPr>
            <a:xfrm>
              <a:off x="4801950" y="2140700"/>
              <a:ext cx="132625" cy="167650"/>
            </a:xfrm>
            <a:custGeom>
              <a:avLst/>
              <a:gdLst/>
              <a:ahLst/>
              <a:cxnLst/>
              <a:rect l="l" t="t" r="r" b="b"/>
              <a:pathLst>
                <a:path w="5305" h="6706" extrusionOk="0">
                  <a:moveTo>
                    <a:pt x="2636" y="1"/>
                  </a:moveTo>
                  <a:cubicBezTo>
                    <a:pt x="2069" y="1735"/>
                    <a:pt x="0" y="6706"/>
                    <a:pt x="2636" y="6706"/>
                  </a:cubicBezTo>
                  <a:cubicBezTo>
                    <a:pt x="5304" y="6706"/>
                    <a:pt x="3370" y="1836"/>
                    <a:pt x="2636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6" name="Google Shape;4526;p22"/>
            <p:cNvSpPr/>
            <p:nvPr/>
          </p:nvSpPr>
          <p:spPr>
            <a:xfrm>
              <a:off x="8075125" y="2276650"/>
              <a:ext cx="132625" cy="167625"/>
            </a:xfrm>
            <a:custGeom>
              <a:avLst/>
              <a:gdLst/>
              <a:ahLst/>
              <a:cxnLst/>
              <a:rect l="l" t="t" r="r" b="b"/>
              <a:pathLst>
                <a:path w="5305" h="6705" extrusionOk="0">
                  <a:moveTo>
                    <a:pt x="2669" y="0"/>
                  </a:moveTo>
                  <a:cubicBezTo>
                    <a:pt x="2068" y="1735"/>
                    <a:pt x="0" y="6705"/>
                    <a:pt x="2669" y="6705"/>
                  </a:cubicBezTo>
                  <a:cubicBezTo>
                    <a:pt x="5304" y="6705"/>
                    <a:pt x="3369" y="1868"/>
                    <a:pt x="26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7" name="Google Shape;4527;p22"/>
            <p:cNvSpPr/>
            <p:nvPr/>
          </p:nvSpPr>
          <p:spPr>
            <a:xfrm>
              <a:off x="6729150" y="155862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668"/>
                    <a:pt x="1" y="6505"/>
                    <a:pt x="2569" y="6505"/>
                  </a:cubicBezTo>
                  <a:cubicBezTo>
                    <a:pt x="5138" y="6505"/>
                    <a:pt x="3270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8" name="Google Shape;4528;p22"/>
            <p:cNvSpPr/>
            <p:nvPr/>
          </p:nvSpPr>
          <p:spPr>
            <a:xfrm>
              <a:off x="7684850" y="1710400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9" name="Google Shape;4529;p22"/>
            <p:cNvSpPr/>
            <p:nvPr/>
          </p:nvSpPr>
          <p:spPr>
            <a:xfrm>
              <a:off x="4504225" y="503700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1" y="6539"/>
                    <a:pt x="2569" y="6539"/>
                  </a:cubicBezTo>
                  <a:cubicBezTo>
                    <a:pt x="5138" y="6539"/>
                    <a:pt x="3270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0" name="Google Shape;4530;p22"/>
            <p:cNvSpPr/>
            <p:nvPr/>
          </p:nvSpPr>
          <p:spPr>
            <a:xfrm>
              <a:off x="8333625" y="1474400"/>
              <a:ext cx="131800" cy="167650"/>
            </a:xfrm>
            <a:custGeom>
              <a:avLst/>
              <a:gdLst/>
              <a:ahLst/>
              <a:cxnLst/>
              <a:rect l="l" t="t" r="r" b="b"/>
              <a:pathLst>
                <a:path w="5272" h="6706" extrusionOk="0">
                  <a:moveTo>
                    <a:pt x="2636" y="0"/>
                  </a:moveTo>
                  <a:cubicBezTo>
                    <a:pt x="2036" y="1735"/>
                    <a:pt x="1" y="6705"/>
                    <a:pt x="2636" y="6705"/>
                  </a:cubicBezTo>
                  <a:cubicBezTo>
                    <a:pt x="5271" y="6705"/>
                    <a:pt x="3337" y="1868"/>
                    <a:pt x="2636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1" name="Google Shape;4531;p22"/>
            <p:cNvSpPr/>
            <p:nvPr/>
          </p:nvSpPr>
          <p:spPr>
            <a:xfrm>
              <a:off x="4813625" y="68632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669"/>
                    <a:pt x="0" y="6506"/>
                    <a:pt x="2569" y="6506"/>
                  </a:cubicBezTo>
                  <a:cubicBezTo>
                    <a:pt x="5137" y="6506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2" name="Google Shape;4532;p22"/>
            <p:cNvSpPr/>
            <p:nvPr/>
          </p:nvSpPr>
          <p:spPr>
            <a:xfrm>
              <a:off x="6169800" y="1177000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36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3" name="Google Shape;4533;p22"/>
            <p:cNvSpPr/>
            <p:nvPr/>
          </p:nvSpPr>
          <p:spPr>
            <a:xfrm flipH="1">
              <a:off x="1517850" y="765563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702"/>
                    <a:pt x="0" y="6505"/>
                    <a:pt x="2569" y="6505"/>
                  </a:cubicBezTo>
                  <a:cubicBezTo>
                    <a:pt x="5137" y="6505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4" name="Google Shape;4534;p22"/>
            <p:cNvSpPr/>
            <p:nvPr/>
          </p:nvSpPr>
          <p:spPr>
            <a:xfrm flipH="1">
              <a:off x="1329375" y="1355988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5" name="Google Shape;4535;p22"/>
            <p:cNvSpPr/>
            <p:nvPr/>
          </p:nvSpPr>
          <p:spPr>
            <a:xfrm>
              <a:off x="7751450" y="755550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36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6" name="Google Shape;4536;p22"/>
            <p:cNvSpPr/>
            <p:nvPr/>
          </p:nvSpPr>
          <p:spPr>
            <a:xfrm>
              <a:off x="8225125" y="782250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2002" y="1668"/>
                    <a:pt x="0" y="6505"/>
                    <a:pt x="2569" y="6505"/>
                  </a:cubicBezTo>
                  <a:cubicBezTo>
                    <a:pt x="5137" y="6505"/>
                    <a:pt x="3269" y="1768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7" name="Google Shape;4537;p22"/>
            <p:cNvSpPr/>
            <p:nvPr/>
          </p:nvSpPr>
          <p:spPr>
            <a:xfrm>
              <a:off x="3335788" y="712175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36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8" name="Google Shape;4538;p22"/>
            <p:cNvSpPr/>
            <p:nvPr/>
          </p:nvSpPr>
          <p:spPr>
            <a:xfrm>
              <a:off x="3809463" y="738875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2002" y="1668"/>
                    <a:pt x="0" y="6505"/>
                    <a:pt x="2569" y="6505"/>
                  </a:cubicBezTo>
                  <a:cubicBezTo>
                    <a:pt x="5137" y="6505"/>
                    <a:pt x="3269" y="1768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9" name="Google Shape;4539;p22"/>
            <p:cNvSpPr/>
            <p:nvPr/>
          </p:nvSpPr>
          <p:spPr>
            <a:xfrm>
              <a:off x="1716500" y="2260650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0"/>
                  </a:moveTo>
                  <a:cubicBezTo>
                    <a:pt x="2001" y="1702"/>
                    <a:pt x="0" y="6505"/>
                    <a:pt x="2569" y="6505"/>
                  </a:cubicBezTo>
                  <a:cubicBezTo>
                    <a:pt x="5137" y="6505"/>
                    <a:pt x="3236" y="1802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0" name="Google Shape;4540;p22"/>
            <p:cNvSpPr/>
            <p:nvPr/>
          </p:nvSpPr>
          <p:spPr>
            <a:xfrm>
              <a:off x="4048975" y="262507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0"/>
                  </a:moveTo>
                  <a:cubicBezTo>
                    <a:pt x="1969" y="1668"/>
                    <a:pt x="1" y="6505"/>
                    <a:pt x="2569" y="6505"/>
                  </a:cubicBezTo>
                  <a:cubicBezTo>
                    <a:pt x="5138" y="6505"/>
                    <a:pt x="3237" y="1802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1" name="Google Shape;4541;p22"/>
            <p:cNvSpPr/>
            <p:nvPr/>
          </p:nvSpPr>
          <p:spPr>
            <a:xfrm>
              <a:off x="1381250" y="3815925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36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2" name="Google Shape;4542;p22"/>
            <p:cNvSpPr/>
            <p:nvPr/>
          </p:nvSpPr>
          <p:spPr>
            <a:xfrm>
              <a:off x="538150" y="2105525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3" name="Google Shape;4543;p22"/>
            <p:cNvSpPr/>
            <p:nvPr/>
          </p:nvSpPr>
          <p:spPr>
            <a:xfrm>
              <a:off x="140375" y="3628300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2001" y="1701"/>
                    <a:pt x="0" y="6505"/>
                    <a:pt x="2569" y="6505"/>
                  </a:cubicBezTo>
                  <a:cubicBezTo>
                    <a:pt x="5137" y="6505"/>
                    <a:pt x="3269" y="1801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4" name="Google Shape;4544;p22"/>
            <p:cNvSpPr/>
            <p:nvPr/>
          </p:nvSpPr>
          <p:spPr>
            <a:xfrm>
              <a:off x="2452025" y="2416600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1968" y="1668"/>
                    <a:pt x="0" y="6505"/>
                    <a:pt x="2569" y="6505"/>
                  </a:cubicBezTo>
                  <a:cubicBezTo>
                    <a:pt x="5137" y="6505"/>
                    <a:pt x="3236" y="1801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5" name="Google Shape;4545;p22"/>
            <p:cNvSpPr/>
            <p:nvPr/>
          </p:nvSpPr>
          <p:spPr>
            <a:xfrm>
              <a:off x="1240325" y="2334875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0"/>
                  </a:moveTo>
                  <a:cubicBezTo>
                    <a:pt x="2002" y="1701"/>
                    <a:pt x="0" y="6538"/>
                    <a:pt x="2569" y="6538"/>
                  </a:cubicBezTo>
                  <a:cubicBezTo>
                    <a:pt x="5137" y="6538"/>
                    <a:pt x="3269" y="1801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6" name="Google Shape;4546;p22"/>
            <p:cNvSpPr/>
            <p:nvPr/>
          </p:nvSpPr>
          <p:spPr>
            <a:xfrm>
              <a:off x="3267600" y="2309025"/>
              <a:ext cx="131775" cy="167625"/>
            </a:xfrm>
            <a:custGeom>
              <a:avLst/>
              <a:gdLst/>
              <a:ahLst/>
              <a:cxnLst/>
              <a:rect l="l" t="t" r="r" b="b"/>
              <a:pathLst>
                <a:path w="5271" h="6705" extrusionOk="0">
                  <a:moveTo>
                    <a:pt x="2636" y="0"/>
                  </a:moveTo>
                  <a:cubicBezTo>
                    <a:pt x="2035" y="1735"/>
                    <a:pt x="0" y="6705"/>
                    <a:pt x="2636" y="6705"/>
                  </a:cubicBezTo>
                  <a:cubicBezTo>
                    <a:pt x="5271" y="6705"/>
                    <a:pt x="3336" y="1868"/>
                    <a:pt x="2636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7" name="Google Shape;4547;p22"/>
            <p:cNvSpPr/>
            <p:nvPr/>
          </p:nvSpPr>
          <p:spPr>
            <a:xfrm>
              <a:off x="4606875" y="2393250"/>
              <a:ext cx="132625" cy="167625"/>
            </a:xfrm>
            <a:custGeom>
              <a:avLst/>
              <a:gdLst/>
              <a:ahLst/>
              <a:cxnLst/>
              <a:rect l="l" t="t" r="r" b="b"/>
              <a:pathLst>
                <a:path w="5305" h="6705" extrusionOk="0">
                  <a:moveTo>
                    <a:pt x="2670" y="0"/>
                  </a:moveTo>
                  <a:cubicBezTo>
                    <a:pt x="2069" y="1735"/>
                    <a:pt x="1" y="6705"/>
                    <a:pt x="2670" y="6705"/>
                  </a:cubicBezTo>
                  <a:cubicBezTo>
                    <a:pt x="5305" y="6705"/>
                    <a:pt x="3370" y="1835"/>
                    <a:pt x="2670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8" name="Google Shape;4548;p22"/>
            <p:cNvSpPr/>
            <p:nvPr/>
          </p:nvSpPr>
          <p:spPr>
            <a:xfrm>
              <a:off x="2231850" y="3080400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702"/>
                    <a:pt x="1" y="6505"/>
                    <a:pt x="2569" y="6505"/>
                  </a:cubicBezTo>
                  <a:cubicBezTo>
                    <a:pt x="5138" y="6505"/>
                    <a:pt x="3270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9" name="Google Shape;4549;p22"/>
            <p:cNvSpPr/>
            <p:nvPr/>
          </p:nvSpPr>
          <p:spPr>
            <a:xfrm>
              <a:off x="1854925" y="3842625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2002" y="1668"/>
                    <a:pt x="0" y="6505"/>
                    <a:pt x="2569" y="6505"/>
                  </a:cubicBezTo>
                  <a:cubicBezTo>
                    <a:pt x="5137" y="6505"/>
                    <a:pt x="3269" y="1768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0" name="Google Shape;4550;p22"/>
            <p:cNvSpPr/>
            <p:nvPr/>
          </p:nvSpPr>
          <p:spPr>
            <a:xfrm>
              <a:off x="3165025" y="3225500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702"/>
                    <a:pt x="0" y="6505"/>
                    <a:pt x="2569" y="6505"/>
                  </a:cubicBezTo>
                  <a:cubicBezTo>
                    <a:pt x="5137" y="6505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1" name="Google Shape;4551;p22"/>
            <p:cNvSpPr/>
            <p:nvPr/>
          </p:nvSpPr>
          <p:spPr>
            <a:xfrm>
              <a:off x="505625" y="3347250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702"/>
                    <a:pt x="0" y="6505"/>
                    <a:pt x="2569" y="6505"/>
                  </a:cubicBezTo>
                  <a:cubicBezTo>
                    <a:pt x="5137" y="6505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2" name="Google Shape;4552;p22"/>
            <p:cNvSpPr/>
            <p:nvPr/>
          </p:nvSpPr>
          <p:spPr>
            <a:xfrm>
              <a:off x="470600" y="4246225"/>
              <a:ext cx="132625" cy="167650"/>
            </a:xfrm>
            <a:custGeom>
              <a:avLst/>
              <a:gdLst/>
              <a:ahLst/>
              <a:cxnLst/>
              <a:rect l="l" t="t" r="r" b="b"/>
              <a:pathLst>
                <a:path w="5305" h="6706" extrusionOk="0">
                  <a:moveTo>
                    <a:pt x="2636" y="1"/>
                  </a:moveTo>
                  <a:cubicBezTo>
                    <a:pt x="2069" y="1735"/>
                    <a:pt x="0" y="6706"/>
                    <a:pt x="2636" y="6706"/>
                  </a:cubicBezTo>
                  <a:cubicBezTo>
                    <a:pt x="5304" y="6706"/>
                    <a:pt x="3370" y="1836"/>
                    <a:pt x="2636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3" name="Google Shape;4553;p22"/>
            <p:cNvSpPr/>
            <p:nvPr/>
          </p:nvSpPr>
          <p:spPr>
            <a:xfrm>
              <a:off x="3743775" y="4382175"/>
              <a:ext cx="132625" cy="167625"/>
            </a:xfrm>
            <a:custGeom>
              <a:avLst/>
              <a:gdLst/>
              <a:ahLst/>
              <a:cxnLst/>
              <a:rect l="l" t="t" r="r" b="b"/>
              <a:pathLst>
                <a:path w="5305" h="6705" extrusionOk="0">
                  <a:moveTo>
                    <a:pt x="2669" y="0"/>
                  </a:moveTo>
                  <a:cubicBezTo>
                    <a:pt x="2068" y="1735"/>
                    <a:pt x="0" y="6705"/>
                    <a:pt x="2669" y="6705"/>
                  </a:cubicBezTo>
                  <a:cubicBezTo>
                    <a:pt x="5304" y="6705"/>
                    <a:pt x="3369" y="1868"/>
                    <a:pt x="26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4" name="Google Shape;4554;p22"/>
            <p:cNvSpPr/>
            <p:nvPr/>
          </p:nvSpPr>
          <p:spPr>
            <a:xfrm>
              <a:off x="2397800" y="3664150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668"/>
                    <a:pt x="1" y="6505"/>
                    <a:pt x="2569" y="6505"/>
                  </a:cubicBezTo>
                  <a:cubicBezTo>
                    <a:pt x="5138" y="6505"/>
                    <a:pt x="3270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5" name="Google Shape;4555;p22"/>
            <p:cNvSpPr/>
            <p:nvPr/>
          </p:nvSpPr>
          <p:spPr>
            <a:xfrm>
              <a:off x="3353500" y="3815925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6" name="Google Shape;4556;p22"/>
            <p:cNvSpPr/>
            <p:nvPr/>
          </p:nvSpPr>
          <p:spPr>
            <a:xfrm>
              <a:off x="172875" y="2609225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1" y="6539"/>
                    <a:pt x="2569" y="6539"/>
                  </a:cubicBezTo>
                  <a:cubicBezTo>
                    <a:pt x="5138" y="6539"/>
                    <a:pt x="3270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7" name="Google Shape;4557;p22"/>
            <p:cNvSpPr/>
            <p:nvPr/>
          </p:nvSpPr>
          <p:spPr>
            <a:xfrm>
              <a:off x="4002275" y="3579925"/>
              <a:ext cx="131800" cy="167650"/>
            </a:xfrm>
            <a:custGeom>
              <a:avLst/>
              <a:gdLst/>
              <a:ahLst/>
              <a:cxnLst/>
              <a:rect l="l" t="t" r="r" b="b"/>
              <a:pathLst>
                <a:path w="5272" h="6706" extrusionOk="0">
                  <a:moveTo>
                    <a:pt x="2636" y="0"/>
                  </a:moveTo>
                  <a:cubicBezTo>
                    <a:pt x="2036" y="1735"/>
                    <a:pt x="1" y="6705"/>
                    <a:pt x="2636" y="6705"/>
                  </a:cubicBezTo>
                  <a:cubicBezTo>
                    <a:pt x="5271" y="6705"/>
                    <a:pt x="3337" y="1868"/>
                    <a:pt x="2636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8" name="Google Shape;4558;p22"/>
            <p:cNvSpPr/>
            <p:nvPr/>
          </p:nvSpPr>
          <p:spPr>
            <a:xfrm>
              <a:off x="4183050" y="3154825"/>
              <a:ext cx="132600" cy="167650"/>
            </a:xfrm>
            <a:custGeom>
              <a:avLst/>
              <a:gdLst/>
              <a:ahLst/>
              <a:cxnLst/>
              <a:rect l="l" t="t" r="r" b="b"/>
              <a:pathLst>
                <a:path w="5304" h="6706" extrusionOk="0">
                  <a:moveTo>
                    <a:pt x="2669" y="1"/>
                  </a:moveTo>
                  <a:cubicBezTo>
                    <a:pt x="2068" y="1735"/>
                    <a:pt x="0" y="6705"/>
                    <a:pt x="2669" y="6705"/>
                  </a:cubicBezTo>
                  <a:cubicBezTo>
                    <a:pt x="5304" y="6705"/>
                    <a:pt x="3369" y="1835"/>
                    <a:pt x="26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9" name="Google Shape;4559;p22"/>
            <p:cNvSpPr/>
            <p:nvPr/>
          </p:nvSpPr>
          <p:spPr>
            <a:xfrm>
              <a:off x="2025875" y="244327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1969" y="1668"/>
                    <a:pt x="1" y="6505"/>
                    <a:pt x="2569" y="6505"/>
                  </a:cubicBezTo>
                  <a:cubicBezTo>
                    <a:pt x="5138" y="6505"/>
                    <a:pt x="3236" y="1769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189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0" name="Google Shape;4560;p22"/>
            <p:cNvSpPr/>
            <p:nvPr/>
          </p:nvSpPr>
          <p:spPr>
            <a:xfrm>
              <a:off x="3576975" y="2491650"/>
              <a:ext cx="131800" cy="167650"/>
            </a:xfrm>
            <a:custGeom>
              <a:avLst/>
              <a:gdLst/>
              <a:ahLst/>
              <a:cxnLst/>
              <a:rect l="l" t="t" r="r" b="b"/>
              <a:pathLst>
                <a:path w="5272" h="6706" extrusionOk="0">
                  <a:moveTo>
                    <a:pt x="2636" y="0"/>
                  </a:moveTo>
                  <a:cubicBezTo>
                    <a:pt x="2036" y="1735"/>
                    <a:pt x="1" y="6705"/>
                    <a:pt x="2636" y="6705"/>
                  </a:cubicBezTo>
                  <a:cubicBezTo>
                    <a:pt x="5271" y="6705"/>
                    <a:pt x="3337" y="1835"/>
                    <a:pt x="2636" y="0"/>
                  </a:cubicBezTo>
                  <a:close/>
                </a:path>
              </a:pathLst>
            </a:custGeom>
            <a:solidFill>
              <a:srgbClr val="191919">
                <a:alpha val="189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1" name="Google Shape;4561;p22"/>
            <p:cNvSpPr/>
            <p:nvPr/>
          </p:nvSpPr>
          <p:spPr>
            <a:xfrm>
              <a:off x="2707200" y="3845950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0"/>
                  </a:moveTo>
                  <a:cubicBezTo>
                    <a:pt x="2002" y="1702"/>
                    <a:pt x="0" y="6505"/>
                    <a:pt x="2569" y="6505"/>
                  </a:cubicBezTo>
                  <a:cubicBezTo>
                    <a:pt x="5137" y="6505"/>
                    <a:pt x="3269" y="1802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189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2" name="Google Shape;4562;p22"/>
            <p:cNvSpPr/>
            <p:nvPr/>
          </p:nvSpPr>
          <p:spPr>
            <a:xfrm>
              <a:off x="482275" y="2791850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669"/>
                    <a:pt x="0" y="6506"/>
                    <a:pt x="2569" y="6506"/>
                  </a:cubicBezTo>
                  <a:cubicBezTo>
                    <a:pt x="5137" y="6506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3" name="Google Shape;4563;p22"/>
            <p:cNvSpPr/>
            <p:nvPr/>
          </p:nvSpPr>
          <p:spPr>
            <a:xfrm>
              <a:off x="6138100" y="2260650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0"/>
                  </a:moveTo>
                  <a:cubicBezTo>
                    <a:pt x="2001" y="1702"/>
                    <a:pt x="0" y="6505"/>
                    <a:pt x="2569" y="6505"/>
                  </a:cubicBezTo>
                  <a:cubicBezTo>
                    <a:pt x="5137" y="6505"/>
                    <a:pt x="3236" y="1802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4" name="Google Shape;4564;p22"/>
            <p:cNvSpPr/>
            <p:nvPr/>
          </p:nvSpPr>
          <p:spPr>
            <a:xfrm>
              <a:off x="8470575" y="262507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0"/>
                  </a:moveTo>
                  <a:cubicBezTo>
                    <a:pt x="1969" y="1668"/>
                    <a:pt x="1" y="6505"/>
                    <a:pt x="2569" y="6505"/>
                  </a:cubicBezTo>
                  <a:cubicBezTo>
                    <a:pt x="5138" y="6505"/>
                    <a:pt x="3237" y="1802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5" name="Google Shape;4565;p22"/>
            <p:cNvSpPr/>
            <p:nvPr/>
          </p:nvSpPr>
          <p:spPr>
            <a:xfrm>
              <a:off x="5802850" y="3815925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36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6" name="Google Shape;4566;p22"/>
            <p:cNvSpPr/>
            <p:nvPr/>
          </p:nvSpPr>
          <p:spPr>
            <a:xfrm>
              <a:off x="4959750" y="2105525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7" name="Google Shape;4567;p22"/>
            <p:cNvSpPr/>
            <p:nvPr/>
          </p:nvSpPr>
          <p:spPr>
            <a:xfrm>
              <a:off x="4561975" y="3628300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2001" y="1701"/>
                    <a:pt x="0" y="6505"/>
                    <a:pt x="2569" y="6505"/>
                  </a:cubicBezTo>
                  <a:cubicBezTo>
                    <a:pt x="5137" y="6505"/>
                    <a:pt x="3269" y="1801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8" name="Google Shape;4568;p22"/>
            <p:cNvSpPr/>
            <p:nvPr/>
          </p:nvSpPr>
          <p:spPr>
            <a:xfrm>
              <a:off x="6873625" y="2416600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1968" y="1668"/>
                    <a:pt x="0" y="6505"/>
                    <a:pt x="2569" y="6505"/>
                  </a:cubicBezTo>
                  <a:cubicBezTo>
                    <a:pt x="5137" y="6505"/>
                    <a:pt x="3236" y="1801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9" name="Google Shape;4569;p22"/>
            <p:cNvSpPr/>
            <p:nvPr/>
          </p:nvSpPr>
          <p:spPr>
            <a:xfrm>
              <a:off x="5661925" y="2334875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0"/>
                  </a:moveTo>
                  <a:cubicBezTo>
                    <a:pt x="2002" y="1701"/>
                    <a:pt x="0" y="6538"/>
                    <a:pt x="2569" y="6538"/>
                  </a:cubicBezTo>
                  <a:cubicBezTo>
                    <a:pt x="5137" y="6538"/>
                    <a:pt x="3269" y="1801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0" name="Google Shape;4570;p22"/>
            <p:cNvSpPr/>
            <p:nvPr/>
          </p:nvSpPr>
          <p:spPr>
            <a:xfrm>
              <a:off x="7689200" y="2309025"/>
              <a:ext cx="131775" cy="167625"/>
            </a:xfrm>
            <a:custGeom>
              <a:avLst/>
              <a:gdLst/>
              <a:ahLst/>
              <a:cxnLst/>
              <a:rect l="l" t="t" r="r" b="b"/>
              <a:pathLst>
                <a:path w="5271" h="6705" extrusionOk="0">
                  <a:moveTo>
                    <a:pt x="2636" y="0"/>
                  </a:moveTo>
                  <a:cubicBezTo>
                    <a:pt x="2035" y="1735"/>
                    <a:pt x="0" y="6705"/>
                    <a:pt x="2636" y="6705"/>
                  </a:cubicBezTo>
                  <a:cubicBezTo>
                    <a:pt x="5271" y="6705"/>
                    <a:pt x="3336" y="1868"/>
                    <a:pt x="2636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1" name="Google Shape;4571;p22"/>
            <p:cNvSpPr/>
            <p:nvPr/>
          </p:nvSpPr>
          <p:spPr>
            <a:xfrm>
              <a:off x="6653450" y="3080400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702"/>
                    <a:pt x="1" y="6505"/>
                    <a:pt x="2569" y="6505"/>
                  </a:cubicBezTo>
                  <a:cubicBezTo>
                    <a:pt x="5138" y="6505"/>
                    <a:pt x="3270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2" name="Google Shape;4572;p22"/>
            <p:cNvSpPr/>
            <p:nvPr/>
          </p:nvSpPr>
          <p:spPr>
            <a:xfrm>
              <a:off x="6276525" y="3842625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2002" y="1668"/>
                    <a:pt x="0" y="6505"/>
                    <a:pt x="2569" y="6505"/>
                  </a:cubicBezTo>
                  <a:cubicBezTo>
                    <a:pt x="5137" y="6505"/>
                    <a:pt x="3269" y="1768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3" name="Google Shape;4573;p22"/>
            <p:cNvSpPr/>
            <p:nvPr/>
          </p:nvSpPr>
          <p:spPr>
            <a:xfrm>
              <a:off x="7586625" y="3225500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702"/>
                    <a:pt x="0" y="6505"/>
                    <a:pt x="2569" y="6505"/>
                  </a:cubicBezTo>
                  <a:cubicBezTo>
                    <a:pt x="5137" y="6505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4" name="Google Shape;4574;p22"/>
            <p:cNvSpPr/>
            <p:nvPr/>
          </p:nvSpPr>
          <p:spPr>
            <a:xfrm>
              <a:off x="4851025" y="3194850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702"/>
                    <a:pt x="0" y="6505"/>
                    <a:pt x="2569" y="6505"/>
                  </a:cubicBezTo>
                  <a:cubicBezTo>
                    <a:pt x="5137" y="6505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5" name="Google Shape;4575;p22"/>
            <p:cNvSpPr/>
            <p:nvPr/>
          </p:nvSpPr>
          <p:spPr>
            <a:xfrm>
              <a:off x="4892200" y="4246225"/>
              <a:ext cx="132625" cy="167650"/>
            </a:xfrm>
            <a:custGeom>
              <a:avLst/>
              <a:gdLst/>
              <a:ahLst/>
              <a:cxnLst/>
              <a:rect l="l" t="t" r="r" b="b"/>
              <a:pathLst>
                <a:path w="5305" h="6706" extrusionOk="0">
                  <a:moveTo>
                    <a:pt x="2636" y="1"/>
                  </a:moveTo>
                  <a:cubicBezTo>
                    <a:pt x="2069" y="1735"/>
                    <a:pt x="0" y="6706"/>
                    <a:pt x="2636" y="6706"/>
                  </a:cubicBezTo>
                  <a:cubicBezTo>
                    <a:pt x="5304" y="6706"/>
                    <a:pt x="3370" y="1836"/>
                    <a:pt x="2636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6" name="Google Shape;4576;p22"/>
            <p:cNvSpPr/>
            <p:nvPr/>
          </p:nvSpPr>
          <p:spPr>
            <a:xfrm>
              <a:off x="8165375" y="4382175"/>
              <a:ext cx="132625" cy="167625"/>
            </a:xfrm>
            <a:custGeom>
              <a:avLst/>
              <a:gdLst/>
              <a:ahLst/>
              <a:cxnLst/>
              <a:rect l="l" t="t" r="r" b="b"/>
              <a:pathLst>
                <a:path w="5305" h="6705" extrusionOk="0">
                  <a:moveTo>
                    <a:pt x="2669" y="0"/>
                  </a:moveTo>
                  <a:cubicBezTo>
                    <a:pt x="2068" y="1735"/>
                    <a:pt x="0" y="6705"/>
                    <a:pt x="2669" y="6705"/>
                  </a:cubicBezTo>
                  <a:cubicBezTo>
                    <a:pt x="5304" y="6705"/>
                    <a:pt x="3369" y="1868"/>
                    <a:pt x="26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7" name="Google Shape;4577;p22"/>
            <p:cNvSpPr/>
            <p:nvPr/>
          </p:nvSpPr>
          <p:spPr>
            <a:xfrm>
              <a:off x="6819400" y="3664150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668"/>
                    <a:pt x="1" y="6505"/>
                    <a:pt x="2569" y="6505"/>
                  </a:cubicBezTo>
                  <a:cubicBezTo>
                    <a:pt x="5138" y="6505"/>
                    <a:pt x="3270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8" name="Google Shape;4578;p22"/>
            <p:cNvSpPr/>
            <p:nvPr/>
          </p:nvSpPr>
          <p:spPr>
            <a:xfrm>
              <a:off x="7775100" y="3815925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9" name="Google Shape;4579;p22"/>
            <p:cNvSpPr/>
            <p:nvPr/>
          </p:nvSpPr>
          <p:spPr>
            <a:xfrm>
              <a:off x="4594475" y="2609225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1" y="6539"/>
                    <a:pt x="2569" y="6539"/>
                  </a:cubicBezTo>
                  <a:cubicBezTo>
                    <a:pt x="5138" y="6539"/>
                    <a:pt x="3270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0" name="Google Shape;4580;p22"/>
            <p:cNvSpPr/>
            <p:nvPr/>
          </p:nvSpPr>
          <p:spPr>
            <a:xfrm>
              <a:off x="8423875" y="3579925"/>
              <a:ext cx="131800" cy="167650"/>
            </a:xfrm>
            <a:custGeom>
              <a:avLst/>
              <a:gdLst/>
              <a:ahLst/>
              <a:cxnLst/>
              <a:rect l="l" t="t" r="r" b="b"/>
              <a:pathLst>
                <a:path w="5272" h="6706" extrusionOk="0">
                  <a:moveTo>
                    <a:pt x="2636" y="0"/>
                  </a:moveTo>
                  <a:cubicBezTo>
                    <a:pt x="2036" y="1735"/>
                    <a:pt x="1" y="6705"/>
                    <a:pt x="2636" y="6705"/>
                  </a:cubicBezTo>
                  <a:cubicBezTo>
                    <a:pt x="5271" y="6705"/>
                    <a:pt x="3337" y="1868"/>
                    <a:pt x="2636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1" name="Google Shape;4581;p22"/>
            <p:cNvSpPr/>
            <p:nvPr/>
          </p:nvSpPr>
          <p:spPr>
            <a:xfrm>
              <a:off x="4903875" y="2791850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669"/>
                    <a:pt x="0" y="6506"/>
                    <a:pt x="2569" y="6506"/>
                  </a:cubicBezTo>
                  <a:cubicBezTo>
                    <a:pt x="5137" y="6506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2" name="Google Shape;4582;p22"/>
            <p:cNvSpPr/>
            <p:nvPr/>
          </p:nvSpPr>
          <p:spPr>
            <a:xfrm>
              <a:off x="6260050" y="3282525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36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3" name="Google Shape;4583;p22"/>
            <p:cNvSpPr/>
            <p:nvPr/>
          </p:nvSpPr>
          <p:spPr>
            <a:xfrm flipH="1">
              <a:off x="1608100" y="2871088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702"/>
                    <a:pt x="0" y="6505"/>
                    <a:pt x="2569" y="6505"/>
                  </a:cubicBezTo>
                  <a:cubicBezTo>
                    <a:pt x="5137" y="6505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4" name="Google Shape;4584;p22"/>
            <p:cNvSpPr/>
            <p:nvPr/>
          </p:nvSpPr>
          <p:spPr>
            <a:xfrm flipH="1">
              <a:off x="1419625" y="3461513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5" name="Google Shape;4585;p22"/>
            <p:cNvSpPr/>
            <p:nvPr/>
          </p:nvSpPr>
          <p:spPr>
            <a:xfrm>
              <a:off x="7841700" y="2861075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36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6" name="Google Shape;4586;p22"/>
            <p:cNvSpPr/>
            <p:nvPr/>
          </p:nvSpPr>
          <p:spPr>
            <a:xfrm>
              <a:off x="8315375" y="2887775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2002" y="1668"/>
                    <a:pt x="0" y="6505"/>
                    <a:pt x="2569" y="6505"/>
                  </a:cubicBezTo>
                  <a:cubicBezTo>
                    <a:pt x="5137" y="6505"/>
                    <a:pt x="3269" y="1768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7" name="Google Shape;4587;p22"/>
            <p:cNvSpPr/>
            <p:nvPr/>
          </p:nvSpPr>
          <p:spPr>
            <a:xfrm>
              <a:off x="3426038" y="2817700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36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8" name="Google Shape;4588;p22"/>
            <p:cNvSpPr/>
            <p:nvPr/>
          </p:nvSpPr>
          <p:spPr>
            <a:xfrm>
              <a:off x="3899713" y="2844400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2002" y="1668"/>
                    <a:pt x="0" y="6505"/>
                    <a:pt x="2569" y="6505"/>
                  </a:cubicBezTo>
                  <a:cubicBezTo>
                    <a:pt x="5137" y="6505"/>
                    <a:pt x="3269" y="1768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589" name="Google Shape;4589;p22"/>
            <p:cNvGrpSpPr/>
            <p:nvPr/>
          </p:nvGrpSpPr>
          <p:grpSpPr>
            <a:xfrm>
              <a:off x="359500" y="182650"/>
              <a:ext cx="8548925" cy="3978550"/>
              <a:chOff x="359500" y="182650"/>
              <a:chExt cx="8548925" cy="3978550"/>
            </a:xfrm>
          </p:grpSpPr>
          <p:sp>
            <p:nvSpPr>
              <p:cNvPr id="4590" name="Google Shape;4590;p22"/>
              <p:cNvSpPr/>
              <p:nvPr/>
            </p:nvSpPr>
            <p:spPr>
              <a:xfrm>
                <a:off x="1935625" y="337750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1969" y="1668"/>
                      <a:pt x="1" y="6505"/>
                      <a:pt x="2569" y="6505"/>
                    </a:cubicBezTo>
                    <a:cubicBezTo>
                      <a:pt x="5138" y="6505"/>
                      <a:pt x="3236" y="1769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91" name="Google Shape;4591;p22"/>
              <p:cNvSpPr/>
              <p:nvPr/>
            </p:nvSpPr>
            <p:spPr>
              <a:xfrm>
                <a:off x="4268125" y="701350"/>
                <a:ext cx="128450" cy="16262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5" extrusionOk="0">
                    <a:moveTo>
                      <a:pt x="2569" y="0"/>
                    </a:moveTo>
                    <a:cubicBezTo>
                      <a:pt x="1969" y="1702"/>
                      <a:pt x="0" y="6505"/>
                      <a:pt x="2569" y="6505"/>
                    </a:cubicBezTo>
                    <a:cubicBezTo>
                      <a:pt x="5137" y="6505"/>
                      <a:pt x="3236" y="1802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92" name="Google Shape;4592;p22"/>
              <p:cNvSpPr/>
              <p:nvPr/>
            </p:nvSpPr>
            <p:spPr>
              <a:xfrm>
                <a:off x="1600375" y="1893025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1969" y="1669"/>
                      <a:pt x="1" y="6505"/>
                      <a:pt x="2569" y="6505"/>
                    </a:cubicBezTo>
                    <a:cubicBezTo>
                      <a:pt x="5138" y="6505"/>
                      <a:pt x="3237" y="1802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93" name="Google Shape;4593;p22"/>
              <p:cNvSpPr/>
              <p:nvPr/>
            </p:nvSpPr>
            <p:spPr>
              <a:xfrm>
                <a:off x="757275" y="182650"/>
                <a:ext cx="128450" cy="16262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5" extrusionOk="0">
                    <a:moveTo>
                      <a:pt x="2569" y="0"/>
                    </a:moveTo>
                    <a:cubicBezTo>
                      <a:pt x="2002" y="1668"/>
                      <a:pt x="1" y="6505"/>
                      <a:pt x="2569" y="6505"/>
                    </a:cubicBezTo>
                    <a:cubicBezTo>
                      <a:pt x="5138" y="6505"/>
                      <a:pt x="3270" y="1801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94" name="Google Shape;4594;p22"/>
              <p:cNvSpPr/>
              <p:nvPr/>
            </p:nvSpPr>
            <p:spPr>
              <a:xfrm>
                <a:off x="359500" y="1704575"/>
                <a:ext cx="128450" cy="16347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39" extrusionOk="0">
                    <a:moveTo>
                      <a:pt x="2569" y="0"/>
                    </a:moveTo>
                    <a:cubicBezTo>
                      <a:pt x="2002" y="1701"/>
                      <a:pt x="1" y="6538"/>
                      <a:pt x="2569" y="6538"/>
                    </a:cubicBezTo>
                    <a:cubicBezTo>
                      <a:pt x="5138" y="6538"/>
                      <a:pt x="3270" y="1801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95" name="Google Shape;4595;p22"/>
              <p:cNvSpPr/>
              <p:nvPr/>
            </p:nvSpPr>
            <p:spPr>
              <a:xfrm>
                <a:off x="2670325" y="492875"/>
                <a:ext cx="128450" cy="16262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5" extrusionOk="0">
                    <a:moveTo>
                      <a:pt x="2569" y="0"/>
                    </a:moveTo>
                    <a:cubicBezTo>
                      <a:pt x="2002" y="1701"/>
                      <a:pt x="0" y="6505"/>
                      <a:pt x="2569" y="6505"/>
                    </a:cubicBezTo>
                    <a:cubicBezTo>
                      <a:pt x="5137" y="6505"/>
                      <a:pt x="3269" y="1801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96" name="Google Shape;4596;p22"/>
              <p:cNvSpPr/>
              <p:nvPr/>
            </p:nvSpPr>
            <p:spPr>
              <a:xfrm>
                <a:off x="1459450" y="411975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0"/>
                    </a:moveTo>
                    <a:cubicBezTo>
                      <a:pt x="2002" y="1668"/>
                      <a:pt x="1" y="6505"/>
                      <a:pt x="2569" y="6505"/>
                    </a:cubicBezTo>
                    <a:cubicBezTo>
                      <a:pt x="5138" y="6505"/>
                      <a:pt x="3270" y="1802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97" name="Google Shape;4597;p22"/>
              <p:cNvSpPr/>
              <p:nvPr/>
            </p:nvSpPr>
            <p:spPr>
              <a:xfrm>
                <a:off x="3486725" y="386125"/>
                <a:ext cx="131800" cy="167650"/>
              </a:xfrm>
              <a:custGeom>
                <a:avLst/>
                <a:gdLst/>
                <a:ahLst/>
                <a:cxnLst/>
                <a:rect l="l" t="t" r="r" b="b"/>
                <a:pathLst>
                  <a:path w="5272" h="6706" extrusionOk="0">
                    <a:moveTo>
                      <a:pt x="2636" y="0"/>
                    </a:moveTo>
                    <a:cubicBezTo>
                      <a:pt x="2036" y="1735"/>
                      <a:pt x="1" y="6705"/>
                      <a:pt x="2636" y="6705"/>
                    </a:cubicBezTo>
                    <a:cubicBezTo>
                      <a:pt x="5271" y="6705"/>
                      <a:pt x="3337" y="1835"/>
                      <a:pt x="2636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98" name="Google Shape;4598;p22"/>
              <p:cNvSpPr/>
              <p:nvPr/>
            </p:nvSpPr>
            <p:spPr>
              <a:xfrm>
                <a:off x="4826025" y="469525"/>
                <a:ext cx="132625" cy="167625"/>
              </a:xfrm>
              <a:custGeom>
                <a:avLst/>
                <a:gdLst/>
                <a:ahLst/>
                <a:cxnLst/>
                <a:rect l="l" t="t" r="r" b="b"/>
                <a:pathLst>
                  <a:path w="5305" h="6705" extrusionOk="0">
                    <a:moveTo>
                      <a:pt x="2669" y="0"/>
                    </a:moveTo>
                    <a:cubicBezTo>
                      <a:pt x="2069" y="1735"/>
                      <a:pt x="0" y="6705"/>
                      <a:pt x="2669" y="6705"/>
                    </a:cubicBezTo>
                    <a:cubicBezTo>
                      <a:pt x="5304" y="6705"/>
                      <a:pt x="3370" y="1868"/>
                      <a:pt x="26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99" name="Google Shape;4599;p22"/>
              <p:cNvSpPr/>
              <p:nvPr/>
            </p:nvSpPr>
            <p:spPr>
              <a:xfrm>
                <a:off x="2451000" y="1156675"/>
                <a:ext cx="128450" cy="16347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39" extrusionOk="0">
                    <a:moveTo>
                      <a:pt x="2569" y="0"/>
                    </a:moveTo>
                    <a:cubicBezTo>
                      <a:pt x="2002" y="1702"/>
                      <a:pt x="0" y="6538"/>
                      <a:pt x="2569" y="6538"/>
                    </a:cubicBezTo>
                    <a:cubicBezTo>
                      <a:pt x="5137" y="6538"/>
                      <a:pt x="3269" y="1802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00" name="Google Shape;4600;p22"/>
              <p:cNvSpPr/>
              <p:nvPr/>
            </p:nvSpPr>
            <p:spPr>
              <a:xfrm>
                <a:off x="3384150" y="1302600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2002" y="1669"/>
                      <a:pt x="1" y="6506"/>
                      <a:pt x="2569" y="6506"/>
                    </a:cubicBezTo>
                    <a:cubicBezTo>
                      <a:pt x="5138" y="6506"/>
                      <a:pt x="3270" y="1769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01" name="Google Shape;4601;p22"/>
              <p:cNvSpPr/>
              <p:nvPr/>
            </p:nvSpPr>
            <p:spPr>
              <a:xfrm>
                <a:off x="724750" y="1423525"/>
                <a:ext cx="128450" cy="16347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39" extrusionOk="0">
                    <a:moveTo>
                      <a:pt x="2569" y="1"/>
                    </a:moveTo>
                    <a:cubicBezTo>
                      <a:pt x="2002" y="1702"/>
                      <a:pt x="1" y="6539"/>
                      <a:pt x="2569" y="6539"/>
                    </a:cubicBezTo>
                    <a:cubicBezTo>
                      <a:pt x="5138" y="6539"/>
                      <a:pt x="3270" y="1802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02" name="Google Shape;4602;p22"/>
              <p:cNvSpPr/>
              <p:nvPr/>
            </p:nvSpPr>
            <p:spPr>
              <a:xfrm>
                <a:off x="4220600" y="1657025"/>
                <a:ext cx="132600" cy="167650"/>
              </a:xfrm>
              <a:custGeom>
                <a:avLst/>
                <a:gdLst/>
                <a:ahLst/>
                <a:cxnLst/>
                <a:rect l="l" t="t" r="r" b="b"/>
                <a:pathLst>
                  <a:path w="5304" h="6706" extrusionOk="0">
                    <a:moveTo>
                      <a:pt x="2669" y="1"/>
                    </a:moveTo>
                    <a:cubicBezTo>
                      <a:pt x="2068" y="1735"/>
                      <a:pt x="0" y="6706"/>
                      <a:pt x="2669" y="6706"/>
                    </a:cubicBezTo>
                    <a:cubicBezTo>
                      <a:pt x="5304" y="6706"/>
                      <a:pt x="3369" y="1835"/>
                      <a:pt x="26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03" name="Google Shape;4603;p22"/>
              <p:cNvSpPr/>
              <p:nvPr/>
            </p:nvSpPr>
            <p:spPr>
              <a:xfrm>
                <a:off x="4859375" y="1383500"/>
                <a:ext cx="132625" cy="167650"/>
              </a:xfrm>
              <a:custGeom>
                <a:avLst/>
                <a:gdLst/>
                <a:ahLst/>
                <a:cxnLst/>
                <a:rect l="l" t="t" r="r" b="b"/>
                <a:pathLst>
                  <a:path w="5305" h="6706" extrusionOk="0">
                    <a:moveTo>
                      <a:pt x="2669" y="1"/>
                    </a:moveTo>
                    <a:cubicBezTo>
                      <a:pt x="2069" y="1735"/>
                      <a:pt x="1" y="6705"/>
                      <a:pt x="2669" y="6705"/>
                    </a:cubicBezTo>
                    <a:cubicBezTo>
                      <a:pt x="5305" y="6705"/>
                      <a:pt x="3370" y="1869"/>
                      <a:pt x="26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04" name="Google Shape;4604;p22"/>
              <p:cNvSpPr/>
              <p:nvPr/>
            </p:nvSpPr>
            <p:spPr>
              <a:xfrm>
                <a:off x="6357225" y="337750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1969" y="1668"/>
                      <a:pt x="1" y="6505"/>
                      <a:pt x="2569" y="6505"/>
                    </a:cubicBezTo>
                    <a:cubicBezTo>
                      <a:pt x="5138" y="6505"/>
                      <a:pt x="3236" y="1769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05" name="Google Shape;4605;p22"/>
              <p:cNvSpPr/>
              <p:nvPr/>
            </p:nvSpPr>
            <p:spPr>
              <a:xfrm>
                <a:off x="8689725" y="701350"/>
                <a:ext cx="128450" cy="16262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5" extrusionOk="0">
                    <a:moveTo>
                      <a:pt x="2569" y="0"/>
                    </a:moveTo>
                    <a:cubicBezTo>
                      <a:pt x="1969" y="1702"/>
                      <a:pt x="0" y="6505"/>
                      <a:pt x="2569" y="6505"/>
                    </a:cubicBezTo>
                    <a:cubicBezTo>
                      <a:pt x="5137" y="6505"/>
                      <a:pt x="3236" y="1802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06" name="Google Shape;4606;p22"/>
              <p:cNvSpPr/>
              <p:nvPr/>
            </p:nvSpPr>
            <p:spPr>
              <a:xfrm>
                <a:off x="6021975" y="1893025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1969" y="1669"/>
                      <a:pt x="1" y="6505"/>
                      <a:pt x="2569" y="6505"/>
                    </a:cubicBezTo>
                    <a:cubicBezTo>
                      <a:pt x="5138" y="6505"/>
                      <a:pt x="3237" y="1802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07" name="Google Shape;4607;p22"/>
              <p:cNvSpPr/>
              <p:nvPr/>
            </p:nvSpPr>
            <p:spPr>
              <a:xfrm>
                <a:off x="5178875" y="182650"/>
                <a:ext cx="128450" cy="16262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5" extrusionOk="0">
                    <a:moveTo>
                      <a:pt x="2569" y="0"/>
                    </a:moveTo>
                    <a:cubicBezTo>
                      <a:pt x="2002" y="1668"/>
                      <a:pt x="1" y="6505"/>
                      <a:pt x="2569" y="6505"/>
                    </a:cubicBezTo>
                    <a:cubicBezTo>
                      <a:pt x="5138" y="6505"/>
                      <a:pt x="3270" y="1801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08" name="Google Shape;4608;p22"/>
              <p:cNvSpPr/>
              <p:nvPr/>
            </p:nvSpPr>
            <p:spPr>
              <a:xfrm>
                <a:off x="4781100" y="1704575"/>
                <a:ext cx="128450" cy="16347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39" extrusionOk="0">
                    <a:moveTo>
                      <a:pt x="2569" y="0"/>
                    </a:moveTo>
                    <a:cubicBezTo>
                      <a:pt x="2002" y="1701"/>
                      <a:pt x="1" y="6538"/>
                      <a:pt x="2569" y="6538"/>
                    </a:cubicBezTo>
                    <a:cubicBezTo>
                      <a:pt x="5138" y="6538"/>
                      <a:pt x="3270" y="1801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09" name="Google Shape;4609;p22"/>
              <p:cNvSpPr/>
              <p:nvPr/>
            </p:nvSpPr>
            <p:spPr>
              <a:xfrm>
                <a:off x="7091925" y="492875"/>
                <a:ext cx="128450" cy="16262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5" extrusionOk="0">
                    <a:moveTo>
                      <a:pt x="2569" y="0"/>
                    </a:moveTo>
                    <a:cubicBezTo>
                      <a:pt x="2002" y="1701"/>
                      <a:pt x="0" y="6505"/>
                      <a:pt x="2569" y="6505"/>
                    </a:cubicBezTo>
                    <a:cubicBezTo>
                      <a:pt x="5137" y="6505"/>
                      <a:pt x="3269" y="1801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10" name="Google Shape;4610;p22"/>
              <p:cNvSpPr/>
              <p:nvPr/>
            </p:nvSpPr>
            <p:spPr>
              <a:xfrm>
                <a:off x="5881050" y="411975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0"/>
                    </a:moveTo>
                    <a:cubicBezTo>
                      <a:pt x="2002" y="1668"/>
                      <a:pt x="1" y="6505"/>
                      <a:pt x="2569" y="6505"/>
                    </a:cubicBezTo>
                    <a:cubicBezTo>
                      <a:pt x="5138" y="6505"/>
                      <a:pt x="3270" y="1802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11" name="Google Shape;4611;p22"/>
              <p:cNvSpPr/>
              <p:nvPr/>
            </p:nvSpPr>
            <p:spPr>
              <a:xfrm>
                <a:off x="7908325" y="386125"/>
                <a:ext cx="131800" cy="167650"/>
              </a:xfrm>
              <a:custGeom>
                <a:avLst/>
                <a:gdLst/>
                <a:ahLst/>
                <a:cxnLst/>
                <a:rect l="l" t="t" r="r" b="b"/>
                <a:pathLst>
                  <a:path w="5272" h="6706" extrusionOk="0">
                    <a:moveTo>
                      <a:pt x="2636" y="0"/>
                    </a:moveTo>
                    <a:cubicBezTo>
                      <a:pt x="2036" y="1735"/>
                      <a:pt x="1" y="6705"/>
                      <a:pt x="2636" y="6705"/>
                    </a:cubicBezTo>
                    <a:cubicBezTo>
                      <a:pt x="5271" y="6705"/>
                      <a:pt x="3337" y="1835"/>
                      <a:pt x="2636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12" name="Google Shape;4612;p22"/>
              <p:cNvSpPr/>
              <p:nvPr/>
            </p:nvSpPr>
            <p:spPr>
              <a:xfrm>
                <a:off x="6872600" y="1156675"/>
                <a:ext cx="128450" cy="16347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39" extrusionOk="0">
                    <a:moveTo>
                      <a:pt x="2569" y="0"/>
                    </a:moveTo>
                    <a:cubicBezTo>
                      <a:pt x="2002" y="1702"/>
                      <a:pt x="0" y="6538"/>
                      <a:pt x="2569" y="6538"/>
                    </a:cubicBezTo>
                    <a:cubicBezTo>
                      <a:pt x="5137" y="6538"/>
                      <a:pt x="3269" y="1802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13" name="Google Shape;4613;p22"/>
              <p:cNvSpPr/>
              <p:nvPr/>
            </p:nvSpPr>
            <p:spPr>
              <a:xfrm>
                <a:off x="7805750" y="1302600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2002" y="1669"/>
                      <a:pt x="1" y="6506"/>
                      <a:pt x="2569" y="6506"/>
                    </a:cubicBezTo>
                    <a:cubicBezTo>
                      <a:pt x="5138" y="6506"/>
                      <a:pt x="3270" y="1769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14" name="Google Shape;4614;p22"/>
              <p:cNvSpPr/>
              <p:nvPr/>
            </p:nvSpPr>
            <p:spPr>
              <a:xfrm>
                <a:off x="5146350" y="1423525"/>
                <a:ext cx="128450" cy="16347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39" extrusionOk="0">
                    <a:moveTo>
                      <a:pt x="2569" y="1"/>
                    </a:moveTo>
                    <a:cubicBezTo>
                      <a:pt x="2002" y="1702"/>
                      <a:pt x="1" y="6539"/>
                      <a:pt x="2569" y="6539"/>
                    </a:cubicBezTo>
                    <a:cubicBezTo>
                      <a:pt x="5138" y="6539"/>
                      <a:pt x="3270" y="1802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15" name="Google Shape;4615;p22"/>
              <p:cNvSpPr/>
              <p:nvPr/>
            </p:nvSpPr>
            <p:spPr>
              <a:xfrm>
                <a:off x="7038550" y="1740425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0"/>
                    </a:moveTo>
                    <a:cubicBezTo>
                      <a:pt x="2002" y="1702"/>
                      <a:pt x="0" y="6505"/>
                      <a:pt x="2569" y="6505"/>
                    </a:cubicBezTo>
                    <a:cubicBezTo>
                      <a:pt x="5137" y="6505"/>
                      <a:pt x="3269" y="1802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16" name="Google Shape;4616;p22"/>
              <p:cNvSpPr/>
              <p:nvPr/>
            </p:nvSpPr>
            <p:spPr>
              <a:xfrm>
                <a:off x="7994225" y="1893025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2002" y="1669"/>
                      <a:pt x="1" y="6505"/>
                      <a:pt x="2569" y="6505"/>
                    </a:cubicBezTo>
                    <a:cubicBezTo>
                      <a:pt x="5138" y="6505"/>
                      <a:pt x="3270" y="1802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17" name="Google Shape;4617;p22"/>
              <p:cNvSpPr/>
              <p:nvPr/>
            </p:nvSpPr>
            <p:spPr>
              <a:xfrm>
                <a:off x="8642200" y="1657025"/>
                <a:ext cx="132600" cy="167650"/>
              </a:xfrm>
              <a:custGeom>
                <a:avLst/>
                <a:gdLst/>
                <a:ahLst/>
                <a:cxnLst/>
                <a:rect l="l" t="t" r="r" b="b"/>
                <a:pathLst>
                  <a:path w="5304" h="6706" extrusionOk="0">
                    <a:moveTo>
                      <a:pt x="2669" y="1"/>
                    </a:moveTo>
                    <a:cubicBezTo>
                      <a:pt x="2068" y="1735"/>
                      <a:pt x="0" y="6706"/>
                      <a:pt x="2669" y="6706"/>
                    </a:cubicBezTo>
                    <a:cubicBezTo>
                      <a:pt x="5304" y="6706"/>
                      <a:pt x="3369" y="1835"/>
                      <a:pt x="26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18" name="Google Shape;4618;p22"/>
              <p:cNvSpPr/>
              <p:nvPr/>
            </p:nvSpPr>
            <p:spPr>
              <a:xfrm>
                <a:off x="5374950" y="966325"/>
                <a:ext cx="128450" cy="16347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39" extrusionOk="0">
                    <a:moveTo>
                      <a:pt x="2569" y="1"/>
                    </a:moveTo>
                    <a:cubicBezTo>
                      <a:pt x="2002" y="1702"/>
                      <a:pt x="1" y="6539"/>
                      <a:pt x="2569" y="6539"/>
                    </a:cubicBezTo>
                    <a:cubicBezTo>
                      <a:pt x="5138" y="6539"/>
                      <a:pt x="3270" y="1802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19" name="Google Shape;4619;p22"/>
              <p:cNvSpPr/>
              <p:nvPr/>
            </p:nvSpPr>
            <p:spPr>
              <a:xfrm>
                <a:off x="5679750" y="1271125"/>
                <a:ext cx="128450" cy="16347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39" extrusionOk="0">
                    <a:moveTo>
                      <a:pt x="2569" y="1"/>
                    </a:moveTo>
                    <a:cubicBezTo>
                      <a:pt x="2002" y="1702"/>
                      <a:pt x="1" y="6539"/>
                      <a:pt x="2569" y="6539"/>
                    </a:cubicBezTo>
                    <a:cubicBezTo>
                      <a:pt x="5138" y="6539"/>
                      <a:pt x="3270" y="1802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20" name="Google Shape;4620;p22"/>
              <p:cNvSpPr/>
              <p:nvPr/>
            </p:nvSpPr>
            <p:spPr>
              <a:xfrm flipH="1">
                <a:off x="1208475" y="948188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2002" y="1669"/>
                      <a:pt x="1" y="6506"/>
                      <a:pt x="2569" y="6506"/>
                    </a:cubicBezTo>
                    <a:cubicBezTo>
                      <a:pt x="5138" y="6506"/>
                      <a:pt x="3270" y="1769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21" name="Google Shape;4621;p22"/>
              <p:cNvSpPr/>
              <p:nvPr/>
            </p:nvSpPr>
            <p:spPr>
              <a:xfrm>
                <a:off x="8060825" y="938175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1969" y="1669"/>
                      <a:pt x="1" y="6505"/>
                      <a:pt x="2569" y="6505"/>
                    </a:cubicBezTo>
                    <a:cubicBezTo>
                      <a:pt x="5138" y="6505"/>
                      <a:pt x="3237" y="1802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22" name="Google Shape;4622;p22"/>
              <p:cNvSpPr/>
              <p:nvPr/>
            </p:nvSpPr>
            <p:spPr>
              <a:xfrm>
                <a:off x="3645163" y="894800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1969" y="1669"/>
                      <a:pt x="1" y="6505"/>
                      <a:pt x="2569" y="6505"/>
                    </a:cubicBezTo>
                    <a:cubicBezTo>
                      <a:pt x="5138" y="6505"/>
                      <a:pt x="3237" y="1802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23" name="Google Shape;4623;p22"/>
              <p:cNvSpPr/>
              <p:nvPr/>
            </p:nvSpPr>
            <p:spPr>
              <a:xfrm>
                <a:off x="4358375" y="2806875"/>
                <a:ext cx="128450" cy="16262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5" extrusionOk="0">
                    <a:moveTo>
                      <a:pt x="2569" y="0"/>
                    </a:moveTo>
                    <a:cubicBezTo>
                      <a:pt x="1969" y="1702"/>
                      <a:pt x="0" y="6505"/>
                      <a:pt x="2569" y="6505"/>
                    </a:cubicBezTo>
                    <a:cubicBezTo>
                      <a:pt x="5137" y="6505"/>
                      <a:pt x="3236" y="1802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24" name="Google Shape;4624;p22"/>
              <p:cNvSpPr/>
              <p:nvPr/>
            </p:nvSpPr>
            <p:spPr>
              <a:xfrm>
                <a:off x="1690625" y="3998550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1969" y="1669"/>
                      <a:pt x="1" y="6505"/>
                      <a:pt x="2569" y="6505"/>
                    </a:cubicBezTo>
                    <a:cubicBezTo>
                      <a:pt x="5138" y="6505"/>
                      <a:pt x="3237" y="1802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25" name="Google Shape;4625;p22"/>
              <p:cNvSpPr/>
              <p:nvPr/>
            </p:nvSpPr>
            <p:spPr>
              <a:xfrm>
                <a:off x="847525" y="2288175"/>
                <a:ext cx="128450" cy="16262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5" extrusionOk="0">
                    <a:moveTo>
                      <a:pt x="2569" y="0"/>
                    </a:moveTo>
                    <a:cubicBezTo>
                      <a:pt x="2002" y="1668"/>
                      <a:pt x="1" y="6505"/>
                      <a:pt x="2569" y="6505"/>
                    </a:cubicBezTo>
                    <a:cubicBezTo>
                      <a:pt x="5138" y="6505"/>
                      <a:pt x="3270" y="1801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26" name="Google Shape;4626;p22"/>
              <p:cNvSpPr/>
              <p:nvPr/>
            </p:nvSpPr>
            <p:spPr>
              <a:xfrm>
                <a:off x="449750" y="3810100"/>
                <a:ext cx="128450" cy="16347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39" extrusionOk="0">
                    <a:moveTo>
                      <a:pt x="2569" y="0"/>
                    </a:moveTo>
                    <a:cubicBezTo>
                      <a:pt x="2002" y="1701"/>
                      <a:pt x="1" y="6538"/>
                      <a:pt x="2569" y="6538"/>
                    </a:cubicBezTo>
                    <a:cubicBezTo>
                      <a:pt x="5138" y="6538"/>
                      <a:pt x="3270" y="1801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27" name="Google Shape;4627;p22"/>
              <p:cNvSpPr/>
              <p:nvPr/>
            </p:nvSpPr>
            <p:spPr>
              <a:xfrm>
                <a:off x="2760575" y="2598400"/>
                <a:ext cx="128450" cy="16262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5" extrusionOk="0">
                    <a:moveTo>
                      <a:pt x="2569" y="0"/>
                    </a:moveTo>
                    <a:cubicBezTo>
                      <a:pt x="2002" y="1701"/>
                      <a:pt x="0" y="6505"/>
                      <a:pt x="2569" y="6505"/>
                    </a:cubicBezTo>
                    <a:cubicBezTo>
                      <a:pt x="5137" y="6505"/>
                      <a:pt x="3269" y="1801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28" name="Google Shape;4628;p22"/>
              <p:cNvSpPr/>
              <p:nvPr/>
            </p:nvSpPr>
            <p:spPr>
              <a:xfrm>
                <a:off x="1549700" y="2517500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0"/>
                    </a:moveTo>
                    <a:cubicBezTo>
                      <a:pt x="2002" y="1668"/>
                      <a:pt x="1" y="6505"/>
                      <a:pt x="2569" y="6505"/>
                    </a:cubicBezTo>
                    <a:cubicBezTo>
                      <a:pt x="5138" y="6505"/>
                      <a:pt x="3270" y="1802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29" name="Google Shape;4629;p22"/>
              <p:cNvSpPr/>
              <p:nvPr/>
            </p:nvSpPr>
            <p:spPr>
              <a:xfrm>
                <a:off x="4916275" y="2575050"/>
                <a:ext cx="132625" cy="167625"/>
              </a:xfrm>
              <a:custGeom>
                <a:avLst/>
                <a:gdLst/>
                <a:ahLst/>
                <a:cxnLst/>
                <a:rect l="l" t="t" r="r" b="b"/>
                <a:pathLst>
                  <a:path w="5305" h="6705" extrusionOk="0">
                    <a:moveTo>
                      <a:pt x="2669" y="0"/>
                    </a:moveTo>
                    <a:cubicBezTo>
                      <a:pt x="2069" y="1735"/>
                      <a:pt x="0" y="6705"/>
                      <a:pt x="2669" y="6705"/>
                    </a:cubicBezTo>
                    <a:cubicBezTo>
                      <a:pt x="5304" y="6705"/>
                      <a:pt x="3370" y="1868"/>
                      <a:pt x="26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30" name="Google Shape;4630;p22"/>
              <p:cNvSpPr/>
              <p:nvPr/>
            </p:nvSpPr>
            <p:spPr>
              <a:xfrm>
                <a:off x="2541250" y="3262200"/>
                <a:ext cx="128450" cy="16347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39" extrusionOk="0">
                    <a:moveTo>
                      <a:pt x="2569" y="0"/>
                    </a:moveTo>
                    <a:cubicBezTo>
                      <a:pt x="2002" y="1702"/>
                      <a:pt x="0" y="6538"/>
                      <a:pt x="2569" y="6538"/>
                    </a:cubicBezTo>
                    <a:cubicBezTo>
                      <a:pt x="5137" y="6538"/>
                      <a:pt x="3269" y="1802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31" name="Google Shape;4631;p22"/>
              <p:cNvSpPr/>
              <p:nvPr/>
            </p:nvSpPr>
            <p:spPr>
              <a:xfrm>
                <a:off x="3474400" y="3408125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2002" y="1669"/>
                      <a:pt x="1" y="6506"/>
                      <a:pt x="2569" y="6506"/>
                    </a:cubicBezTo>
                    <a:cubicBezTo>
                      <a:pt x="5138" y="6506"/>
                      <a:pt x="3270" y="1769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32" name="Google Shape;4632;p22"/>
              <p:cNvSpPr/>
              <p:nvPr/>
            </p:nvSpPr>
            <p:spPr>
              <a:xfrm>
                <a:off x="815000" y="3529050"/>
                <a:ext cx="128450" cy="16347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39" extrusionOk="0">
                    <a:moveTo>
                      <a:pt x="2569" y="1"/>
                    </a:moveTo>
                    <a:cubicBezTo>
                      <a:pt x="2002" y="1702"/>
                      <a:pt x="1" y="6539"/>
                      <a:pt x="2569" y="6539"/>
                    </a:cubicBezTo>
                    <a:cubicBezTo>
                      <a:pt x="5138" y="6539"/>
                      <a:pt x="3270" y="1802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33" name="Google Shape;4633;p22"/>
              <p:cNvSpPr/>
              <p:nvPr/>
            </p:nvSpPr>
            <p:spPr>
              <a:xfrm>
                <a:off x="3662875" y="3998550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2002" y="1669"/>
                      <a:pt x="1" y="6505"/>
                      <a:pt x="2569" y="6505"/>
                    </a:cubicBezTo>
                    <a:cubicBezTo>
                      <a:pt x="5138" y="6505"/>
                      <a:pt x="3270" y="1802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34" name="Google Shape;4634;p22"/>
              <p:cNvSpPr/>
              <p:nvPr/>
            </p:nvSpPr>
            <p:spPr>
              <a:xfrm>
                <a:off x="4310850" y="3762550"/>
                <a:ext cx="132600" cy="167650"/>
              </a:xfrm>
              <a:custGeom>
                <a:avLst/>
                <a:gdLst/>
                <a:ahLst/>
                <a:cxnLst/>
                <a:rect l="l" t="t" r="r" b="b"/>
                <a:pathLst>
                  <a:path w="5304" h="6706" extrusionOk="0">
                    <a:moveTo>
                      <a:pt x="2669" y="1"/>
                    </a:moveTo>
                    <a:cubicBezTo>
                      <a:pt x="2068" y="1735"/>
                      <a:pt x="0" y="6706"/>
                      <a:pt x="2669" y="6706"/>
                    </a:cubicBezTo>
                    <a:cubicBezTo>
                      <a:pt x="5304" y="6706"/>
                      <a:pt x="3369" y="1835"/>
                      <a:pt x="26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35" name="Google Shape;4635;p22"/>
              <p:cNvSpPr/>
              <p:nvPr/>
            </p:nvSpPr>
            <p:spPr>
              <a:xfrm>
                <a:off x="4949625" y="3489025"/>
                <a:ext cx="132625" cy="167650"/>
              </a:xfrm>
              <a:custGeom>
                <a:avLst/>
                <a:gdLst/>
                <a:ahLst/>
                <a:cxnLst/>
                <a:rect l="l" t="t" r="r" b="b"/>
                <a:pathLst>
                  <a:path w="5305" h="6706" extrusionOk="0">
                    <a:moveTo>
                      <a:pt x="2669" y="1"/>
                    </a:moveTo>
                    <a:cubicBezTo>
                      <a:pt x="2069" y="1735"/>
                      <a:pt x="1" y="6705"/>
                      <a:pt x="2669" y="6705"/>
                    </a:cubicBezTo>
                    <a:cubicBezTo>
                      <a:pt x="5305" y="6705"/>
                      <a:pt x="3370" y="1869"/>
                      <a:pt x="26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36" name="Google Shape;4636;p22"/>
              <p:cNvSpPr/>
              <p:nvPr/>
            </p:nvSpPr>
            <p:spPr>
              <a:xfrm>
                <a:off x="6447475" y="2443275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1969" y="1668"/>
                      <a:pt x="1" y="6505"/>
                      <a:pt x="2569" y="6505"/>
                    </a:cubicBezTo>
                    <a:cubicBezTo>
                      <a:pt x="5138" y="6505"/>
                      <a:pt x="3236" y="1769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37" name="Google Shape;4637;p22"/>
              <p:cNvSpPr/>
              <p:nvPr/>
            </p:nvSpPr>
            <p:spPr>
              <a:xfrm>
                <a:off x="8779975" y="2806875"/>
                <a:ext cx="128450" cy="16262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5" extrusionOk="0">
                    <a:moveTo>
                      <a:pt x="2569" y="0"/>
                    </a:moveTo>
                    <a:cubicBezTo>
                      <a:pt x="1969" y="1702"/>
                      <a:pt x="0" y="6505"/>
                      <a:pt x="2569" y="6505"/>
                    </a:cubicBezTo>
                    <a:cubicBezTo>
                      <a:pt x="5137" y="6505"/>
                      <a:pt x="3236" y="1802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38" name="Google Shape;4638;p22"/>
              <p:cNvSpPr/>
              <p:nvPr/>
            </p:nvSpPr>
            <p:spPr>
              <a:xfrm>
                <a:off x="6112225" y="3998550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1969" y="1669"/>
                      <a:pt x="1" y="6505"/>
                      <a:pt x="2569" y="6505"/>
                    </a:cubicBezTo>
                    <a:cubicBezTo>
                      <a:pt x="5138" y="6505"/>
                      <a:pt x="3237" y="1802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39" name="Google Shape;4639;p22"/>
              <p:cNvSpPr/>
              <p:nvPr/>
            </p:nvSpPr>
            <p:spPr>
              <a:xfrm>
                <a:off x="5269125" y="2288175"/>
                <a:ext cx="128450" cy="16262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5" extrusionOk="0">
                    <a:moveTo>
                      <a:pt x="2569" y="0"/>
                    </a:moveTo>
                    <a:cubicBezTo>
                      <a:pt x="2002" y="1668"/>
                      <a:pt x="1" y="6505"/>
                      <a:pt x="2569" y="6505"/>
                    </a:cubicBezTo>
                    <a:cubicBezTo>
                      <a:pt x="5138" y="6505"/>
                      <a:pt x="3270" y="1801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40" name="Google Shape;4640;p22"/>
              <p:cNvSpPr/>
              <p:nvPr/>
            </p:nvSpPr>
            <p:spPr>
              <a:xfrm>
                <a:off x="4871350" y="3810100"/>
                <a:ext cx="128450" cy="16347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39" extrusionOk="0">
                    <a:moveTo>
                      <a:pt x="2569" y="0"/>
                    </a:moveTo>
                    <a:cubicBezTo>
                      <a:pt x="2002" y="1701"/>
                      <a:pt x="1" y="6538"/>
                      <a:pt x="2569" y="6538"/>
                    </a:cubicBezTo>
                    <a:cubicBezTo>
                      <a:pt x="5138" y="6538"/>
                      <a:pt x="3270" y="1801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41" name="Google Shape;4641;p22"/>
              <p:cNvSpPr/>
              <p:nvPr/>
            </p:nvSpPr>
            <p:spPr>
              <a:xfrm>
                <a:off x="7182175" y="2598400"/>
                <a:ext cx="128450" cy="16262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5" extrusionOk="0">
                    <a:moveTo>
                      <a:pt x="2569" y="0"/>
                    </a:moveTo>
                    <a:cubicBezTo>
                      <a:pt x="2002" y="1701"/>
                      <a:pt x="0" y="6505"/>
                      <a:pt x="2569" y="6505"/>
                    </a:cubicBezTo>
                    <a:cubicBezTo>
                      <a:pt x="5137" y="6505"/>
                      <a:pt x="3269" y="1801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42" name="Google Shape;4642;p22"/>
              <p:cNvSpPr/>
              <p:nvPr/>
            </p:nvSpPr>
            <p:spPr>
              <a:xfrm>
                <a:off x="5971300" y="2517500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0"/>
                    </a:moveTo>
                    <a:cubicBezTo>
                      <a:pt x="2002" y="1668"/>
                      <a:pt x="1" y="6505"/>
                      <a:pt x="2569" y="6505"/>
                    </a:cubicBezTo>
                    <a:cubicBezTo>
                      <a:pt x="5138" y="6505"/>
                      <a:pt x="3270" y="1802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43" name="Google Shape;4643;p22"/>
              <p:cNvSpPr/>
              <p:nvPr/>
            </p:nvSpPr>
            <p:spPr>
              <a:xfrm>
                <a:off x="7998575" y="2491650"/>
                <a:ext cx="131800" cy="167650"/>
              </a:xfrm>
              <a:custGeom>
                <a:avLst/>
                <a:gdLst/>
                <a:ahLst/>
                <a:cxnLst/>
                <a:rect l="l" t="t" r="r" b="b"/>
                <a:pathLst>
                  <a:path w="5272" h="6706" extrusionOk="0">
                    <a:moveTo>
                      <a:pt x="2636" y="0"/>
                    </a:moveTo>
                    <a:cubicBezTo>
                      <a:pt x="2036" y="1735"/>
                      <a:pt x="1" y="6705"/>
                      <a:pt x="2636" y="6705"/>
                    </a:cubicBezTo>
                    <a:cubicBezTo>
                      <a:pt x="5271" y="6705"/>
                      <a:pt x="3337" y="1835"/>
                      <a:pt x="2636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44" name="Google Shape;4644;p22"/>
              <p:cNvSpPr/>
              <p:nvPr/>
            </p:nvSpPr>
            <p:spPr>
              <a:xfrm>
                <a:off x="6962850" y="3262200"/>
                <a:ext cx="128450" cy="16347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39" extrusionOk="0">
                    <a:moveTo>
                      <a:pt x="2569" y="0"/>
                    </a:moveTo>
                    <a:cubicBezTo>
                      <a:pt x="2002" y="1702"/>
                      <a:pt x="0" y="6538"/>
                      <a:pt x="2569" y="6538"/>
                    </a:cubicBezTo>
                    <a:cubicBezTo>
                      <a:pt x="5137" y="6538"/>
                      <a:pt x="3269" y="1802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45" name="Google Shape;4645;p22"/>
              <p:cNvSpPr/>
              <p:nvPr/>
            </p:nvSpPr>
            <p:spPr>
              <a:xfrm>
                <a:off x="7896000" y="3408125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2002" y="1669"/>
                      <a:pt x="1" y="6506"/>
                      <a:pt x="2569" y="6506"/>
                    </a:cubicBezTo>
                    <a:cubicBezTo>
                      <a:pt x="5138" y="6506"/>
                      <a:pt x="3270" y="1769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46" name="Google Shape;4646;p22"/>
              <p:cNvSpPr/>
              <p:nvPr/>
            </p:nvSpPr>
            <p:spPr>
              <a:xfrm>
                <a:off x="5236600" y="3529050"/>
                <a:ext cx="128450" cy="16347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39" extrusionOk="0">
                    <a:moveTo>
                      <a:pt x="2569" y="1"/>
                    </a:moveTo>
                    <a:cubicBezTo>
                      <a:pt x="2002" y="1702"/>
                      <a:pt x="1" y="6539"/>
                      <a:pt x="2569" y="6539"/>
                    </a:cubicBezTo>
                    <a:cubicBezTo>
                      <a:pt x="5138" y="6539"/>
                      <a:pt x="3270" y="1802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47" name="Google Shape;4647;p22"/>
              <p:cNvSpPr/>
              <p:nvPr/>
            </p:nvSpPr>
            <p:spPr>
              <a:xfrm>
                <a:off x="7128800" y="3845950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0"/>
                    </a:moveTo>
                    <a:cubicBezTo>
                      <a:pt x="2002" y="1702"/>
                      <a:pt x="0" y="6505"/>
                      <a:pt x="2569" y="6505"/>
                    </a:cubicBezTo>
                    <a:cubicBezTo>
                      <a:pt x="5137" y="6505"/>
                      <a:pt x="3269" y="1802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48" name="Google Shape;4648;p22"/>
              <p:cNvSpPr/>
              <p:nvPr/>
            </p:nvSpPr>
            <p:spPr>
              <a:xfrm>
                <a:off x="8084475" y="3998550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2002" y="1669"/>
                      <a:pt x="1" y="6505"/>
                      <a:pt x="2569" y="6505"/>
                    </a:cubicBezTo>
                    <a:cubicBezTo>
                      <a:pt x="5138" y="6505"/>
                      <a:pt x="3270" y="1802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49" name="Google Shape;4649;p22"/>
              <p:cNvSpPr/>
              <p:nvPr/>
            </p:nvSpPr>
            <p:spPr>
              <a:xfrm>
                <a:off x="8732450" y="3762550"/>
                <a:ext cx="132600" cy="167650"/>
              </a:xfrm>
              <a:custGeom>
                <a:avLst/>
                <a:gdLst/>
                <a:ahLst/>
                <a:cxnLst/>
                <a:rect l="l" t="t" r="r" b="b"/>
                <a:pathLst>
                  <a:path w="5304" h="6706" extrusionOk="0">
                    <a:moveTo>
                      <a:pt x="2669" y="1"/>
                    </a:moveTo>
                    <a:cubicBezTo>
                      <a:pt x="2068" y="1735"/>
                      <a:pt x="0" y="6706"/>
                      <a:pt x="2669" y="6706"/>
                    </a:cubicBezTo>
                    <a:cubicBezTo>
                      <a:pt x="5304" y="6706"/>
                      <a:pt x="3369" y="1835"/>
                      <a:pt x="26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50" name="Google Shape;4650;p22"/>
              <p:cNvSpPr/>
              <p:nvPr/>
            </p:nvSpPr>
            <p:spPr>
              <a:xfrm>
                <a:off x="5465200" y="3071850"/>
                <a:ext cx="128450" cy="16347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39" extrusionOk="0">
                    <a:moveTo>
                      <a:pt x="2569" y="1"/>
                    </a:moveTo>
                    <a:cubicBezTo>
                      <a:pt x="2002" y="1702"/>
                      <a:pt x="1" y="6539"/>
                      <a:pt x="2569" y="6539"/>
                    </a:cubicBezTo>
                    <a:cubicBezTo>
                      <a:pt x="5138" y="6539"/>
                      <a:pt x="3270" y="1802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51" name="Google Shape;4651;p22"/>
              <p:cNvSpPr/>
              <p:nvPr/>
            </p:nvSpPr>
            <p:spPr>
              <a:xfrm>
                <a:off x="5770000" y="3376650"/>
                <a:ext cx="128450" cy="16347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39" extrusionOk="0">
                    <a:moveTo>
                      <a:pt x="2569" y="1"/>
                    </a:moveTo>
                    <a:cubicBezTo>
                      <a:pt x="2002" y="1702"/>
                      <a:pt x="1" y="6539"/>
                      <a:pt x="2569" y="6539"/>
                    </a:cubicBezTo>
                    <a:cubicBezTo>
                      <a:pt x="5138" y="6539"/>
                      <a:pt x="3270" y="1802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52" name="Google Shape;4652;p22"/>
              <p:cNvSpPr/>
              <p:nvPr/>
            </p:nvSpPr>
            <p:spPr>
              <a:xfrm flipH="1">
                <a:off x="1298725" y="3053713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2002" y="1669"/>
                      <a:pt x="1" y="6506"/>
                      <a:pt x="2569" y="6506"/>
                    </a:cubicBezTo>
                    <a:cubicBezTo>
                      <a:pt x="5138" y="6506"/>
                      <a:pt x="3270" y="1769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53" name="Google Shape;4653;p22"/>
              <p:cNvSpPr/>
              <p:nvPr/>
            </p:nvSpPr>
            <p:spPr>
              <a:xfrm>
                <a:off x="8151075" y="3043700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1969" y="1669"/>
                      <a:pt x="1" y="6505"/>
                      <a:pt x="2569" y="6505"/>
                    </a:cubicBezTo>
                    <a:cubicBezTo>
                      <a:pt x="5138" y="6505"/>
                      <a:pt x="3237" y="1802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54" name="Google Shape;4654;p22"/>
              <p:cNvSpPr/>
              <p:nvPr/>
            </p:nvSpPr>
            <p:spPr>
              <a:xfrm>
                <a:off x="3735413" y="3000325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1969" y="1669"/>
                      <a:pt x="1" y="6505"/>
                      <a:pt x="2569" y="6505"/>
                    </a:cubicBezTo>
                    <a:cubicBezTo>
                      <a:pt x="5138" y="6505"/>
                      <a:pt x="3237" y="1802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655" name="Google Shape;4655;p22"/>
            <p:cNvSpPr/>
            <p:nvPr/>
          </p:nvSpPr>
          <p:spPr>
            <a:xfrm>
              <a:off x="2011825" y="433547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1969" y="1668"/>
                    <a:pt x="1" y="6505"/>
                    <a:pt x="2569" y="6505"/>
                  </a:cubicBezTo>
                  <a:cubicBezTo>
                    <a:pt x="5138" y="6505"/>
                    <a:pt x="3236" y="1769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6" name="Google Shape;4656;p22"/>
            <p:cNvSpPr/>
            <p:nvPr/>
          </p:nvSpPr>
          <p:spPr>
            <a:xfrm>
              <a:off x="4344325" y="4699075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1969" y="1702"/>
                    <a:pt x="0" y="6505"/>
                    <a:pt x="2569" y="6505"/>
                  </a:cubicBezTo>
                  <a:cubicBezTo>
                    <a:pt x="5137" y="6505"/>
                    <a:pt x="3236" y="1802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7" name="Google Shape;4657;p22"/>
            <p:cNvSpPr/>
            <p:nvPr/>
          </p:nvSpPr>
          <p:spPr>
            <a:xfrm>
              <a:off x="833475" y="4180375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2002" y="1668"/>
                    <a:pt x="1" y="6505"/>
                    <a:pt x="2569" y="6505"/>
                  </a:cubicBezTo>
                  <a:cubicBezTo>
                    <a:pt x="5138" y="6505"/>
                    <a:pt x="3270" y="1801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8" name="Google Shape;4658;p22"/>
            <p:cNvSpPr/>
            <p:nvPr/>
          </p:nvSpPr>
          <p:spPr>
            <a:xfrm>
              <a:off x="2746525" y="4490600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2002" y="1701"/>
                    <a:pt x="0" y="6505"/>
                    <a:pt x="2569" y="6505"/>
                  </a:cubicBezTo>
                  <a:cubicBezTo>
                    <a:pt x="5137" y="6505"/>
                    <a:pt x="3269" y="1801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9" name="Google Shape;4659;p22"/>
            <p:cNvSpPr/>
            <p:nvPr/>
          </p:nvSpPr>
          <p:spPr>
            <a:xfrm>
              <a:off x="1535650" y="4409700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0"/>
                  </a:moveTo>
                  <a:cubicBezTo>
                    <a:pt x="2002" y="1668"/>
                    <a:pt x="1" y="6505"/>
                    <a:pt x="2569" y="6505"/>
                  </a:cubicBezTo>
                  <a:cubicBezTo>
                    <a:pt x="5138" y="6505"/>
                    <a:pt x="3270" y="1802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0" name="Google Shape;4660;p22"/>
            <p:cNvSpPr/>
            <p:nvPr/>
          </p:nvSpPr>
          <p:spPr>
            <a:xfrm>
              <a:off x="3562925" y="4383850"/>
              <a:ext cx="131800" cy="167650"/>
            </a:xfrm>
            <a:custGeom>
              <a:avLst/>
              <a:gdLst/>
              <a:ahLst/>
              <a:cxnLst/>
              <a:rect l="l" t="t" r="r" b="b"/>
              <a:pathLst>
                <a:path w="5272" h="6706" extrusionOk="0">
                  <a:moveTo>
                    <a:pt x="2636" y="0"/>
                  </a:moveTo>
                  <a:cubicBezTo>
                    <a:pt x="2036" y="1735"/>
                    <a:pt x="1" y="6705"/>
                    <a:pt x="2636" y="6705"/>
                  </a:cubicBezTo>
                  <a:cubicBezTo>
                    <a:pt x="5271" y="6705"/>
                    <a:pt x="3337" y="1835"/>
                    <a:pt x="2636" y="0"/>
                  </a:cubicBezTo>
                  <a:close/>
                </a:path>
              </a:pathLst>
            </a:custGeom>
            <a:solidFill>
              <a:srgbClr val="191919">
                <a:alpha val="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1" name="Google Shape;4661;p22"/>
            <p:cNvSpPr/>
            <p:nvPr/>
          </p:nvSpPr>
          <p:spPr>
            <a:xfrm>
              <a:off x="4902225" y="4467250"/>
              <a:ext cx="132625" cy="167625"/>
            </a:xfrm>
            <a:custGeom>
              <a:avLst/>
              <a:gdLst/>
              <a:ahLst/>
              <a:cxnLst/>
              <a:rect l="l" t="t" r="r" b="b"/>
              <a:pathLst>
                <a:path w="5305" h="6705" extrusionOk="0">
                  <a:moveTo>
                    <a:pt x="2669" y="0"/>
                  </a:moveTo>
                  <a:cubicBezTo>
                    <a:pt x="2069" y="1735"/>
                    <a:pt x="0" y="6705"/>
                    <a:pt x="2669" y="6705"/>
                  </a:cubicBezTo>
                  <a:cubicBezTo>
                    <a:pt x="5304" y="6705"/>
                    <a:pt x="3370" y="1868"/>
                    <a:pt x="2669" y="0"/>
                  </a:cubicBezTo>
                  <a:close/>
                </a:path>
              </a:pathLst>
            </a:custGeom>
            <a:solidFill>
              <a:srgbClr val="191919">
                <a:alpha val="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2" name="Google Shape;4662;p22"/>
            <p:cNvSpPr/>
            <p:nvPr/>
          </p:nvSpPr>
          <p:spPr>
            <a:xfrm>
              <a:off x="2527200" y="5154400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0"/>
                  </a:moveTo>
                  <a:cubicBezTo>
                    <a:pt x="2002" y="1702"/>
                    <a:pt x="0" y="6538"/>
                    <a:pt x="2569" y="6538"/>
                  </a:cubicBezTo>
                  <a:cubicBezTo>
                    <a:pt x="5137" y="6538"/>
                    <a:pt x="3269" y="1802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3" name="Google Shape;4663;p22"/>
            <p:cNvSpPr/>
            <p:nvPr/>
          </p:nvSpPr>
          <p:spPr>
            <a:xfrm>
              <a:off x="6433425" y="433547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1969" y="1668"/>
                    <a:pt x="1" y="6505"/>
                    <a:pt x="2569" y="6505"/>
                  </a:cubicBezTo>
                  <a:cubicBezTo>
                    <a:pt x="5138" y="6505"/>
                    <a:pt x="3236" y="1769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4" name="Google Shape;4664;p22"/>
            <p:cNvSpPr/>
            <p:nvPr/>
          </p:nvSpPr>
          <p:spPr>
            <a:xfrm>
              <a:off x="8765925" y="4699075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1969" y="1702"/>
                    <a:pt x="0" y="6505"/>
                    <a:pt x="2569" y="6505"/>
                  </a:cubicBezTo>
                  <a:cubicBezTo>
                    <a:pt x="5137" y="6505"/>
                    <a:pt x="3236" y="1802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5" name="Google Shape;4665;p22"/>
            <p:cNvSpPr/>
            <p:nvPr/>
          </p:nvSpPr>
          <p:spPr>
            <a:xfrm>
              <a:off x="5255075" y="4180375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2002" y="1668"/>
                    <a:pt x="1" y="6505"/>
                    <a:pt x="2569" y="6505"/>
                  </a:cubicBezTo>
                  <a:cubicBezTo>
                    <a:pt x="5138" y="6505"/>
                    <a:pt x="3270" y="1801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6" name="Google Shape;4666;p22"/>
            <p:cNvSpPr/>
            <p:nvPr/>
          </p:nvSpPr>
          <p:spPr>
            <a:xfrm>
              <a:off x="7168125" y="4490600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2002" y="1701"/>
                    <a:pt x="0" y="6505"/>
                    <a:pt x="2569" y="6505"/>
                  </a:cubicBezTo>
                  <a:cubicBezTo>
                    <a:pt x="5137" y="6505"/>
                    <a:pt x="3269" y="1801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7" name="Google Shape;4667;p22"/>
            <p:cNvSpPr/>
            <p:nvPr/>
          </p:nvSpPr>
          <p:spPr>
            <a:xfrm>
              <a:off x="5957250" y="4409700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0"/>
                  </a:moveTo>
                  <a:cubicBezTo>
                    <a:pt x="2002" y="1668"/>
                    <a:pt x="1" y="6505"/>
                    <a:pt x="2569" y="6505"/>
                  </a:cubicBezTo>
                  <a:cubicBezTo>
                    <a:pt x="5138" y="6505"/>
                    <a:pt x="3270" y="1802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8" name="Google Shape;4668;p22"/>
            <p:cNvSpPr/>
            <p:nvPr/>
          </p:nvSpPr>
          <p:spPr>
            <a:xfrm>
              <a:off x="7984525" y="4383850"/>
              <a:ext cx="131800" cy="167650"/>
            </a:xfrm>
            <a:custGeom>
              <a:avLst/>
              <a:gdLst/>
              <a:ahLst/>
              <a:cxnLst/>
              <a:rect l="l" t="t" r="r" b="b"/>
              <a:pathLst>
                <a:path w="5272" h="6706" extrusionOk="0">
                  <a:moveTo>
                    <a:pt x="2636" y="0"/>
                  </a:moveTo>
                  <a:cubicBezTo>
                    <a:pt x="2036" y="1735"/>
                    <a:pt x="1" y="6705"/>
                    <a:pt x="2636" y="6705"/>
                  </a:cubicBezTo>
                  <a:cubicBezTo>
                    <a:pt x="5271" y="6705"/>
                    <a:pt x="3337" y="1835"/>
                    <a:pt x="2636" y="0"/>
                  </a:cubicBezTo>
                  <a:close/>
                </a:path>
              </a:pathLst>
            </a:custGeom>
            <a:solidFill>
              <a:srgbClr val="191919">
                <a:alpha val="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9" name="Google Shape;4669;p22"/>
            <p:cNvSpPr/>
            <p:nvPr/>
          </p:nvSpPr>
          <p:spPr>
            <a:xfrm>
              <a:off x="6948800" y="5154400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0"/>
                  </a:moveTo>
                  <a:cubicBezTo>
                    <a:pt x="2002" y="1702"/>
                    <a:pt x="0" y="6538"/>
                    <a:pt x="2569" y="6538"/>
                  </a:cubicBezTo>
                  <a:cubicBezTo>
                    <a:pt x="5137" y="6538"/>
                    <a:pt x="3269" y="1802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0" name="Google Shape;4670;p22"/>
            <p:cNvSpPr/>
            <p:nvPr/>
          </p:nvSpPr>
          <p:spPr>
            <a:xfrm>
              <a:off x="5451150" y="4964050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1" y="6539"/>
                    <a:pt x="2569" y="6539"/>
                  </a:cubicBezTo>
                  <a:cubicBezTo>
                    <a:pt x="5138" y="6539"/>
                    <a:pt x="3270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1" name="Google Shape;4671;p22"/>
            <p:cNvSpPr/>
            <p:nvPr/>
          </p:nvSpPr>
          <p:spPr>
            <a:xfrm flipH="1">
              <a:off x="1284675" y="4945913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669"/>
                    <a:pt x="1" y="6506"/>
                    <a:pt x="2569" y="6506"/>
                  </a:cubicBezTo>
                  <a:cubicBezTo>
                    <a:pt x="5138" y="6506"/>
                    <a:pt x="3270" y="1769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2" name="Google Shape;4672;p22"/>
            <p:cNvSpPr/>
            <p:nvPr/>
          </p:nvSpPr>
          <p:spPr>
            <a:xfrm>
              <a:off x="8137025" y="4935900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1969" y="1669"/>
                    <a:pt x="1" y="6505"/>
                    <a:pt x="2569" y="6505"/>
                  </a:cubicBezTo>
                  <a:cubicBezTo>
                    <a:pt x="5138" y="6505"/>
                    <a:pt x="3237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3" name="Google Shape;4673;p22"/>
            <p:cNvSpPr/>
            <p:nvPr/>
          </p:nvSpPr>
          <p:spPr>
            <a:xfrm>
              <a:off x="3721363" y="489252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1969" y="1669"/>
                    <a:pt x="1" y="6505"/>
                    <a:pt x="2569" y="6505"/>
                  </a:cubicBezTo>
                  <a:cubicBezTo>
                    <a:pt x="5138" y="6505"/>
                    <a:pt x="3237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674" name="Google Shape;4674;p22"/>
          <p:cNvSpPr txBox="1">
            <a:spLocks noGrp="1"/>
          </p:cNvSpPr>
          <p:nvPr>
            <p:ph type="title"/>
          </p:nvPr>
        </p:nvSpPr>
        <p:spPr>
          <a:xfrm>
            <a:off x="720000" y="532925"/>
            <a:ext cx="7704000" cy="484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4675" name="Google Shape;4675;p22"/>
          <p:cNvGrpSpPr/>
          <p:nvPr/>
        </p:nvGrpSpPr>
        <p:grpSpPr>
          <a:xfrm>
            <a:off x="6908883" y="4257214"/>
            <a:ext cx="3369488" cy="1707138"/>
            <a:chOff x="2087475" y="2783813"/>
            <a:chExt cx="3624275" cy="1836225"/>
          </a:xfrm>
        </p:grpSpPr>
        <p:sp>
          <p:nvSpPr>
            <p:cNvPr id="4676" name="Google Shape;4676;p22"/>
            <p:cNvSpPr/>
            <p:nvPr/>
          </p:nvSpPr>
          <p:spPr>
            <a:xfrm>
              <a:off x="2087475" y="3066513"/>
              <a:ext cx="1777125" cy="1163775"/>
            </a:xfrm>
            <a:custGeom>
              <a:avLst/>
              <a:gdLst/>
              <a:ahLst/>
              <a:cxnLst/>
              <a:rect l="l" t="t" r="r" b="b"/>
              <a:pathLst>
                <a:path w="71085" h="46551" extrusionOk="0">
                  <a:moveTo>
                    <a:pt x="71051" y="1"/>
                  </a:moveTo>
                  <a:cubicBezTo>
                    <a:pt x="59209" y="601"/>
                    <a:pt x="18213" y="15879"/>
                    <a:pt x="1301" y="29722"/>
                  </a:cubicBezTo>
                  <a:cubicBezTo>
                    <a:pt x="100" y="30723"/>
                    <a:pt x="0" y="32524"/>
                    <a:pt x="1101" y="33625"/>
                  </a:cubicBezTo>
                  <a:cubicBezTo>
                    <a:pt x="3569" y="36060"/>
                    <a:pt x="5371" y="39762"/>
                    <a:pt x="5904" y="44166"/>
                  </a:cubicBezTo>
                  <a:cubicBezTo>
                    <a:pt x="6057" y="45630"/>
                    <a:pt x="7285" y="46551"/>
                    <a:pt x="8555" y="46551"/>
                  </a:cubicBezTo>
                  <a:cubicBezTo>
                    <a:pt x="9222" y="46551"/>
                    <a:pt x="9901" y="46296"/>
                    <a:pt x="10441" y="45733"/>
                  </a:cubicBezTo>
                  <a:cubicBezTo>
                    <a:pt x="24151" y="31390"/>
                    <a:pt x="50203" y="12610"/>
                    <a:pt x="71051" y="568"/>
                  </a:cubicBezTo>
                  <a:cubicBezTo>
                    <a:pt x="71051" y="401"/>
                    <a:pt x="71051" y="201"/>
                    <a:pt x="7108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7" name="Google Shape;4677;p22"/>
            <p:cNvSpPr/>
            <p:nvPr/>
          </p:nvSpPr>
          <p:spPr>
            <a:xfrm>
              <a:off x="2335975" y="3080688"/>
              <a:ext cx="1529450" cy="1427300"/>
            </a:xfrm>
            <a:custGeom>
              <a:avLst/>
              <a:gdLst/>
              <a:ahLst/>
              <a:cxnLst/>
              <a:rect l="l" t="t" r="r" b="b"/>
              <a:pathLst>
                <a:path w="61178" h="57092" extrusionOk="0">
                  <a:moveTo>
                    <a:pt x="61111" y="1"/>
                  </a:moveTo>
                  <a:cubicBezTo>
                    <a:pt x="40830" y="11709"/>
                    <a:pt x="15678" y="29789"/>
                    <a:pt x="1668" y="43932"/>
                  </a:cubicBezTo>
                  <a:cubicBezTo>
                    <a:pt x="1" y="45633"/>
                    <a:pt x="1235" y="48435"/>
                    <a:pt x="3603" y="48435"/>
                  </a:cubicBezTo>
                  <a:cubicBezTo>
                    <a:pt x="10441" y="48469"/>
                    <a:pt x="18947" y="51604"/>
                    <a:pt x="23250" y="56208"/>
                  </a:cubicBezTo>
                  <a:cubicBezTo>
                    <a:pt x="23794" y="56806"/>
                    <a:pt x="24517" y="57091"/>
                    <a:pt x="25231" y="57091"/>
                  </a:cubicBezTo>
                  <a:cubicBezTo>
                    <a:pt x="26228" y="57091"/>
                    <a:pt x="27207" y="56537"/>
                    <a:pt x="27654" y="55507"/>
                  </a:cubicBezTo>
                  <a:cubicBezTo>
                    <a:pt x="34525" y="39529"/>
                    <a:pt x="48001" y="18180"/>
                    <a:pt x="61178" y="101"/>
                  </a:cubicBezTo>
                  <a:cubicBezTo>
                    <a:pt x="61144" y="34"/>
                    <a:pt x="61144" y="67"/>
                    <a:pt x="6111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8" name="Google Shape;4678;p22"/>
            <p:cNvSpPr/>
            <p:nvPr/>
          </p:nvSpPr>
          <p:spPr>
            <a:xfrm>
              <a:off x="3022650" y="3086538"/>
              <a:ext cx="858600" cy="1520275"/>
            </a:xfrm>
            <a:custGeom>
              <a:avLst/>
              <a:gdLst/>
              <a:ahLst/>
              <a:cxnLst/>
              <a:rect l="l" t="t" r="r" b="b"/>
              <a:pathLst>
                <a:path w="34344" h="60811" extrusionOk="0">
                  <a:moveTo>
                    <a:pt x="33610" y="0"/>
                  </a:moveTo>
                  <a:lnTo>
                    <a:pt x="33610" y="0"/>
                  </a:lnTo>
                  <a:cubicBezTo>
                    <a:pt x="20868" y="17479"/>
                    <a:pt x="7859" y="38027"/>
                    <a:pt x="820" y="53805"/>
                  </a:cubicBezTo>
                  <a:cubicBezTo>
                    <a:pt x="1" y="55627"/>
                    <a:pt x="1392" y="57532"/>
                    <a:pt x="3259" y="57532"/>
                  </a:cubicBezTo>
                  <a:cubicBezTo>
                    <a:pt x="3442" y="57532"/>
                    <a:pt x="3631" y="57514"/>
                    <a:pt x="3823" y="57475"/>
                  </a:cubicBezTo>
                  <a:cubicBezTo>
                    <a:pt x="5960" y="57013"/>
                    <a:pt x="8473" y="56796"/>
                    <a:pt x="11131" y="56796"/>
                  </a:cubicBezTo>
                  <a:cubicBezTo>
                    <a:pt x="17887" y="56796"/>
                    <a:pt x="25582" y="58197"/>
                    <a:pt x="30442" y="60543"/>
                  </a:cubicBezTo>
                  <a:cubicBezTo>
                    <a:pt x="30815" y="60727"/>
                    <a:pt x="31200" y="60811"/>
                    <a:pt x="31574" y="60811"/>
                  </a:cubicBezTo>
                  <a:cubicBezTo>
                    <a:pt x="33038" y="60811"/>
                    <a:pt x="34344" y="59529"/>
                    <a:pt x="34211" y="57908"/>
                  </a:cubicBezTo>
                  <a:cubicBezTo>
                    <a:pt x="32443" y="37794"/>
                    <a:pt x="32777" y="16745"/>
                    <a:pt x="3361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9" name="Google Shape;4679;p22"/>
            <p:cNvSpPr/>
            <p:nvPr/>
          </p:nvSpPr>
          <p:spPr>
            <a:xfrm>
              <a:off x="3878750" y="3065688"/>
              <a:ext cx="1833000" cy="1095200"/>
            </a:xfrm>
            <a:custGeom>
              <a:avLst/>
              <a:gdLst/>
              <a:ahLst/>
              <a:cxnLst/>
              <a:rect l="l" t="t" r="r" b="b"/>
              <a:pathLst>
                <a:path w="73320" h="43808" extrusionOk="0">
                  <a:moveTo>
                    <a:pt x="100" y="0"/>
                  </a:moveTo>
                  <a:lnTo>
                    <a:pt x="0" y="334"/>
                  </a:lnTo>
                  <a:cubicBezTo>
                    <a:pt x="23450" y="12276"/>
                    <a:pt x="51837" y="29588"/>
                    <a:pt x="67248" y="43131"/>
                  </a:cubicBezTo>
                  <a:cubicBezTo>
                    <a:pt x="67767" y="43597"/>
                    <a:pt x="68383" y="43807"/>
                    <a:pt x="68988" y="43807"/>
                  </a:cubicBezTo>
                  <a:cubicBezTo>
                    <a:pt x="70289" y="43807"/>
                    <a:pt x="71538" y="42833"/>
                    <a:pt x="71651" y="41330"/>
                  </a:cubicBezTo>
                  <a:cubicBezTo>
                    <a:pt x="71818" y="38961"/>
                    <a:pt x="72218" y="36326"/>
                    <a:pt x="72986" y="34125"/>
                  </a:cubicBezTo>
                  <a:cubicBezTo>
                    <a:pt x="73319" y="33091"/>
                    <a:pt x="73052" y="31956"/>
                    <a:pt x="72252" y="31256"/>
                  </a:cubicBezTo>
                  <a:cubicBezTo>
                    <a:pt x="56274" y="16712"/>
                    <a:pt x="11275" y="0"/>
                    <a:pt x="10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0" name="Google Shape;4680;p22"/>
            <p:cNvSpPr/>
            <p:nvPr/>
          </p:nvSpPr>
          <p:spPr>
            <a:xfrm>
              <a:off x="3874575" y="3072363"/>
              <a:ext cx="1687900" cy="1388950"/>
            </a:xfrm>
            <a:custGeom>
              <a:avLst/>
              <a:gdLst/>
              <a:ahLst/>
              <a:cxnLst/>
              <a:rect l="l" t="t" r="r" b="b"/>
              <a:pathLst>
                <a:path w="67516" h="55558" extrusionOk="0">
                  <a:moveTo>
                    <a:pt x="67" y="0"/>
                  </a:moveTo>
                  <a:cubicBezTo>
                    <a:pt x="34" y="67"/>
                    <a:pt x="34" y="33"/>
                    <a:pt x="0" y="67"/>
                  </a:cubicBezTo>
                  <a:cubicBezTo>
                    <a:pt x="16979" y="16979"/>
                    <a:pt x="36593" y="38361"/>
                    <a:pt x="44466" y="54072"/>
                  </a:cubicBezTo>
                  <a:cubicBezTo>
                    <a:pt x="44945" y="55049"/>
                    <a:pt x="45883" y="55558"/>
                    <a:pt x="46835" y="55558"/>
                  </a:cubicBezTo>
                  <a:cubicBezTo>
                    <a:pt x="47605" y="55558"/>
                    <a:pt x="48384" y="55225"/>
                    <a:pt x="48935" y="54539"/>
                  </a:cubicBezTo>
                  <a:cubicBezTo>
                    <a:pt x="53238" y="49135"/>
                    <a:pt x="58676" y="46367"/>
                    <a:pt x="64080" y="46033"/>
                  </a:cubicBezTo>
                  <a:cubicBezTo>
                    <a:pt x="66481" y="45900"/>
                    <a:pt x="67515" y="42931"/>
                    <a:pt x="65681" y="41363"/>
                  </a:cubicBezTo>
                  <a:cubicBezTo>
                    <a:pt x="49936" y="28053"/>
                    <a:pt x="22650" y="11508"/>
                    <a:pt x="6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1" name="Google Shape;4681;p22"/>
            <p:cNvSpPr/>
            <p:nvPr/>
          </p:nvSpPr>
          <p:spPr>
            <a:xfrm>
              <a:off x="3833700" y="3074013"/>
              <a:ext cx="1148675" cy="1546025"/>
            </a:xfrm>
            <a:custGeom>
              <a:avLst/>
              <a:gdLst/>
              <a:ahLst/>
              <a:cxnLst/>
              <a:rect l="l" t="t" r="r" b="b"/>
              <a:pathLst>
                <a:path w="45947" h="61841" extrusionOk="0">
                  <a:moveTo>
                    <a:pt x="1635" y="1"/>
                  </a:moveTo>
                  <a:cubicBezTo>
                    <a:pt x="1602" y="34"/>
                    <a:pt x="1569" y="34"/>
                    <a:pt x="1502" y="34"/>
                  </a:cubicBezTo>
                  <a:cubicBezTo>
                    <a:pt x="1402" y="168"/>
                    <a:pt x="1302" y="334"/>
                    <a:pt x="1168" y="501"/>
                  </a:cubicBezTo>
                  <a:cubicBezTo>
                    <a:pt x="301" y="17547"/>
                    <a:pt x="1" y="38995"/>
                    <a:pt x="1869" y="59443"/>
                  </a:cubicBezTo>
                  <a:cubicBezTo>
                    <a:pt x="1989" y="60884"/>
                    <a:pt x="3215" y="61841"/>
                    <a:pt x="4515" y="61841"/>
                  </a:cubicBezTo>
                  <a:cubicBezTo>
                    <a:pt x="5021" y="61841"/>
                    <a:pt x="5538" y="61696"/>
                    <a:pt x="6005" y="61378"/>
                  </a:cubicBezTo>
                  <a:cubicBezTo>
                    <a:pt x="12280" y="57075"/>
                    <a:pt x="22400" y="54418"/>
                    <a:pt x="31722" y="54418"/>
                  </a:cubicBezTo>
                  <a:cubicBezTo>
                    <a:pt x="35335" y="54418"/>
                    <a:pt x="38828" y="54817"/>
                    <a:pt x="41931" y="55674"/>
                  </a:cubicBezTo>
                  <a:cubicBezTo>
                    <a:pt x="42172" y="55738"/>
                    <a:pt x="42409" y="55768"/>
                    <a:pt x="42637" y="55768"/>
                  </a:cubicBezTo>
                  <a:cubicBezTo>
                    <a:pt x="44562" y="55768"/>
                    <a:pt x="45947" y="53653"/>
                    <a:pt x="44933" y="51805"/>
                  </a:cubicBezTo>
                  <a:cubicBezTo>
                    <a:pt x="36427" y="36360"/>
                    <a:pt x="17847" y="16112"/>
                    <a:pt x="163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682" name="Google Shape;4682;p22"/>
            <p:cNvGrpSpPr/>
            <p:nvPr/>
          </p:nvGrpSpPr>
          <p:grpSpPr>
            <a:xfrm>
              <a:off x="2087475" y="2783813"/>
              <a:ext cx="3624275" cy="1836225"/>
              <a:chOff x="112275" y="2665738"/>
              <a:chExt cx="3624275" cy="1836225"/>
            </a:xfrm>
          </p:grpSpPr>
          <p:sp>
            <p:nvSpPr>
              <p:cNvPr id="4683" name="Google Shape;4683;p22"/>
              <p:cNvSpPr/>
              <p:nvPr/>
            </p:nvSpPr>
            <p:spPr>
              <a:xfrm>
                <a:off x="112275" y="2948438"/>
                <a:ext cx="1777125" cy="1163775"/>
              </a:xfrm>
              <a:custGeom>
                <a:avLst/>
                <a:gdLst/>
                <a:ahLst/>
                <a:cxnLst/>
                <a:rect l="l" t="t" r="r" b="b"/>
                <a:pathLst>
                  <a:path w="71085" h="46551" extrusionOk="0">
                    <a:moveTo>
                      <a:pt x="71051" y="1"/>
                    </a:moveTo>
                    <a:cubicBezTo>
                      <a:pt x="59209" y="601"/>
                      <a:pt x="18213" y="15879"/>
                      <a:pt x="1301" y="29722"/>
                    </a:cubicBezTo>
                    <a:cubicBezTo>
                      <a:pt x="100" y="30723"/>
                      <a:pt x="0" y="32524"/>
                      <a:pt x="1101" y="33625"/>
                    </a:cubicBezTo>
                    <a:cubicBezTo>
                      <a:pt x="3569" y="36060"/>
                      <a:pt x="5371" y="39762"/>
                      <a:pt x="5904" y="44166"/>
                    </a:cubicBezTo>
                    <a:cubicBezTo>
                      <a:pt x="6057" y="45630"/>
                      <a:pt x="7285" y="46551"/>
                      <a:pt x="8555" y="46551"/>
                    </a:cubicBezTo>
                    <a:cubicBezTo>
                      <a:pt x="9222" y="46551"/>
                      <a:pt x="9901" y="46296"/>
                      <a:pt x="10441" y="45733"/>
                    </a:cubicBezTo>
                    <a:cubicBezTo>
                      <a:pt x="24151" y="31390"/>
                      <a:pt x="50203" y="12610"/>
                      <a:pt x="71051" y="568"/>
                    </a:cubicBezTo>
                    <a:cubicBezTo>
                      <a:pt x="71051" y="401"/>
                      <a:pt x="71051" y="201"/>
                      <a:pt x="71084" y="1"/>
                    </a:cubicBezTo>
                    <a:close/>
                  </a:path>
                </a:pathLst>
              </a:custGeom>
              <a:solidFill>
                <a:srgbClr val="191919">
                  <a:alpha val="284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84" name="Google Shape;4684;p22"/>
              <p:cNvSpPr/>
              <p:nvPr/>
            </p:nvSpPr>
            <p:spPr>
              <a:xfrm>
                <a:off x="360775" y="2962613"/>
                <a:ext cx="1529450" cy="1427300"/>
              </a:xfrm>
              <a:custGeom>
                <a:avLst/>
                <a:gdLst/>
                <a:ahLst/>
                <a:cxnLst/>
                <a:rect l="l" t="t" r="r" b="b"/>
                <a:pathLst>
                  <a:path w="61178" h="57092" extrusionOk="0">
                    <a:moveTo>
                      <a:pt x="61111" y="1"/>
                    </a:moveTo>
                    <a:cubicBezTo>
                      <a:pt x="40830" y="11709"/>
                      <a:pt x="15678" y="29789"/>
                      <a:pt x="1668" y="43932"/>
                    </a:cubicBezTo>
                    <a:cubicBezTo>
                      <a:pt x="1" y="45633"/>
                      <a:pt x="1235" y="48435"/>
                      <a:pt x="3603" y="48435"/>
                    </a:cubicBezTo>
                    <a:cubicBezTo>
                      <a:pt x="10441" y="48469"/>
                      <a:pt x="18947" y="51604"/>
                      <a:pt x="23250" y="56208"/>
                    </a:cubicBezTo>
                    <a:cubicBezTo>
                      <a:pt x="23794" y="56806"/>
                      <a:pt x="24517" y="57091"/>
                      <a:pt x="25231" y="57091"/>
                    </a:cubicBezTo>
                    <a:cubicBezTo>
                      <a:pt x="26228" y="57091"/>
                      <a:pt x="27207" y="56537"/>
                      <a:pt x="27654" y="55507"/>
                    </a:cubicBezTo>
                    <a:cubicBezTo>
                      <a:pt x="34525" y="39529"/>
                      <a:pt x="48001" y="18180"/>
                      <a:pt x="61178" y="101"/>
                    </a:cubicBezTo>
                    <a:cubicBezTo>
                      <a:pt x="61144" y="34"/>
                      <a:pt x="61144" y="67"/>
                      <a:pt x="61111" y="1"/>
                    </a:cubicBezTo>
                    <a:close/>
                  </a:path>
                </a:pathLst>
              </a:custGeom>
              <a:solidFill>
                <a:srgbClr val="191919">
                  <a:alpha val="189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85" name="Google Shape;4685;p22"/>
              <p:cNvSpPr/>
              <p:nvPr/>
            </p:nvSpPr>
            <p:spPr>
              <a:xfrm>
                <a:off x="1047450" y="2968463"/>
                <a:ext cx="858600" cy="1520275"/>
              </a:xfrm>
              <a:custGeom>
                <a:avLst/>
                <a:gdLst/>
                <a:ahLst/>
                <a:cxnLst/>
                <a:rect l="l" t="t" r="r" b="b"/>
                <a:pathLst>
                  <a:path w="34344" h="60811" extrusionOk="0">
                    <a:moveTo>
                      <a:pt x="33610" y="0"/>
                    </a:moveTo>
                    <a:lnTo>
                      <a:pt x="33610" y="0"/>
                    </a:lnTo>
                    <a:cubicBezTo>
                      <a:pt x="20868" y="17479"/>
                      <a:pt x="7859" y="38027"/>
                      <a:pt x="820" y="53805"/>
                    </a:cubicBezTo>
                    <a:cubicBezTo>
                      <a:pt x="1" y="55627"/>
                      <a:pt x="1392" y="57532"/>
                      <a:pt x="3259" y="57532"/>
                    </a:cubicBezTo>
                    <a:cubicBezTo>
                      <a:pt x="3442" y="57532"/>
                      <a:pt x="3631" y="57514"/>
                      <a:pt x="3823" y="57475"/>
                    </a:cubicBezTo>
                    <a:cubicBezTo>
                      <a:pt x="5960" y="57013"/>
                      <a:pt x="8473" y="56796"/>
                      <a:pt x="11131" y="56796"/>
                    </a:cubicBezTo>
                    <a:cubicBezTo>
                      <a:pt x="17887" y="56796"/>
                      <a:pt x="25582" y="58197"/>
                      <a:pt x="30442" y="60543"/>
                    </a:cubicBezTo>
                    <a:cubicBezTo>
                      <a:pt x="30815" y="60727"/>
                      <a:pt x="31200" y="60811"/>
                      <a:pt x="31574" y="60811"/>
                    </a:cubicBezTo>
                    <a:cubicBezTo>
                      <a:pt x="33038" y="60811"/>
                      <a:pt x="34344" y="59529"/>
                      <a:pt x="34211" y="57908"/>
                    </a:cubicBezTo>
                    <a:cubicBezTo>
                      <a:pt x="32443" y="37794"/>
                      <a:pt x="32777" y="16745"/>
                      <a:pt x="33610" y="0"/>
                    </a:cubicBezTo>
                    <a:close/>
                  </a:path>
                </a:pathLst>
              </a:custGeom>
              <a:solidFill>
                <a:srgbClr val="191919">
                  <a:alpha val="150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86" name="Google Shape;4686;p22"/>
              <p:cNvSpPr/>
              <p:nvPr/>
            </p:nvSpPr>
            <p:spPr>
              <a:xfrm>
                <a:off x="1903550" y="2947613"/>
                <a:ext cx="1833000" cy="1095200"/>
              </a:xfrm>
              <a:custGeom>
                <a:avLst/>
                <a:gdLst/>
                <a:ahLst/>
                <a:cxnLst/>
                <a:rect l="l" t="t" r="r" b="b"/>
                <a:pathLst>
                  <a:path w="73320" h="43808" extrusionOk="0">
                    <a:moveTo>
                      <a:pt x="100" y="0"/>
                    </a:moveTo>
                    <a:lnTo>
                      <a:pt x="0" y="334"/>
                    </a:lnTo>
                    <a:cubicBezTo>
                      <a:pt x="23450" y="12276"/>
                      <a:pt x="51837" y="29588"/>
                      <a:pt x="67248" y="43131"/>
                    </a:cubicBezTo>
                    <a:cubicBezTo>
                      <a:pt x="67767" y="43597"/>
                      <a:pt x="68383" y="43807"/>
                      <a:pt x="68988" y="43807"/>
                    </a:cubicBezTo>
                    <a:cubicBezTo>
                      <a:pt x="70289" y="43807"/>
                      <a:pt x="71538" y="42833"/>
                      <a:pt x="71651" y="41330"/>
                    </a:cubicBezTo>
                    <a:cubicBezTo>
                      <a:pt x="71818" y="38961"/>
                      <a:pt x="72218" y="36326"/>
                      <a:pt x="72986" y="34125"/>
                    </a:cubicBezTo>
                    <a:cubicBezTo>
                      <a:pt x="73319" y="33091"/>
                      <a:pt x="73052" y="31956"/>
                      <a:pt x="72252" y="31256"/>
                    </a:cubicBezTo>
                    <a:cubicBezTo>
                      <a:pt x="56274" y="16712"/>
                      <a:pt x="11275" y="0"/>
                      <a:pt x="100" y="0"/>
                    </a:cubicBezTo>
                    <a:close/>
                  </a:path>
                </a:pathLst>
              </a:custGeom>
              <a:solidFill>
                <a:srgbClr val="191919">
                  <a:alpha val="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87" name="Google Shape;4687;p22"/>
              <p:cNvSpPr/>
              <p:nvPr/>
            </p:nvSpPr>
            <p:spPr>
              <a:xfrm>
                <a:off x="1899375" y="2954288"/>
                <a:ext cx="1687900" cy="1388950"/>
              </a:xfrm>
              <a:custGeom>
                <a:avLst/>
                <a:gdLst/>
                <a:ahLst/>
                <a:cxnLst/>
                <a:rect l="l" t="t" r="r" b="b"/>
                <a:pathLst>
                  <a:path w="67516" h="55558" extrusionOk="0">
                    <a:moveTo>
                      <a:pt x="67" y="0"/>
                    </a:moveTo>
                    <a:cubicBezTo>
                      <a:pt x="34" y="67"/>
                      <a:pt x="34" y="33"/>
                      <a:pt x="0" y="67"/>
                    </a:cubicBezTo>
                    <a:cubicBezTo>
                      <a:pt x="16979" y="16979"/>
                      <a:pt x="36593" y="38361"/>
                      <a:pt x="44466" y="54072"/>
                    </a:cubicBezTo>
                    <a:cubicBezTo>
                      <a:pt x="44945" y="55049"/>
                      <a:pt x="45883" y="55558"/>
                      <a:pt x="46835" y="55558"/>
                    </a:cubicBezTo>
                    <a:cubicBezTo>
                      <a:pt x="47605" y="55558"/>
                      <a:pt x="48384" y="55225"/>
                      <a:pt x="48935" y="54539"/>
                    </a:cubicBezTo>
                    <a:cubicBezTo>
                      <a:pt x="53238" y="49135"/>
                      <a:pt x="58676" y="46367"/>
                      <a:pt x="64080" y="46033"/>
                    </a:cubicBezTo>
                    <a:cubicBezTo>
                      <a:pt x="66481" y="45900"/>
                      <a:pt x="67515" y="42931"/>
                      <a:pt x="65681" y="41363"/>
                    </a:cubicBezTo>
                    <a:cubicBezTo>
                      <a:pt x="49936" y="28053"/>
                      <a:pt x="22650" y="11508"/>
                      <a:pt x="67" y="0"/>
                    </a:cubicBezTo>
                    <a:close/>
                  </a:path>
                </a:pathLst>
              </a:custGeom>
              <a:solidFill>
                <a:srgbClr val="191919">
                  <a:alpha val="61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88" name="Google Shape;4688;p22"/>
              <p:cNvSpPr/>
              <p:nvPr/>
            </p:nvSpPr>
            <p:spPr>
              <a:xfrm>
                <a:off x="1858500" y="2955938"/>
                <a:ext cx="1148675" cy="1546025"/>
              </a:xfrm>
              <a:custGeom>
                <a:avLst/>
                <a:gdLst/>
                <a:ahLst/>
                <a:cxnLst/>
                <a:rect l="l" t="t" r="r" b="b"/>
                <a:pathLst>
                  <a:path w="45947" h="61841" extrusionOk="0">
                    <a:moveTo>
                      <a:pt x="1635" y="1"/>
                    </a:moveTo>
                    <a:cubicBezTo>
                      <a:pt x="1602" y="34"/>
                      <a:pt x="1569" y="34"/>
                      <a:pt x="1502" y="34"/>
                    </a:cubicBezTo>
                    <a:cubicBezTo>
                      <a:pt x="1402" y="168"/>
                      <a:pt x="1302" y="334"/>
                      <a:pt x="1168" y="501"/>
                    </a:cubicBezTo>
                    <a:cubicBezTo>
                      <a:pt x="301" y="17547"/>
                      <a:pt x="1" y="38995"/>
                      <a:pt x="1869" y="59443"/>
                    </a:cubicBezTo>
                    <a:cubicBezTo>
                      <a:pt x="1989" y="60884"/>
                      <a:pt x="3215" y="61841"/>
                      <a:pt x="4515" y="61841"/>
                    </a:cubicBezTo>
                    <a:cubicBezTo>
                      <a:pt x="5021" y="61841"/>
                      <a:pt x="5538" y="61696"/>
                      <a:pt x="6005" y="61378"/>
                    </a:cubicBezTo>
                    <a:cubicBezTo>
                      <a:pt x="12280" y="57075"/>
                      <a:pt x="22400" y="54418"/>
                      <a:pt x="31722" y="54418"/>
                    </a:cubicBezTo>
                    <a:cubicBezTo>
                      <a:pt x="35335" y="54418"/>
                      <a:pt x="38828" y="54817"/>
                      <a:pt x="41931" y="55674"/>
                    </a:cubicBezTo>
                    <a:cubicBezTo>
                      <a:pt x="42172" y="55738"/>
                      <a:pt x="42409" y="55768"/>
                      <a:pt x="42637" y="55768"/>
                    </a:cubicBezTo>
                    <a:cubicBezTo>
                      <a:pt x="44562" y="55768"/>
                      <a:pt x="45947" y="53653"/>
                      <a:pt x="44933" y="51805"/>
                    </a:cubicBezTo>
                    <a:cubicBezTo>
                      <a:pt x="36427" y="36360"/>
                      <a:pt x="17847" y="16112"/>
                      <a:pt x="1635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89" name="Google Shape;4689;p22"/>
              <p:cNvSpPr/>
              <p:nvPr/>
            </p:nvSpPr>
            <p:spPr>
              <a:xfrm>
                <a:off x="112275" y="2948438"/>
                <a:ext cx="2249125" cy="1553525"/>
              </a:xfrm>
              <a:custGeom>
                <a:avLst/>
                <a:gdLst/>
                <a:ahLst/>
                <a:cxnLst/>
                <a:rect l="l" t="t" r="r" b="b"/>
                <a:pathLst>
                  <a:path w="89965" h="62141" extrusionOk="0">
                    <a:moveTo>
                      <a:pt x="71585" y="58242"/>
                    </a:moveTo>
                    <a:lnTo>
                      <a:pt x="71585" y="58242"/>
                    </a:lnTo>
                    <a:cubicBezTo>
                      <a:pt x="71590" y="58323"/>
                      <a:pt x="71595" y="58404"/>
                      <a:pt x="71601" y="58485"/>
                    </a:cubicBezTo>
                    <a:lnTo>
                      <a:pt x="71601" y="58485"/>
                    </a:lnTo>
                    <a:cubicBezTo>
                      <a:pt x="71593" y="58407"/>
                      <a:pt x="71585" y="58324"/>
                      <a:pt x="71585" y="58242"/>
                    </a:cubicBezTo>
                    <a:close/>
                    <a:moveTo>
                      <a:pt x="71017" y="1"/>
                    </a:moveTo>
                    <a:lnTo>
                      <a:pt x="71017" y="1"/>
                    </a:lnTo>
                    <a:cubicBezTo>
                      <a:pt x="59142" y="634"/>
                      <a:pt x="18180" y="15879"/>
                      <a:pt x="1301" y="29722"/>
                    </a:cubicBezTo>
                    <a:cubicBezTo>
                      <a:pt x="100" y="30723"/>
                      <a:pt x="0" y="32524"/>
                      <a:pt x="1101" y="33625"/>
                    </a:cubicBezTo>
                    <a:cubicBezTo>
                      <a:pt x="3569" y="36060"/>
                      <a:pt x="5371" y="39762"/>
                      <a:pt x="5871" y="44166"/>
                    </a:cubicBezTo>
                    <a:cubicBezTo>
                      <a:pt x="6046" y="45630"/>
                      <a:pt x="7281" y="46551"/>
                      <a:pt x="8544" y="46551"/>
                    </a:cubicBezTo>
                    <a:cubicBezTo>
                      <a:pt x="9208" y="46551"/>
                      <a:pt x="9879" y="46296"/>
                      <a:pt x="10408" y="45733"/>
                    </a:cubicBezTo>
                    <a:cubicBezTo>
                      <a:pt x="10808" y="45333"/>
                      <a:pt x="11208" y="44933"/>
                      <a:pt x="11608" y="44532"/>
                    </a:cubicBezTo>
                    <a:lnTo>
                      <a:pt x="11608" y="44532"/>
                    </a:lnTo>
                    <a:cubicBezTo>
                      <a:pt x="9974" y="46200"/>
                      <a:pt x="11175" y="49002"/>
                      <a:pt x="13543" y="49002"/>
                    </a:cubicBezTo>
                    <a:cubicBezTo>
                      <a:pt x="20381" y="49036"/>
                      <a:pt x="28887" y="52171"/>
                      <a:pt x="33190" y="56775"/>
                    </a:cubicBezTo>
                    <a:cubicBezTo>
                      <a:pt x="33734" y="57373"/>
                      <a:pt x="34457" y="57658"/>
                      <a:pt x="35171" y="57658"/>
                    </a:cubicBezTo>
                    <a:cubicBezTo>
                      <a:pt x="36168" y="57658"/>
                      <a:pt x="37147" y="57104"/>
                      <a:pt x="37594" y="56074"/>
                    </a:cubicBezTo>
                    <a:cubicBezTo>
                      <a:pt x="37794" y="55574"/>
                      <a:pt x="37994" y="55107"/>
                      <a:pt x="38227" y="54606"/>
                    </a:cubicBezTo>
                    <a:lnTo>
                      <a:pt x="38227" y="54606"/>
                    </a:lnTo>
                    <a:cubicBezTo>
                      <a:pt x="37408" y="56428"/>
                      <a:pt x="38799" y="58333"/>
                      <a:pt x="40666" y="58333"/>
                    </a:cubicBezTo>
                    <a:cubicBezTo>
                      <a:pt x="40849" y="58333"/>
                      <a:pt x="41038" y="58315"/>
                      <a:pt x="41230" y="58276"/>
                    </a:cubicBezTo>
                    <a:cubicBezTo>
                      <a:pt x="43367" y="57814"/>
                      <a:pt x="45880" y="57597"/>
                      <a:pt x="48538" y="57597"/>
                    </a:cubicBezTo>
                    <a:cubicBezTo>
                      <a:pt x="55294" y="57597"/>
                      <a:pt x="62989" y="58998"/>
                      <a:pt x="67849" y="61344"/>
                    </a:cubicBezTo>
                    <a:cubicBezTo>
                      <a:pt x="68217" y="61519"/>
                      <a:pt x="68597" y="61599"/>
                      <a:pt x="68967" y="61599"/>
                    </a:cubicBezTo>
                    <a:cubicBezTo>
                      <a:pt x="70405" y="61599"/>
                      <a:pt x="71694" y="60389"/>
                      <a:pt x="71625" y="58814"/>
                    </a:cubicBezTo>
                    <a:lnTo>
                      <a:pt x="71625" y="58814"/>
                    </a:lnTo>
                    <a:cubicBezTo>
                      <a:pt x="71648" y="59124"/>
                      <a:pt x="71677" y="59434"/>
                      <a:pt x="71718" y="59743"/>
                    </a:cubicBezTo>
                    <a:cubicBezTo>
                      <a:pt x="71838" y="61184"/>
                      <a:pt x="73064" y="62141"/>
                      <a:pt x="74364" y="62141"/>
                    </a:cubicBezTo>
                    <a:cubicBezTo>
                      <a:pt x="74870" y="62141"/>
                      <a:pt x="75387" y="61996"/>
                      <a:pt x="75854" y="61678"/>
                    </a:cubicBezTo>
                    <a:cubicBezTo>
                      <a:pt x="79557" y="59143"/>
                      <a:pt x="84560" y="57175"/>
                      <a:pt x="89964" y="56007"/>
                    </a:cubicBezTo>
                    <a:cubicBezTo>
                      <a:pt x="89764" y="55974"/>
                      <a:pt x="89531" y="55874"/>
                      <a:pt x="89331" y="55774"/>
                    </a:cubicBezTo>
                    <a:cubicBezTo>
                      <a:pt x="84466" y="53426"/>
                      <a:pt x="76762" y="52041"/>
                      <a:pt x="70001" y="52041"/>
                    </a:cubicBezTo>
                    <a:cubicBezTo>
                      <a:pt x="67350" y="52041"/>
                      <a:pt x="64844" y="52254"/>
                      <a:pt x="62712" y="52705"/>
                    </a:cubicBezTo>
                    <a:cubicBezTo>
                      <a:pt x="62205" y="52816"/>
                      <a:pt x="61561" y="52870"/>
                      <a:pt x="60853" y="52870"/>
                    </a:cubicBezTo>
                    <a:cubicBezTo>
                      <a:pt x="58578" y="52870"/>
                      <a:pt x="55657" y="52306"/>
                      <a:pt x="54639" y="51237"/>
                    </a:cubicBezTo>
                    <a:cubicBezTo>
                      <a:pt x="50369" y="46601"/>
                      <a:pt x="41830" y="43498"/>
                      <a:pt x="35025" y="43465"/>
                    </a:cubicBezTo>
                    <a:cubicBezTo>
                      <a:pt x="32657" y="43465"/>
                      <a:pt x="27620" y="40863"/>
                      <a:pt x="27353" y="38628"/>
                    </a:cubicBezTo>
                    <a:cubicBezTo>
                      <a:pt x="26853" y="34225"/>
                      <a:pt x="25051" y="30522"/>
                      <a:pt x="22550" y="28054"/>
                    </a:cubicBezTo>
                    <a:cubicBezTo>
                      <a:pt x="21449" y="26987"/>
                      <a:pt x="21582" y="25152"/>
                      <a:pt x="22783" y="24185"/>
                    </a:cubicBezTo>
                    <a:cubicBezTo>
                      <a:pt x="33624" y="15278"/>
                      <a:pt x="54406" y="5805"/>
                      <a:pt x="71017" y="1"/>
                    </a:cubicBezTo>
                    <a:close/>
                  </a:path>
                </a:pathLst>
              </a:custGeom>
              <a:solidFill>
                <a:srgbClr val="191919">
                  <a:alpha val="284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90" name="Google Shape;4690;p22"/>
              <p:cNvSpPr/>
              <p:nvPr/>
            </p:nvSpPr>
            <p:spPr>
              <a:xfrm>
                <a:off x="1820150" y="2665738"/>
                <a:ext cx="184325" cy="255200"/>
              </a:xfrm>
              <a:custGeom>
                <a:avLst/>
                <a:gdLst/>
                <a:ahLst/>
                <a:cxnLst/>
                <a:rect l="l" t="t" r="r" b="b"/>
                <a:pathLst>
                  <a:path w="7373" h="10208" extrusionOk="0">
                    <a:moveTo>
                      <a:pt x="3670" y="0"/>
                    </a:moveTo>
                    <a:cubicBezTo>
                      <a:pt x="1835" y="0"/>
                      <a:pt x="1" y="10208"/>
                      <a:pt x="1" y="10208"/>
                    </a:cubicBezTo>
                    <a:lnTo>
                      <a:pt x="7372" y="10208"/>
                    </a:lnTo>
                    <a:cubicBezTo>
                      <a:pt x="7372" y="10208"/>
                      <a:pt x="5538" y="0"/>
                      <a:pt x="36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91" name="Google Shape;4691;p22"/>
              <p:cNvSpPr/>
              <p:nvPr/>
            </p:nvSpPr>
            <p:spPr>
              <a:xfrm>
                <a:off x="1765100" y="2865038"/>
                <a:ext cx="293575" cy="111775"/>
              </a:xfrm>
              <a:custGeom>
                <a:avLst/>
                <a:gdLst/>
                <a:ahLst/>
                <a:cxnLst/>
                <a:rect l="l" t="t" r="r" b="b"/>
                <a:pathLst>
                  <a:path w="11743" h="4471" extrusionOk="0">
                    <a:moveTo>
                      <a:pt x="2002" y="1"/>
                    </a:moveTo>
                    <a:cubicBezTo>
                      <a:pt x="902" y="1"/>
                      <a:pt x="1" y="902"/>
                      <a:pt x="1" y="2002"/>
                    </a:cubicBezTo>
                    <a:lnTo>
                      <a:pt x="1" y="2469"/>
                    </a:lnTo>
                    <a:cubicBezTo>
                      <a:pt x="1" y="3570"/>
                      <a:pt x="902" y="4471"/>
                      <a:pt x="2002" y="4471"/>
                    </a:cubicBezTo>
                    <a:lnTo>
                      <a:pt x="9741" y="4471"/>
                    </a:lnTo>
                    <a:cubicBezTo>
                      <a:pt x="10875" y="4471"/>
                      <a:pt x="11743" y="3570"/>
                      <a:pt x="11743" y="2469"/>
                    </a:cubicBezTo>
                    <a:lnTo>
                      <a:pt x="11743" y="2002"/>
                    </a:lnTo>
                    <a:cubicBezTo>
                      <a:pt x="11743" y="902"/>
                      <a:pt x="10875" y="1"/>
                      <a:pt x="974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3_1">
    <p:spTree>
      <p:nvGrpSpPr>
        <p:cNvPr id="1" name="Shape 5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03" name="Google Shape;5103;p25"/>
          <p:cNvGrpSpPr/>
          <p:nvPr/>
        </p:nvGrpSpPr>
        <p:grpSpPr>
          <a:xfrm>
            <a:off x="50125" y="0"/>
            <a:ext cx="8858300" cy="5317875"/>
            <a:chOff x="50125" y="0"/>
            <a:chExt cx="8858300" cy="5317875"/>
          </a:xfrm>
        </p:grpSpPr>
        <p:sp>
          <p:nvSpPr>
            <p:cNvPr id="5104" name="Google Shape;5104;p25"/>
            <p:cNvSpPr/>
            <p:nvPr/>
          </p:nvSpPr>
          <p:spPr>
            <a:xfrm>
              <a:off x="1626250" y="15512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0"/>
                  </a:moveTo>
                  <a:cubicBezTo>
                    <a:pt x="2001" y="1702"/>
                    <a:pt x="0" y="6505"/>
                    <a:pt x="2569" y="6505"/>
                  </a:cubicBezTo>
                  <a:cubicBezTo>
                    <a:pt x="5137" y="6505"/>
                    <a:pt x="3236" y="1802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5" name="Google Shape;5105;p25"/>
            <p:cNvSpPr/>
            <p:nvPr/>
          </p:nvSpPr>
          <p:spPr>
            <a:xfrm>
              <a:off x="3958725" y="519550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0"/>
                  </a:moveTo>
                  <a:cubicBezTo>
                    <a:pt x="1969" y="1668"/>
                    <a:pt x="1" y="6505"/>
                    <a:pt x="2569" y="6505"/>
                  </a:cubicBezTo>
                  <a:cubicBezTo>
                    <a:pt x="5138" y="6505"/>
                    <a:pt x="3237" y="1802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6" name="Google Shape;5106;p25"/>
            <p:cNvSpPr/>
            <p:nvPr/>
          </p:nvSpPr>
          <p:spPr>
            <a:xfrm>
              <a:off x="1291000" y="1710400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36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7" name="Google Shape;5107;p25"/>
            <p:cNvSpPr/>
            <p:nvPr/>
          </p:nvSpPr>
          <p:spPr>
            <a:xfrm>
              <a:off x="447900" y="0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8" name="Google Shape;5108;p25"/>
            <p:cNvSpPr/>
            <p:nvPr/>
          </p:nvSpPr>
          <p:spPr>
            <a:xfrm>
              <a:off x="50125" y="1522775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2001" y="1701"/>
                    <a:pt x="0" y="6505"/>
                    <a:pt x="2569" y="6505"/>
                  </a:cubicBezTo>
                  <a:cubicBezTo>
                    <a:pt x="5137" y="6505"/>
                    <a:pt x="3269" y="1801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9" name="Google Shape;5109;p25"/>
            <p:cNvSpPr/>
            <p:nvPr/>
          </p:nvSpPr>
          <p:spPr>
            <a:xfrm>
              <a:off x="2361775" y="311075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1968" y="1668"/>
                    <a:pt x="0" y="6505"/>
                    <a:pt x="2569" y="6505"/>
                  </a:cubicBezTo>
                  <a:cubicBezTo>
                    <a:pt x="5137" y="6505"/>
                    <a:pt x="3236" y="1801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0" name="Google Shape;5110;p25"/>
            <p:cNvSpPr/>
            <p:nvPr/>
          </p:nvSpPr>
          <p:spPr>
            <a:xfrm>
              <a:off x="1150075" y="229350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0"/>
                  </a:moveTo>
                  <a:cubicBezTo>
                    <a:pt x="2002" y="1701"/>
                    <a:pt x="0" y="6538"/>
                    <a:pt x="2569" y="6538"/>
                  </a:cubicBezTo>
                  <a:cubicBezTo>
                    <a:pt x="5137" y="6538"/>
                    <a:pt x="3269" y="1801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1" name="Google Shape;5111;p25"/>
            <p:cNvSpPr/>
            <p:nvPr/>
          </p:nvSpPr>
          <p:spPr>
            <a:xfrm>
              <a:off x="3177350" y="203500"/>
              <a:ext cx="131775" cy="167625"/>
            </a:xfrm>
            <a:custGeom>
              <a:avLst/>
              <a:gdLst/>
              <a:ahLst/>
              <a:cxnLst/>
              <a:rect l="l" t="t" r="r" b="b"/>
              <a:pathLst>
                <a:path w="5271" h="6705" extrusionOk="0">
                  <a:moveTo>
                    <a:pt x="2636" y="0"/>
                  </a:moveTo>
                  <a:cubicBezTo>
                    <a:pt x="2035" y="1735"/>
                    <a:pt x="0" y="6705"/>
                    <a:pt x="2636" y="6705"/>
                  </a:cubicBezTo>
                  <a:cubicBezTo>
                    <a:pt x="5271" y="6705"/>
                    <a:pt x="3336" y="1868"/>
                    <a:pt x="2636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2" name="Google Shape;5112;p25"/>
            <p:cNvSpPr/>
            <p:nvPr/>
          </p:nvSpPr>
          <p:spPr>
            <a:xfrm>
              <a:off x="4516625" y="287725"/>
              <a:ext cx="132625" cy="167625"/>
            </a:xfrm>
            <a:custGeom>
              <a:avLst/>
              <a:gdLst/>
              <a:ahLst/>
              <a:cxnLst/>
              <a:rect l="l" t="t" r="r" b="b"/>
              <a:pathLst>
                <a:path w="5305" h="6705" extrusionOk="0">
                  <a:moveTo>
                    <a:pt x="2670" y="0"/>
                  </a:moveTo>
                  <a:cubicBezTo>
                    <a:pt x="2069" y="1735"/>
                    <a:pt x="1" y="6705"/>
                    <a:pt x="2670" y="6705"/>
                  </a:cubicBezTo>
                  <a:cubicBezTo>
                    <a:pt x="5305" y="6705"/>
                    <a:pt x="3370" y="1835"/>
                    <a:pt x="2670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3" name="Google Shape;5113;p25"/>
            <p:cNvSpPr/>
            <p:nvPr/>
          </p:nvSpPr>
          <p:spPr>
            <a:xfrm>
              <a:off x="2141600" y="97487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702"/>
                    <a:pt x="1" y="6505"/>
                    <a:pt x="2569" y="6505"/>
                  </a:cubicBezTo>
                  <a:cubicBezTo>
                    <a:pt x="5138" y="6505"/>
                    <a:pt x="3270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4" name="Google Shape;5114;p25"/>
            <p:cNvSpPr/>
            <p:nvPr/>
          </p:nvSpPr>
          <p:spPr>
            <a:xfrm>
              <a:off x="1764675" y="1737100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2002" y="1668"/>
                    <a:pt x="0" y="6505"/>
                    <a:pt x="2569" y="6505"/>
                  </a:cubicBezTo>
                  <a:cubicBezTo>
                    <a:pt x="5137" y="6505"/>
                    <a:pt x="3269" y="1768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5" name="Google Shape;5115;p25"/>
            <p:cNvSpPr/>
            <p:nvPr/>
          </p:nvSpPr>
          <p:spPr>
            <a:xfrm>
              <a:off x="3074775" y="111997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702"/>
                    <a:pt x="0" y="6505"/>
                    <a:pt x="2569" y="6505"/>
                  </a:cubicBezTo>
                  <a:cubicBezTo>
                    <a:pt x="5137" y="6505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6" name="Google Shape;5116;p25"/>
            <p:cNvSpPr/>
            <p:nvPr/>
          </p:nvSpPr>
          <p:spPr>
            <a:xfrm>
              <a:off x="415375" y="124172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702"/>
                    <a:pt x="0" y="6505"/>
                    <a:pt x="2569" y="6505"/>
                  </a:cubicBezTo>
                  <a:cubicBezTo>
                    <a:pt x="5137" y="6505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7" name="Google Shape;5117;p25"/>
            <p:cNvSpPr/>
            <p:nvPr/>
          </p:nvSpPr>
          <p:spPr>
            <a:xfrm>
              <a:off x="380350" y="2140700"/>
              <a:ext cx="132625" cy="167650"/>
            </a:xfrm>
            <a:custGeom>
              <a:avLst/>
              <a:gdLst/>
              <a:ahLst/>
              <a:cxnLst/>
              <a:rect l="l" t="t" r="r" b="b"/>
              <a:pathLst>
                <a:path w="5305" h="6706" extrusionOk="0">
                  <a:moveTo>
                    <a:pt x="2636" y="1"/>
                  </a:moveTo>
                  <a:cubicBezTo>
                    <a:pt x="2069" y="1735"/>
                    <a:pt x="0" y="6706"/>
                    <a:pt x="2636" y="6706"/>
                  </a:cubicBezTo>
                  <a:cubicBezTo>
                    <a:pt x="5304" y="6706"/>
                    <a:pt x="3370" y="1836"/>
                    <a:pt x="2636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8" name="Google Shape;5118;p25"/>
            <p:cNvSpPr/>
            <p:nvPr/>
          </p:nvSpPr>
          <p:spPr>
            <a:xfrm>
              <a:off x="3653525" y="2276650"/>
              <a:ext cx="132625" cy="167625"/>
            </a:xfrm>
            <a:custGeom>
              <a:avLst/>
              <a:gdLst/>
              <a:ahLst/>
              <a:cxnLst/>
              <a:rect l="l" t="t" r="r" b="b"/>
              <a:pathLst>
                <a:path w="5305" h="6705" extrusionOk="0">
                  <a:moveTo>
                    <a:pt x="2669" y="0"/>
                  </a:moveTo>
                  <a:cubicBezTo>
                    <a:pt x="2068" y="1735"/>
                    <a:pt x="0" y="6705"/>
                    <a:pt x="2669" y="6705"/>
                  </a:cubicBezTo>
                  <a:cubicBezTo>
                    <a:pt x="5304" y="6705"/>
                    <a:pt x="3369" y="1868"/>
                    <a:pt x="26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9" name="Google Shape;5119;p25"/>
            <p:cNvSpPr/>
            <p:nvPr/>
          </p:nvSpPr>
          <p:spPr>
            <a:xfrm>
              <a:off x="2307550" y="155862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668"/>
                    <a:pt x="1" y="6505"/>
                    <a:pt x="2569" y="6505"/>
                  </a:cubicBezTo>
                  <a:cubicBezTo>
                    <a:pt x="5138" y="6505"/>
                    <a:pt x="3270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0" name="Google Shape;5120;p25"/>
            <p:cNvSpPr/>
            <p:nvPr/>
          </p:nvSpPr>
          <p:spPr>
            <a:xfrm>
              <a:off x="3263250" y="1710400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1" name="Google Shape;5121;p25"/>
            <p:cNvSpPr/>
            <p:nvPr/>
          </p:nvSpPr>
          <p:spPr>
            <a:xfrm>
              <a:off x="82625" y="503700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1" y="6539"/>
                    <a:pt x="2569" y="6539"/>
                  </a:cubicBezTo>
                  <a:cubicBezTo>
                    <a:pt x="5138" y="6539"/>
                    <a:pt x="3270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2" name="Google Shape;5122;p25"/>
            <p:cNvSpPr/>
            <p:nvPr/>
          </p:nvSpPr>
          <p:spPr>
            <a:xfrm>
              <a:off x="3912025" y="1474400"/>
              <a:ext cx="131800" cy="167650"/>
            </a:xfrm>
            <a:custGeom>
              <a:avLst/>
              <a:gdLst/>
              <a:ahLst/>
              <a:cxnLst/>
              <a:rect l="l" t="t" r="r" b="b"/>
              <a:pathLst>
                <a:path w="5272" h="6706" extrusionOk="0">
                  <a:moveTo>
                    <a:pt x="2636" y="0"/>
                  </a:moveTo>
                  <a:cubicBezTo>
                    <a:pt x="2036" y="1735"/>
                    <a:pt x="1" y="6705"/>
                    <a:pt x="2636" y="6705"/>
                  </a:cubicBezTo>
                  <a:cubicBezTo>
                    <a:pt x="5271" y="6705"/>
                    <a:pt x="3337" y="1868"/>
                    <a:pt x="2636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3" name="Google Shape;5123;p25"/>
            <p:cNvSpPr/>
            <p:nvPr/>
          </p:nvSpPr>
          <p:spPr>
            <a:xfrm>
              <a:off x="4092800" y="1049300"/>
              <a:ext cx="132600" cy="167650"/>
            </a:xfrm>
            <a:custGeom>
              <a:avLst/>
              <a:gdLst/>
              <a:ahLst/>
              <a:cxnLst/>
              <a:rect l="l" t="t" r="r" b="b"/>
              <a:pathLst>
                <a:path w="5304" h="6706" extrusionOk="0">
                  <a:moveTo>
                    <a:pt x="2669" y="1"/>
                  </a:moveTo>
                  <a:cubicBezTo>
                    <a:pt x="2068" y="1735"/>
                    <a:pt x="0" y="6705"/>
                    <a:pt x="2669" y="6705"/>
                  </a:cubicBezTo>
                  <a:cubicBezTo>
                    <a:pt x="5304" y="6705"/>
                    <a:pt x="3369" y="1835"/>
                    <a:pt x="26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4" name="Google Shape;5124;p25"/>
            <p:cNvSpPr/>
            <p:nvPr/>
          </p:nvSpPr>
          <p:spPr>
            <a:xfrm>
              <a:off x="2616950" y="174042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0"/>
                  </a:moveTo>
                  <a:cubicBezTo>
                    <a:pt x="2002" y="1702"/>
                    <a:pt x="0" y="6505"/>
                    <a:pt x="2569" y="6505"/>
                  </a:cubicBezTo>
                  <a:cubicBezTo>
                    <a:pt x="5137" y="6505"/>
                    <a:pt x="3269" y="1802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189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5" name="Google Shape;5125;p25"/>
            <p:cNvSpPr/>
            <p:nvPr/>
          </p:nvSpPr>
          <p:spPr>
            <a:xfrm>
              <a:off x="3572625" y="189302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669"/>
                    <a:pt x="1" y="6505"/>
                    <a:pt x="2569" y="6505"/>
                  </a:cubicBezTo>
                  <a:cubicBezTo>
                    <a:pt x="5138" y="6505"/>
                    <a:pt x="3270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189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6" name="Google Shape;5126;p25"/>
            <p:cNvSpPr/>
            <p:nvPr/>
          </p:nvSpPr>
          <p:spPr>
            <a:xfrm>
              <a:off x="392025" y="68632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669"/>
                    <a:pt x="0" y="6506"/>
                    <a:pt x="2569" y="6506"/>
                  </a:cubicBezTo>
                  <a:cubicBezTo>
                    <a:pt x="5137" y="6506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7" name="Google Shape;5127;p25"/>
            <p:cNvSpPr/>
            <p:nvPr/>
          </p:nvSpPr>
          <p:spPr>
            <a:xfrm>
              <a:off x="6047850" y="15512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0"/>
                  </a:moveTo>
                  <a:cubicBezTo>
                    <a:pt x="2001" y="1702"/>
                    <a:pt x="0" y="6505"/>
                    <a:pt x="2569" y="6505"/>
                  </a:cubicBezTo>
                  <a:cubicBezTo>
                    <a:pt x="5137" y="6505"/>
                    <a:pt x="3236" y="1802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8" name="Google Shape;5128;p25"/>
            <p:cNvSpPr/>
            <p:nvPr/>
          </p:nvSpPr>
          <p:spPr>
            <a:xfrm>
              <a:off x="8380325" y="519550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0"/>
                  </a:moveTo>
                  <a:cubicBezTo>
                    <a:pt x="1969" y="1668"/>
                    <a:pt x="1" y="6505"/>
                    <a:pt x="2569" y="6505"/>
                  </a:cubicBezTo>
                  <a:cubicBezTo>
                    <a:pt x="5138" y="6505"/>
                    <a:pt x="3237" y="1802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9" name="Google Shape;5129;p25"/>
            <p:cNvSpPr/>
            <p:nvPr/>
          </p:nvSpPr>
          <p:spPr>
            <a:xfrm>
              <a:off x="5712600" y="1710400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36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0" name="Google Shape;5130;p25"/>
            <p:cNvSpPr/>
            <p:nvPr/>
          </p:nvSpPr>
          <p:spPr>
            <a:xfrm>
              <a:off x="4869500" y="0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1" name="Google Shape;5131;p25"/>
            <p:cNvSpPr/>
            <p:nvPr/>
          </p:nvSpPr>
          <p:spPr>
            <a:xfrm>
              <a:off x="4471725" y="1522775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2001" y="1701"/>
                    <a:pt x="0" y="6505"/>
                    <a:pt x="2569" y="6505"/>
                  </a:cubicBezTo>
                  <a:cubicBezTo>
                    <a:pt x="5137" y="6505"/>
                    <a:pt x="3269" y="1801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2" name="Google Shape;5132;p25"/>
            <p:cNvSpPr/>
            <p:nvPr/>
          </p:nvSpPr>
          <p:spPr>
            <a:xfrm>
              <a:off x="6783375" y="311075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1968" y="1668"/>
                    <a:pt x="0" y="6505"/>
                    <a:pt x="2569" y="6505"/>
                  </a:cubicBezTo>
                  <a:cubicBezTo>
                    <a:pt x="5137" y="6505"/>
                    <a:pt x="3236" y="1801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3" name="Google Shape;5133;p25"/>
            <p:cNvSpPr/>
            <p:nvPr/>
          </p:nvSpPr>
          <p:spPr>
            <a:xfrm>
              <a:off x="5571675" y="229350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0"/>
                  </a:moveTo>
                  <a:cubicBezTo>
                    <a:pt x="2002" y="1701"/>
                    <a:pt x="0" y="6538"/>
                    <a:pt x="2569" y="6538"/>
                  </a:cubicBezTo>
                  <a:cubicBezTo>
                    <a:pt x="5137" y="6538"/>
                    <a:pt x="3269" y="1801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4" name="Google Shape;5134;p25"/>
            <p:cNvSpPr/>
            <p:nvPr/>
          </p:nvSpPr>
          <p:spPr>
            <a:xfrm>
              <a:off x="7598950" y="203500"/>
              <a:ext cx="131775" cy="167625"/>
            </a:xfrm>
            <a:custGeom>
              <a:avLst/>
              <a:gdLst/>
              <a:ahLst/>
              <a:cxnLst/>
              <a:rect l="l" t="t" r="r" b="b"/>
              <a:pathLst>
                <a:path w="5271" h="6705" extrusionOk="0">
                  <a:moveTo>
                    <a:pt x="2636" y="0"/>
                  </a:moveTo>
                  <a:cubicBezTo>
                    <a:pt x="2035" y="1735"/>
                    <a:pt x="0" y="6705"/>
                    <a:pt x="2636" y="6705"/>
                  </a:cubicBezTo>
                  <a:cubicBezTo>
                    <a:pt x="5271" y="6705"/>
                    <a:pt x="3336" y="1868"/>
                    <a:pt x="2636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5" name="Google Shape;5135;p25"/>
            <p:cNvSpPr/>
            <p:nvPr/>
          </p:nvSpPr>
          <p:spPr>
            <a:xfrm>
              <a:off x="6563200" y="97487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702"/>
                    <a:pt x="1" y="6505"/>
                    <a:pt x="2569" y="6505"/>
                  </a:cubicBezTo>
                  <a:cubicBezTo>
                    <a:pt x="5138" y="6505"/>
                    <a:pt x="3270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6" name="Google Shape;5136;p25"/>
            <p:cNvSpPr/>
            <p:nvPr/>
          </p:nvSpPr>
          <p:spPr>
            <a:xfrm>
              <a:off x="6186275" y="1737100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2002" y="1668"/>
                    <a:pt x="0" y="6505"/>
                    <a:pt x="2569" y="6505"/>
                  </a:cubicBezTo>
                  <a:cubicBezTo>
                    <a:pt x="5137" y="6505"/>
                    <a:pt x="3269" y="1768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7" name="Google Shape;5137;p25"/>
            <p:cNvSpPr/>
            <p:nvPr/>
          </p:nvSpPr>
          <p:spPr>
            <a:xfrm>
              <a:off x="7496375" y="111997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702"/>
                    <a:pt x="0" y="6505"/>
                    <a:pt x="2569" y="6505"/>
                  </a:cubicBezTo>
                  <a:cubicBezTo>
                    <a:pt x="5137" y="6505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8" name="Google Shape;5138;p25"/>
            <p:cNvSpPr/>
            <p:nvPr/>
          </p:nvSpPr>
          <p:spPr>
            <a:xfrm>
              <a:off x="4760775" y="108932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702"/>
                    <a:pt x="0" y="6505"/>
                    <a:pt x="2569" y="6505"/>
                  </a:cubicBezTo>
                  <a:cubicBezTo>
                    <a:pt x="5137" y="6505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9" name="Google Shape;5139;p25"/>
            <p:cNvSpPr/>
            <p:nvPr/>
          </p:nvSpPr>
          <p:spPr>
            <a:xfrm>
              <a:off x="4801950" y="2140700"/>
              <a:ext cx="132625" cy="167650"/>
            </a:xfrm>
            <a:custGeom>
              <a:avLst/>
              <a:gdLst/>
              <a:ahLst/>
              <a:cxnLst/>
              <a:rect l="l" t="t" r="r" b="b"/>
              <a:pathLst>
                <a:path w="5305" h="6706" extrusionOk="0">
                  <a:moveTo>
                    <a:pt x="2636" y="1"/>
                  </a:moveTo>
                  <a:cubicBezTo>
                    <a:pt x="2069" y="1735"/>
                    <a:pt x="0" y="6706"/>
                    <a:pt x="2636" y="6706"/>
                  </a:cubicBezTo>
                  <a:cubicBezTo>
                    <a:pt x="5304" y="6706"/>
                    <a:pt x="3370" y="1836"/>
                    <a:pt x="2636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0" name="Google Shape;5140;p25"/>
            <p:cNvSpPr/>
            <p:nvPr/>
          </p:nvSpPr>
          <p:spPr>
            <a:xfrm>
              <a:off x="8075125" y="2276650"/>
              <a:ext cx="132625" cy="167625"/>
            </a:xfrm>
            <a:custGeom>
              <a:avLst/>
              <a:gdLst/>
              <a:ahLst/>
              <a:cxnLst/>
              <a:rect l="l" t="t" r="r" b="b"/>
              <a:pathLst>
                <a:path w="5305" h="6705" extrusionOk="0">
                  <a:moveTo>
                    <a:pt x="2669" y="0"/>
                  </a:moveTo>
                  <a:cubicBezTo>
                    <a:pt x="2068" y="1735"/>
                    <a:pt x="0" y="6705"/>
                    <a:pt x="2669" y="6705"/>
                  </a:cubicBezTo>
                  <a:cubicBezTo>
                    <a:pt x="5304" y="6705"/>
                    <a:pt x="3369" y="1868"/>
                    <a:pt x="26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1" name="Google Shape;5141;p25"/>
            <p:cNvSpPr/>
            <p:nvPr/>
          </p:nvSpPr>
          <p:spPr>
            <a:xfrm>
              <a:off x="6729150" y="155862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668"/>
                    <a:pt x="1" y="6505"/>
                    <a:pt x="2569" y="6505"/>
                  </a:cubicBezTo>
                  <a:cubicBezTo>
                    <a:pt x="5138" y="6505"/>
                    <a:pt x="3270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2" name="Google Shape;5142;p25"/>
            <p:cNvSpPr/>
            <p:nvPr/>
          </p:nvSpPr>
          <p:spPr>
            <a:xfrm>
              <a:off x="7684850" y="1710400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3" name="Google Shape;5143;p25"/>
            <p:cNvSpPr/>
            <p:nvPr/>
          </p:nvSpPr>
          <p:spPr>
            <a:xfrm>
              <a:off x="4504225" y="503700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1" y="6539"/>
                    <a:pt x="2569" y="6539"/>
                  </a:cubicBezTo>
                  <a:cubicBezTo>
                    <a:pt x="5138" y="6539"/>
                    <a:pt x="3270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4" name="Google Shape;5144;p25"/>
            <p:cNvSpPr/>
            <p:nvPr/>
          </p:nvSpPr>
          <p:spPr>
            <a:xfrm>
              <a:off x="8333625" y="1474400"/>
              <a:ext cx="131800" cy="167650"/>
            </a:xfrm>
            <a:custGeom>
              <a:avLst/>
              <a:gdLst/>
              <a:ahLst/>
              <a:cxnLst/>
              <a:rect l="l" t="t" r="r" b="b"/>
              <a:pathLst>
                <a:path w="5272" h="6706" extrusionOk="0">
                  <a:moveTo>
                    <a:pt x="2636" y="0"/>
                  </a:moveTo>
                  <a:cubicBezTo>
                    <a:pt x="2036" y="1735"/>
                    <a:pt x="1" y="6705"/>
                    <a:pt x="2636" y="6705"/>
                  </a:cubicBezTo>
                  <a:cubicBezTo>
                    <a:pt x="5271" y="6705"/>
                    <a:pt x="3337" y="1868"/>
                    <a:pt x="2636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5" name="Google Shape;5145;p25"/>
            <p:cNvSpPr/>
            <p:nvPr/>
          </p:nvSpPr>
          <p:spPr>
            <a:xfrm>
              <a:off x="4813625" y="68632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669"/>
                    <a:pt x="0" y="6506"/>
                    <a:pt x="2569" y="6506"/>
                  </a:cubicBezTo>
                  <a:cubicBezTo>
                    <a:pt x="5137" y="6506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6" name="Google Shape;5146;p25"/>
            <p:cNvSpPr/>
            <p:nvPr/>
          </p:nvSpPr>
          <p:spPr>
            <a:xfrm>
              <a:off x="6169800" y="1177000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36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7" name="Google Shape;5147;p25"/>
            <p:cNvSpPr/>
            <p:nvPr/>
          </p:nvSpPr>
          <p:spPr>
            <a:xfrm flipH="1">
              <a:off x="1517850" y="765563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702"/>
                    <a:pt x="0" y="6505"/>
                    <a:pt x="2569" y="6505"/>
                  </a:cubicBezTo>
                  <a:cubicBezTo>
                    <a:pt x="5137" y="6505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8" name="Google Shape;5148;p25"/>
            <p:cNvSpPr/>
            <p:nvPr/>
          </p:nvSpPr>
          <p:spPr>
            <a:xfrm flipH="1">
              <a:off x="1329375" y="1355988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9" name="Google Shape;5149;p25"/>
            <p:cNvSpPr/>
            <p:nvPr/>
          </p:nvSpPr>
          <p:spPr>
            <a:xfrm>
              <a:off x="7751450" y="755550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36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0" name="Google Shape;5150;p25"/>
            <p:cNvSpPr/>
            <p:nvPr/>
          </p:nvSpPr>
          <p:spPr>
            <a:xfrm>
              <a:off x="8225125" y="782250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2002" y="1668"/>
                    <a:pt x="0" y="6505"/>
                    <a:pt x="2569" y="6505"/>
                  </a:cubicBezTo>
                  <a:cubicBezTo>
                    <a:pt x="5137" y="6505"/>
                    <a:pt x="3269" y="1768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1" name="Google Shape;5151;p25"/>
            <p:cNvSpPr/>
            <p:nvPr/>
          </p:nvSpPr>
          <p:spPr>
            <a:xfrm>
              <a:off x="3335788" y="712175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36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2" name="Google Shape;5152;p25"/>
            <p:cNvSpPr/>
            <p:nvPr/>
          </p:nvSpPr>
          <p:spPr>
            <a:xfrm>
              <a:off x="3809463" y="738875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2002" y="1668"/>
                    <a:pt x="0" y="6505"/>
                    <a:pt x="2569" y="6505"/>
                  </a:cubicBezTo>
                  <a:cubicBezTo>
                    <a:pt x="5137" y="6505"/>
                    <a:pt x="3269" y="1768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3" name="Google Shape;5153;p25"/>
            <p:cNvSpPr/>
            <p:nvPr/>
          </p:nvSpPr>
          <p:spPr>
            <a:xfrm>
              <a:off x="1716500" y="2260650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0"/>
                  </a:moveTo>
                  <a:cubicBezTo>
                    <a:pt x="2001" y="1702"/>
                    <a:pt x="0" y="6505"/>
                    <a:pt x="2569" y="6505"/>
                  </a:cubicBezTo>
                  <a:cubicBezTo>
                    <a:pt x="5137" y="6505"/>
                    <a:pt x="3236" y="1802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4" name="Google Shape;5154;p25"/>
            <p:cNvSpPr/>
            <p:nvPr/>
          </p:nvSpPr>
          <p:spPr>
            <a:xfrm>
              <a:off x="4048975" y="262507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0"/>
                  </a:moveTo>
                  <a:cubicBezTo>
                    <a:pt x="1969" y="1668"/>
                    <a:pt x="1" y="6505"/>
                    <a:pt x="2569" y="6505"/>
                  </a:cubicBezTo>
                  <a:cubicBezTo>
                    <a:pt x="5138" y="6505"/>
                    <a:pt x="3237" y="1802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5" name="Google Shape;5155;p25"/>
            <p:cNvSpPr/>
            <p:nvPr/>
          </p:nvSpPr>
          <p:spPr>
            <a:xfrm>
              <a:off x="1381250" y="3815925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36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6" name="Google Shape;5156;p25"/>
            <p:cNvSpPr/>
            <p:nvPr/>
          </p:nvSpPr>
          <p:spPr>
            <a:xfrm>
              <a:off x="538150" y="2105525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7" name="Google Shape;5157;p25"/>
            <p:cNvSpPr/>
            <p:nvPr/>
          </p:nvSpPr>
          <p:spPr>
            <a:xfrm>
              <a:off x="140375" y="3628300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2001" y="1701"/>
                    <a:pt x="0" y="6505"/>
                    <a:pt x="2569" y="6505"/>
                  </a:cubicBezTo>
                  <a:cubicBezTo>
                    <a:pt x="5137" y="6505"/>
                    <a:pt x="3269" y="1801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8" name="Google Shape;5158;p25"/>
            <p:cNvSpPr/>
            <p:nvPr/>
          </p:nvSpPr>
          <p:spPr>
            <a:xfrm>
              <a:off x="2452025" y="2416600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1968" y="1668"/>
                    <a:pt x="0" y="6505"/>
                    <a:pt x="2569" y="6505"/>
                  </a:cubicBezTo>
                  <a:cubicBezTo>
                    <a:pt x="5137" y="6505"/>
                    <a:pt x="3236" y="1801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9" name="Google Shape;5159;p25"/>
            <p:cNvSpPr/>
            <p:nvPr/>
          </p:nvSpPr>
          <p:spPr>
            <a:xfrm>
              <a:off x="1240325" y="2334875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0"/>
                  </a:moveTo>
                  <a:cubicBezTo>
                    <a:pt x="2002" y="1701"/>
                    <a:pt x="0" y="6538"/>
                    <a:pt x="2569" y="6538"/>
                  </a:cubicBezTo>
                  <a:cubicBezTo>
                    <a:pt x="5137" y="6538"/>
                    <a:pt x="3269" y="1801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0" name="Google Shape;5160;p25"/>
            <p:cNvSpPr/>
            <p:nvPr/>
          </p:nvSpPr>
          <p:spPr>
            <a:xfrm>
              <a:off x="3267600" y="2309025"/>
              <a:ext cx="131775" cy="167625"/>
            </a:xfrm>
            <a:custGeom>
              <a:avLst/>
              <a:gdLst/>
              <a:ahLst/>
              <a:cxnLst/>
              <a:rect l="l" t="t" r="r" b="b"/>
              <a:pathLst>
                <a:path w="5271" h="6705" extrusionOk="0">
                  <a:moveTo>
                    <a:pt x="2636" y="0"/>
                  </a:moveTo>
                  <a:cubicBezTo>
                    <a:pt x="2035" y="1735"/>
                    <a:pt x="0" y="6705"/>
                    <a:pt x="2636" y="6705"/>
                  </a:cubicBezTo>
                  <a:cubicBezTo>
                    <a:pt x="5271" y="6705"/>
                    <a:pt x="3336" y="1868"/>
                    <a:pt x="2636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1" name="Google Shape;5161;p25"/>
            <p:cNvSpPr/>
            <p:nvPr/>
          </p:nvSpPr>
          <p:spPr>
            <a:xfrm>
              <a:off x="4606875" y="2393250"/>
              <a:ext cx="132625" cy="167625"/>
            </a:xfrm>
            <a:custGeom>
              <a:avLst/>
              <a:gdLst/>
              <a:ahLst/>
              <a:cxnLst/>
              <a:rect l="l" t="t" r="r" b="b"/>
              <a:pathLst>
                <a:path w="5305" h="6705" extrusionOk="0">
                  <a:moveTo>
                    <a:pt x="2670" y="0"/>
                  </a:moveTo>
                  <a:cubicBezTo>
                    <a:pt x="2069" y="1735"/>
                    <a:pt x="1" y="6705"/>
                    <a:pt x="2670" y="6705"/>
                  </a:cubicBezTo>
                  <a:cubicBezTo>
                    <a:pt x="5305" y="6705"/>
                    <a:pt x="3370" y="1835"/>
                    <a:pt x="2670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2" name="Google Shape;5162;p25"/>
            <p:cNvSpPr/>
            <p:nvPr/>
          </p:nvSpPr>
          <p:spPr>
            <a:xfrm>
              <a:off x="2231850" y="3080400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702"/>
                    <a:pt x="1" y="6505"/>
                    <a:pt x="2569" y="6505"/>
                  </a:cubicBezTo>
                  <a:cubicBezTo>
                    <a:pt x="5138" y="6505"/>
                    <a:pt x="3270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3" name="Google Shape;5163;p25"/>
            <p:cNvSpPr/>
            <p:nvPr/>
          </p:nvSpPr>
          <p:spPr>
            <a:xfrm>
              <a:off x="1854925" y="3842625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2002" y="1668"/>
                    <a:pt x="0" y="6505"/>
                    <a:pt x="2569" y="6505"/>
                  </a:cubicBezTo>
                  <a:cubicBezTo>
                    <a:pt x="5137" y="6505"/>
                    <a:pt x="3269" y="1768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4" name="Google Shape;5164;p25"/>
            <p:cNvSpPr/>
            <p:nvPr/>
          </p:nvSpPr>
          <p:spPr>
            <a:xfrm>
              <a:off x="3165025" y="3225500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702"/>
                    <a:pt x="0" y="6505"/>
                    <a:pt x="2569" y="6505"/>
                  </a:cubicBezTo>
                  <a:cubicBezTo>
                    <a:pt x="5137" y="6505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5" name="Google Shape;5165;p25"/>
            <p:cNvSpPr/>
            <p:nvPr/>
          </p:nvSpPr>
          <p:spPr>
            <a:xfrm>
              <a:off x="505625" y="3347250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702"/>
                    <a:pt x="0" y="6505"/>
                    <a:pt x="2569" y="6505"/>
                  </a:cubicBezTo>
                  <a:cubicBezTo>
                    <a:pt x="5137" y="6505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6" name="Google Shape;5166;p25"/>
            <p:cNvSpPr/>
            <p:nvPr/>
          </p:nvSpPr>
          <p:spPr>
            <a:xfrm>
              <a:off x="470600" y="4246225"/>
              <a:ext cx="132625" cy="167650"/>
            </a:xfrm>
            <a:custGeom>
              <a:avLst/>
              <a:gdLst/>
              <a:ahLst/>
              <a:cxnLst/>
              <a:rect l="l" t="t" r="r" b="b"/>
              <a:pathLst>
                <a:path w="5305" h="6706" extrusionOk="0">
                  <a:moveTo>
                    <a:pt x="2636" y="1"/>
                  </a:moveTo>
                  <a:cubicBezTo>
                    <a:pt x="2069" y="1735"/>
                    <a:pt x="0" y="6706"/>
                    <a:pt x="2636" y="6706"/>
                  </a:cubicBezTo>
                  <a:cubicBezTo>
                    <a:pt x="5304" y="6706"/>
                    <a:pt x="3370" y="1836"/>
                    <a:pt x="2636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7" name="Google Shape;5167;p25"/>
            <p:cNvSpPr/>
            <p:nvPr/>
          </p:nvSpPr>
          <p:spPr>
            <a:xfrm>
              <a:off x="3743775" y="4382175"/>
              <a:ext cx="132625" cy="167625"/>
            </a:xfrm>
            <a:custGeom>
              <a:avLst/>
              <a:gdLst/>
              <a:ahLst/>
              <a:cxnLst/>
              <a:rect l="l" t="t" r="r" b="b"/>
              <a:pathLst>
                <a:path w="5305" h="6705" extrusionOk="0">
                  <a:moveTo>
                    <a:pt x="2669" y="0"/>
                  </a:moveTo>
                  <a:cubicBezTo>
                    <a:pt x="2068" y="1735"/>
                    <a:pt x="0" y="6705"/>
                    <a:pt x="2669" y="6705"/>
                  </a:cubicBezTo>
                  <a:cubicBezTo>
                    <a:pt x="5304" y="6705"/>
                    <a:pt x="3369" y="1868"/>
                    <a:pt x="26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8" name="Google Shape;5168;p25"/>
            <p:cNvSpPr/>
            <p:nvPr/>
          </p:nvSpPr>
          <p:spPr>
            <a:xfrm>
              <a:off x="2397800" y="3664150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668"/>
                    <a:pt x="1" y="6505"/>
                    <a:pt x="2569" y="6505"/>
                  </a:cubicBezTo>
                  <a:cubicBezTo>
                    <a:pt x="5138" y="6505"/>
                    <a:pt x="3270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9" name="Google Shape;5169;p25"/>
            <p:cNvSpPr/>
            <p:nvPr/>
          </p:nvSpPr>
          <p:spPr>
            <a:xfrm>
              <a:off x="3353500" y="3815925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0" name="Google Shape;5170;p25"/>
            <p:cNvSpPr/>
            <p:nvPr/>
          </p:nvSpPr>
          <p:spPr>
            <a:xfrm>
              <a:off x="172875" y="2609225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1" y="6539"/>
                    <a:pt x="2569" y="6539"/>
                  </a:cubicBezTo>
                  <a:cubicBezTo>
                    <a:pt x="5138" y="6539"/>
                    <a:pt x="3270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1" name="Google Shape;5171;p25"/>
            <p:cNvSpPr/>
            <p:nvPr/>
          </p:nvSpPr>
          <p:spPr>
            <a:xfrm>
              <a:off x="4002275" y="3579925"/>
              <a:ext cx="131800" cy="167650"/>
            </a:xfrm>
            <a:custGeom>
              <a:avLst/>
              <a:gdLst/>
              <a:ahLst/>
              <a:cxnLst/>
              <a:rect l="l" t="t" r="r" b="b"/>
              <a:pathLst>
                <a:path w="5272" h="6706" extrusionOk="0">
                  <a:moveTo>
                    <a:pt x="2636" y="0"/>
                  </a:moveTo>
                  <a:cubicBezTo>
                    <a:pt x="2036" y="1735"/>
                    <a:pt x="1" y="6705"/>
                    <a:pt x="2636" y="6705"/>
                  </a:cubicBezTo>
                  <a:cubicBezTo>
                    <a:pt x="5271" y="6705"/>
                    <a:pt x="3337" y="1868"/>
                    <a:pt x="2636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2" name="Google Shape;5172;p25"/>
            <p:cNvSpPr/>
            <p:nvPr/>
          </p:nvSpPr>
          <p:spPr>
            <a:xfrm>
              <a:off x="4183050" y="3154825"/>
              <a:ext cx="132600" cy="167650"/>
            </a:xfrm>
            <a:custGeom>
              <a:avLst/>
              <a:gdLst/>
              <a:ahLst/>
              <a:cxnLst/>
              <a:rect l="l" t="t" r="r" b="b"/>
              <a:pathLst>
                <a:path w="5304" h="6706" extrusionOk="0">
                  <a:moveTo>
                    <a:pt x="2669" y="1"/>
                  </a:moveTo>
                  <a:cubicBezTo>
                    <a:pt x="2068" y="1735"/>
                    <a:pt x="0" y="6705"/>
                    <a:pt x="2669" y="6705"/>
                  </a:cubicBezTo>
                  <a:cubicBezTo>
                    <a:pt x="5304" y="6705"/>
                    <a:pt x="3369" y="1835"/>
                    <a:pt x="26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3" name="Google Shape;5173;p25"/>
            <p:cNvSpPr/>
            <p:nvPr/>
          </p:nvSpPr>
          <p:spPr>
            <a:xfrm>
              <a:off x="2025875" y="244327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1969" y="1668"/>
                    <a:pt x="1" y="6505"/>
                    <a:pt x="2569" y="6505"/>
                  </a:cubicBezTo>
                  <a:cubicBezTo>
                    <a:pt x="5138" y="6505"/>
                    <a:pt x="3236" y="1769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189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4" name="Google Shape;5174;p25"/>
            <p:cNvSpPr/>
            <p:nvPr/>
          </p:nvSpPr>
          <p:spPr>
            <a:xfrm>
              <a:off x="3576975" y="2491650"/>
              <a:ext cx="131800" cy="167650"/>
            </a:xfrm>
            <a:custGeom>
              <a:avLst/>
              <a:gdLst/>
              <a:ahLst/>
              <a:cxnLst/>
              <a:rect l="l" t="t" r="r" b="b"/>
              <a:pathLst>
                <a:path w="5272" h="6706" extrusionOk="0">
                  <a:moveTo>
                    <a:pt x="2636" y="0"/>
                  </a:moveTo>
                  <a:cubicBezTo>
                    <a:pt x="2036" y="1735"/>
                    <a:pt x="1" y="6705"/>
                    <a:pt x="2636" y="6705"/>
                  </a:cubicBezTo>
                  <a:cubicBezTo>
                    <a:pt x="5271" y="6705"/>
                    <a:pt x="3337" y="1835"/>
                    <a:pt x="2636" y="0"/>
                  </a:cubicBezTo>
                  <a:close/>
                </a:path>
              </a:pathLst>
            </a:custGeom>
            <a:solidFill>
              <a:srgbClr val="191919">
                <a:alpha val="189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5" name="Google Shape;5175;p25"/>
            <p:cNvSpPr/>
            <p:nvPr/>
          </p:nvSpPr>
          <p:spPr>
            <a:xfrm>
              <a:off x="2707200" y="3845950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0"/>
                  </a:moveTo>
                  <a:cubicBezTo>
                    <a:pt x="2002" y="1702"/>
                    <a:pt x="0" y="6505"/>
                    <a:pt x="2569" y="6505"/>
                  </a:cubicBezTo>
                  <a:cubicBezTo>
                    <a:pt x="5137" y="6505"/>
                    <a:pt x="3269" y="1802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189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6" name="Google Shape;5176;p25"/>
            <p:cNvSpPr/>
            <p:nvPr/>
          </p:nvSpPr>
          <p:spPr>
            <a:xfrm>
              <a:off x="482275" y="2791850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669"/>
                    <a:pt x="0" y="6506"/>
                    <a:pt x="2569" y="6506"/>
                  </a:cubicBezTo>
                  <a:cubicBezTo>
                    <a:pt x="5137" y="6506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7" name="Google Shape;5177;p25"/>
            <p:cNvSpPr/>
            <p:nvPr/>
          </p:nvSpPr>
          <p:spPr>
            <a:xfrm>
              <a:off x="6138100" y="2260650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0"/>
                  </a:moveTo>
                  <a:cubicBezTo>
                    <a:pt x="2001" y="1702"/>
                    <a:pt x="0" y="6505"/>
                    <a:pt x="2569" y="6505"/>
                  </a:cubicBezTo>
                  <a:cubicBezTo>
                    <a:pt x="5137" y="6505"/>
                    <a:pt x="3236" y="1802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8" name="Google Shape;5178;p25"/>
            <p:cNvSpPr/>
            <p:nvPr/>
          </p:nvSpPr>
          <p:spPr>
            <a:xfrm>
              <a:off x="8470575" y="262507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0"/>
                  </a:moveTo>
                  <a:cubicBezTo>
                    <a:pt x="1969" y="1668"/>
                    <a:pt x="1" y="6505"/>
                    <a:pt x="2569" y="6505"/>
                  </a:cubicBezTo>
                  <a:cubicBezTo>
                    <a:pt x="5138" y="6505"/>
                    <a:pt x="3237" y="1802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9" name="Google Shape;5179;p25"/>
            <p:cNvSpPr/>
            <p:nvPr/>
          </p:nvSpPr>
          <p:spPr>
            <a:xfrm>
              <a:off x="5802850" y="3815925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36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0" name="Google Shape;5180;p25"/>
            <p:cNvSpPr/>
            <p:nvPr/>
          </p:nvSpPr>
          <p:spPr>
            <a:xfrm>
              <a:off x="4959750" y="2105525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1" name="Google Shape;5181;p25"/>
            <p:cNvSpPr/>
            <p:nvPr/>
          </p:nvSpPr>
          <p:spPr>
            <a:xfrm>
              <a:off x="4561975" y="3628300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2001" y="1701"/>
                    <a:pt x="0" y="6505"/>
                    <a:pt x="2569" y="6505"/>
                  </a:cubicBezTo>
                  <a:cubicBezTo>
                    <a:pt x="5137" y="6505"/>
                    <a:pt x="3269" y="1801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2" name="Google Shape;5182;p25"/>
            <p:cNvSpPr/>
            <p:nvPr/>
          </p:nvSpPr>
          <p:spPr>
            <a:xfrm>
              <a:off x="6873625" y="2416600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1968" y="1668"/>
                    <a:pt x="0" y="6505"/>
                    <a:pt x="2569" y="6505"/>
                  </a:cubicBezTo>
                  <a:cubicBezTo>
                    <a:pt x="5137" y="6505"/>
                    <a:pt x="3236" y="1801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3" name="Google Shape;5183;p25"/>
            <p:cNvSpPr/>
            <p:nvPr/>
          </p:nvSpPr>
          <p:spPr>
            <a:xfrm>
              <a:off x="5661925" y="2334875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0"/>
                  </a:moveTo>
                  <a:cubicBezTo>
                    <a:pt x="2002" y="1701"/>
                    <a:pt x="0" y="6538"/>
                    <a:pt x="2569" y="6538"/>
                  </a:cubicBezTo>
                  <a:cubicBezTo>
                    <a:pt x="5137" y="6538"/>
                    <a:pt x="3269" y="1801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4" name="Google Shape;5184;p25"/>
            <p:cNvSpPr/>
            <p:nvPr/>
          </p:nvSpPr>
          <p:spPr>
            <a:xfrm>
              <a:off x="7689200" y="2309025"/>
              <a:ext cx="131775" cy="167625"/>
            </a:xfrm>
            <a:custGeom>
              <a:avLst/>
              <a:gdLst/>
              <a:ahLst/>
              <a:cxnLst/>
              <a:rect l="l" t="t" r="r" b="b"/>
              <a:pathLst>
                <a:path w="5271" h="6705" extrusionOk="0">
                  <a:moveTo>
                    <a:pt x="2636" y="0"/>
                  </a:moveTo>
                  <a:cubicBezTo>
                    <a:pt x="2035" y="1735"/>
                    <a:pt x="0" y="6705"/>
                    <a:pt x="2636" y="6705"/>
                  </a:cubicBezTo>
                  <a:cubicBezTo>
                    <a:pt x="5271" y="6705"/>
                    <a:pt x="3336" y="1868"/>
                    <a:pt x="2636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5" name="Google Shape;5185;p25"/>
            <p:cNvSpPr/>
            <p:nvPr/>
          </p:nvSpPr>
          <p:spPr>
            <a:xfrm>
              <a:off x="6653450" y="3080400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702"/>
                    <a:pt x="1" y="6505"/>
                    <a:pt x="2569" y="6505"/>
                  </a:cubicBezTo>
                  <a:cubicBezTo>
                    <a:pt x="5138" y="6505"/>
                    <a:pt x="3270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6" name="Google Shape;5186;p25"/>
            <p:cNvSpPr/>
            <p:nvPr/>
          </p:nvSpPr>
          <p:spPr>
            <a:xfrm>
              <a:off x="6276525" y="3842625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2002" y="1668"/>
                    <a:pt x="0" y="6505"/>
                    <a:pt x="2569" y="6505"/>
                  </a:cubicBezTo>
                  <a:cubicBezTo>
                    <a:pt x="5137" y="6505"/>
                    <a:pt x="3269" y="1768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7" name="Google Shape;5187;p25"/>
            <p:cNvSpPr/>
            <p:nvPr/>
          </p:nvSpPr>
          <p:spPr>
            <a:xfrm>
              <a:off x="7586625" y="3225500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702"/>
                    <a:pt x="0" y="6505"/>
                    <a:pt x="2569" y="6505"/>
                  </a:cubicBezTo>
                  <a:cubicBezTo>
                    <a:pt x="5137" y="6505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8" name="Google Shape;5188;p25"/>
            <p:cNvSpPr/>
            <p:nvPr/>
          </p:nvSpPr>
          <p:spPr>
            <a:xfrm>
              <a:off x="4851025" y="3194850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702"/>
                    <a:pt x="0" y="6505"/>
                    <a:pt x="2569" y="6505"/>
                  </a:cubicBezTo>
                  <a:cubicBezTo>
                    <a:pt x="5137" y="6505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9" name="Google Shape;5189;p25"/>
            <p:cNvSpPr/>
            <p:nvPr/>
          </p:nvSpPr>
          <p:spPr>
            <a:xfrm>
              <a:off x="4892200" y="4246225"/>
              <a:ext cx="132625" cy="167650"/>
            </a:xfrm>
            <a:custGeom>
              <a:avLst/>
              <a:gdLst/>
              <a:ahLst/>
              <a:cxnLst/>
              <a:rect l="l" t="t" r="r" b="b"/>
              <a:pathLst>
                <a:path w="5305" h="6706" extrusionOk="0">
                  <a:moveTo>
                    <a:pt x="2636" y="1"/>
                  </a:moveTo>
                  <a:cubicBezTo>
                    <a:pt x="2069" y="1735"/>
                    <a:pt x="0" y="6706"/>
                    <a:pt x="2636" y="6706"/>
                  </a:cubicBezTo>
                  <a:cubicBezTo>
                    <a:pt x="5304" y="6706"/>
                    <a:pt x="3370" y="1836"/>
                    <a:pt x="2636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0" name="Google Shape;5190;p25"/>
            <p:cNvSpPr/>
            <p:nvPr/>
          </p:nvSpPr>
          <p:spPr>
            <a:xfrm>
              <a:off x="8165375" y="4382175"/>
              <a:ext cx="132625" cy="167625"/>
            </a:xfrm>
            <a:custGeom>
              <a:avLst/>
              <a:gdLst/>
              <a:ahLst/>
              <a:cxnLst/>
              <a:rect l="l" t="t" r="r" b="b"/>
              <a:pathLst>
                <a:path w="5305" h="6705" extrusionOk="0">
                  <a:moveTo>
                    <a:pt x="2669" y="0"/>
                  </a:moveTo>
                  <a:cubicBezTo>
                    <a:pt x="2068" y="1735"/>
                    <a:pt x="0" y="6705"/>
                    <a:pt x="2669" y="6705"/>
                  </a:cubicBezTo>
                  <a:cubicBezTo>
                    <a:pt x="5304" y="6705"/>
                    <a:pt x="3369" y="1868"/>
                    <a:pt x="26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1" name="Google Shape;5191;p25"/>
            <p:cNvSpPr/>
            <p:nvPr/>
          </p:nvSpPr>
          <p:spPr>
            <a:xfrm>
              <a:off x="6819400" y="3664150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668"/>
                    <a:pt x="1" y="6505"/>
                    <a:pt x="2569" y="6505"/>
                  </a:cubicBezTo>
                  <a:cubicBezTo>
                    <a:pt x="5138" y="6505"/>
                    <a:pt x="3270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2" name="Google Shape;5192;p25"/>
            <p:cNvSpPr/>
            <p:nvPr/>
          </p:nvSpPr>
          <p:spPr>
            <a:xfrm>
              <a:off x="7775100" y="3815925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3" name="Google Shape;5193;p25"/>
            <p:cNvSpPr/>
            <p:nvPr/>
          </p:nvSpPr>
          <p:spPr>
            <a:xfrm>
              <a:off x="4594475" y="2609225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1" y="6539"/>
                    <a:pt x="2569" y="6539"/>
                  </a:cubicBezTo>
                  <a:cubicBezTo>
                    <a:pt x="5138" y="6539"/>
                    <a:pt x="3270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4" name="Google Shape;5194;p25"/>
            <p:cNvSpPr/>
            <p:nvPr/>
          </p:nvSpPr>
          <p:spPr>
            <a:xfrm>
              <a:off x="8423875" y="3579925"/>
              <a:ext cx="131800" cy="167650"/>
            </a:xfrm>
            <a:custGeom>
              <a:avLst/>
              <a:gdLst/>
              <a:ahLst/>
              <a:cxnLst/>
              <a:rect l="l" t="t" r="r" b="b"/>
              <a:pathLst>
                <a:path w="5272" h="6706" extrusionOk="0">
                  <a:moveTo>
                    <a:pt x="2636" y="0"/>
                  </a:moveTo>
                  <a:cubicBezTo>
                    <a:pt x="2036" y="1735"/>
                    <a:pt x="1" y="6705"/>
                    <a:pt x="2636" y="6705"/>
                  </a:cubicBezTo>
                  <a:cubicBezTo>
                    <a:pt x="5271" y="6705"/>
                    <a:pt x="3337" y="1868"/>
                    <a:pt x="2636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5" name="Google Shape;5195;p25"/>
            <p:cNvSpPr/>
            <p:nvPr/>
          </p:nvSpPr>
          <p:spPr>
            <a:xfrm>
              <a:off x="4903875" y="2791850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669"/>
                    <a:pt x="0" y="6506"/>
                    <a:pt x="2569" y="6506"/>
                  </a:cubicBezTo>
                  <a:cubicBezTo>
                    <a:pt x="5137" y="6506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6" name="Google Shape;5196;p25"/>
            <p:cNvSpPr/>
            <p:nvPr/>
          </p:nvSpPr>
          <p:spPr>
            <a:xfrm>
              <a:off x="6260050" y="3282525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36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7" name="Google Shape;5197;p25"/>
            <p:cNvSpPr/>
            <p:nvPr/>
          </p:nvSpPr>
          <p:spPr>
            <a:xfrm flipH="1">
              <a:off x="1608100" y="2871088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702"/>
                    <a:pt x="0" y="6505"/>
                    <a:pt x="2569" y="6505"/>
                  </a:cubicBezTo>
                  <a:cubicBezTo>
                    <a:pt x="5137" y="6505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8" name="Google Shape;5198;p25"/>
            <p:cNvSpPr/>
            <p:nvPr/>
          </p:nvSpPr>
          <p:spPr>
            <a:xfrm flipH="1">
              <a:off x="1419625" y="3461513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9" name="Google Shape;5199;p25"/>
            <p:cNvSpPr/>
            <p:nvPr/>
          </p:nvSpPr>
          <p:spPr>
            <a:xfrm>
              <a:off x="7841700" y="2861075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36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0" name="Google Shape;5200;p25"/>
            <p:cNvSpPr/>
            <p:nvPr/>
          </p:nvSpPr>
          <p:spPr>
            <a:xfrm>
              <a:off x="8315375" y="2887775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2002" y="1668"/>
                    <a:pt x="0" y="6505"/>
                    <a:pt x="2569" y="6505"/>
                  </a:cubicBezTo>
                  <a:cubicBezTo>
                    <a:pt x="5137" y="6505"/>
                    <a:pt x="3269" y="1768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1" name="Google Shape;5201;p25"/>
            <p:cNvSpPr/>
            <p:nvPr/>
          </p:nvSpPr>
          <p:spPr>
            <a:xfrm>
              <a:off x="3426038" y="2817700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36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2" name="Google Shape;5202;p25"/>
            <p:cNvSpPr/>
            <p:nvPr/>
          </p:nvSpPr>
          <p:spPr>
            <a:xfrm>
              <a:off x="3899713" y="2844400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2002" y="1668"/>
                    <a:pt x="0" y="6505"/>
                    <a:pt x="2569" y="6505"/>
                  </a:cubicBezTo>
                  <a:cubicBezTo>
                    <a:pt x="5137" y="6505"/>
                    <a:pt x="3269" y="1768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203" name="Google Shape;5203;p25"/>
            <p:cNvGrpSpPr/>
            <p:nvPr/>
          </p:nvGrpSpPr>
          <p:grpSpPr>
            <a:xfrm>
              <a:off x="359500" y="182650"/>
              <a:ext cx="8548925" cy="3978550"/>
              <a:chOff x="359500" y="182650"/>
              <a:chExt cx="8548925" cy="3978550"/>
            </a:xfrm>
          </p:grpSpPr>
          <p:sp>
            <p:nvSpPr>
              <p:cNvPr id="5204" name="Google Shape;5204;p25"/>
              <p:cNvSpPr/>
              <p:nvPr/>
            </p:nvSpPr>
            <p:spPr>
              <a:xfrm>
                <a:off x="1935625" y="337750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1969" y="1668"/>
                      <a:pt x="1" y="6505"/>
                      <a:pt x="2569" y="6505"/>
                    </a:cubicBezTo>
                    <a:cubicBezTo>
                      <a:pt x="5138" y="6505"/>
                      <a:pt x="3236" y="1769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05" name="Google Shape;5205;p25"/>
              <p:cNvSpPr/>
              <p:nvPr/>
            </p:nvSpPr>
            <p:spPr>
              <a:xfrm>
                <a:off x="4268125" y="701350"/>
                <a:ext cx="128450" cy="16262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5" extrusionOk="0">
                    <a:moveTo>
                      <a:pt x="2569" y="0"/>
                    </a:moveTo>
                    <a:cubicBezTo>
                      <a:pt x="1969" y="1702"/>
                      <a:pt x="0" y="6505"/>
                      <a:pt x="2569" y="6505"/>
                    </a:cubicBezTo>
                    <a:cubicBezTo>
                      <a:pt x="5137" y="6505"/>
                      <a:pt x="3236" y="1802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06" name="Google Shape;5206;p25"/>
              <p:cNvSpPr/>
              <p:nvPr/>
            </p:nvSpPr>
            <p:spPr>
              <a:xfrm>
                <a:off x="1600375" y="1893025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1969" y="1669"/>
                      <a:pt x="1" y="6505"/>
                      <a:pt x="2569" y="6505"/>
                    </a:cubicBezTo>
                    <a:cubicBezTo>
                      <a:pt x="5138" y="6505"/>
                      <a:pt x="3237" y="1802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07" name="Google Shape;5207;p25"/>
              <p:cNvSpPr/>
              <p:nvPr/>
            </p:nvSpPr>
            <p:spPr>
              <a:xfrm>
                <a:off x="757275" y="182650"/>
                <a:ext cx="128450" cy="16262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5" extrusionOk="0">
                    <a:moveTo>
                      <a:pt x="2569" y="0"/>
                    </a:moveTo>
                    <a:cubicBezTo>
                      <a:pt x="2002" y="1668"/>
                      <a:pt x="1" y="6505"/>
                      <a:pt x="2569" y="6505"/>
                    </a:cubicBezTo>
                    <a:cubicBezTo>
                      <a:pt x="5138" y="6505"/>
                      <a:pt x="3270" y="1801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08" name="Google Shape;5208;p25"/>
              <p:cNvSpPr/>
              <p:nvPr/>
            </p:nvSpPr>
            <p:spPr>
              <a:xfrm>
                <a:off x="359500" y="1704575"/>
                <a:ext cx="128450" cy="16347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39" extrusionOk="0">
                    <a:moveTo>
                      <a:pt x="2569" y="0"/>
                    </a:moveTo>
                    <a:cubicBezTo>
                      <a:pt x="2002" y="1701"/>
                      <a:pt x="1" y="6538"/>
                      <a:pt x="2569" y="6538"/>
                    </a:cubicBezTo>
                    <a:cubicBezTo>
                      <a:pt x="5138" y="6538"/>
                      <a:pt x="3270" y="1801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09" name="Google Shape;5209;p25"/>
              <p:cNvSpPr/>
              <p:nvPr/>
            </p:nvSpPr>
            <p:spPr>
              <a:xfrm>
                <a:off x="2670325" y="492875"/>
                <a:ext cx="128450" cy="16262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5" extrusionOk="0">
                    <a:moveTo>
                      <a:pt x="2569" y="0"/>
                    </a:moveTo>
                    <a:cubicBezTo>
                      <a:pt x="2002" y="1701"/>
                      <a:pt x="0" y="6505"/>
                      <a:pt x="2569" y="6505"/>
                    </a:cubicBezTo>
                    <a:cubicBezTo>
                      <a:pt x="5137" y="6505"/>
                      <a:pt x="3269" y="1801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10" name="Google Shape;5210;p25"/>
              <p:cNvSpPr/>
              <p:nvPr/>
            </p:nvSpPr>
            <p:spPr>
              <a:xfrm>
                <a:off x="1459450" y="411975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0"/>
                    </a:moveTo>
                    <a:cubicBezTo>
                      <a:pt x="2002" y="1668"/>
                      <a:pt x="1" y="6505"/>
                      <a:pt x="2569" y="6505"/>
                    </a:cubicBezTo>
                    <a:cubicBezTo>
                      <a:pt x="5138" y="6505"/>
                      <a:pt x="3270" y="1802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11" name="Google Shape;5211;p25"/>
              <p:cNvSpPr/>
              <p:nvPr/>
            </p:nvSpPr>
            <p:spPr>
              <a:xfrm>
                <a:off x="3486725" y="386125"/>
                <a:ext cx="131800" cy="167650"/>
              </a:xfrm>
              <a:custGeom>
                <a:avLst/>
                <a:gdLst/>
                <a:ahLst/>
                <a:cxnLst/>
                <a:rect l="l" t="t" r="r" b="b"/>
                <a:pathLst>
                  <a:path w="5272" h="6706" extrusionOk="0">
                    <a:moveTo>
                      <a:pt x="2636" y="0"/>
                    </a:moveTo>
                    <a:cubicBezTo>
                      <a:pt x="2036" y="1735"/>
                      <a:pt x="1" y="6705"/>
                      <a:pt x="2636" y="6705"/>
                    </a:cubicBezTo>
                    <a:cubicBezTo>
                      <a:pt x="5271" y="6705"/>
                      <a:pt x="3337" y="1835"/>
                      <a:pt x="2636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12" name="Google Shape;5212;p25"/>
              <p:cNvSpPr/>
              <p:nvPr/>
            </p:nvSpPr>
            <p:spPr>
              <a:xfrm>
                <a:off x="4826025" y="469525"/>
                <a:ext cx="132625" cy="167625"/>
              </a:xfrm>
              <a:custGeom>
                <a:avLst/>
                <a:gdLst/>
                <a:ahLst/>
                <a:cxnLst/>
                <a:rect l="l" t="t" r="r" b="b"/>
                <a:pathLst>
                  <a:path w="5305" h="6705" extrusionOk="0">
                    <a:moveTo>
                      <a:pt x="2669" y="0"/>
                    </a:moveTo>
                    <a:cubicBezTo>
                      <a:pt x="2069" y="1735"/>
                      <a:pt x="0" y="6705"/>
                      <a:pt x="2669" y="6705"/>
                    </a:cubicBezTo>
                    <a:cubicBezTo>
                      <a:pt x="5304" y="6705"/>
                      <a:pt x="3370" y="1868"/>
                      <a:pt x="26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13" name="Google Shape;5213;p25"/>
              <p:cNvSpPr/>
              <p:nvPr/>
            </p:nvSpPr>
            <p:spPr>
              <a:xfrm>
                <a:off x="2451000" y="1156675"/>
                <a:ext cx="128450" cy="16347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39" extrusionOk="0">
                    <a:moveTo>
                      <a:pt x="2569" y="0"/>
                    </a:moveTo>
                    <a:cubicBezTo>
                      <a:pt x="2002" y="1702"/>
                      <a:pt x="0" y="6538"/>
                      <a:pt x="2569" y="6538"/>
                    </a:cubicBezTo>
                    <a:cubicBezTo>
                      <a:pt x="5137" y="6538"/>
                      <a:pt x="3269" y="1802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14" name="Google Shape;5214;p25"/>
              <p:cNvSpPr/>
              <p:nvPr/>
            </p:nvSpPr>
            <p:spPr>
              <a:xfrm>
                <a:off x="3384150" y="1302600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2002" y="1669"/>
                      <a:pt x="1" y="6506"/>
                      <a:pt x="2569" y="6506"/>
                    </a:cubicBezTo>
                    <a:cubicBezTo>
                      <a:pt x="5138" y="6506"/>
                      <a:pt x="3270" y="1769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15" name="Google Shape;5215;p25"/>
              <p:cNvSpPr/>
              <p:nvPr/>
            </p:nvSpPr>
            <p:spPr>
              <a:xfrm>
                <a:off x="724750" y="1423525"/>
                <a:ext cx="128450" cy="16347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39" extrusionOk="0">
                    <a:moveTo>
                      <a:pt x="2569" y="1"/>
                    </a:moveTo>
                    <a:cubicBezTo>
                      <a:pt x="2002" y="1702"/>
                      <a:pt x="1" y="6539"/>
                      <a:pt x="2569" y="6539"/>
                    </a:cubicBezTo>
                    <a:cubicBezTo>
                      <a:pt x="5138" y="6539"/>
                      <a:pt x="3270" y="1802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16" name="Google Shape;5216;p25"/>
              <p:cNvSpPr/>
              <p:nvPr/>
            </p:nvSpPr>
            <p:spPr>
              <a:xfrm>
                <a:off x="4220600" y="1657025"/>
                <a:ext cx="132600" cy="167650"/>
              </a:xfrm>
              <a:custGeom>
                <a:avLst/>
                <a:gdLst/>
                <a:ahLst/>
                <a:cxnLst/>
                <a:rect l="l" t="t" r="r" b="b"/>
                <a:pathLst>
                  <a:path w="5304" h="6706" extrusionOk="0">
                    <a:moveTo>
                      <a:pt x="2669" y="1"/>
                    </a:moveTo>
                    <a:cubicBezTo>
                      <a:pt x="2068" y="1735"/>
                      <a:pt x="0" y="6706"/>
                      <a:pt x="2669" y="6706"/>
                    </a:cubicBezTo>
                    <a:cubicBezTo>
                      <a:pt x="5304" y="6706"/>
                      <a:pt x="3369" y="1835"/>
                      <a:pt x="26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17" name="Google Shape;5217;p25"/>
              <p:cNvSpPr/>
              <p:nvPr/>
            </p:nvSpPr>
            <p:spPr>
              <a:xfrm>
                <a:off x="4859375" y="1383500"/>
                <a:ext cx="132625" cy="167650"/>
              </a:xfrm>
              <a:custGeom>
                <a:avLst/>
                <a:gdLst/>
                <a:ahLst/>
                <a:cxnLst/>
                <a:rect l="l" t="t" r="r" b="b"/>
                <a:pathLst>
                  <a:path w="5305" h="6706" extrusionOk="0">
                    <a:moveTo>
                      <a:pt x="2669" y="1"/>
                    </a:moveTo>
                    <a:cubicBezTo>
                      <a:pt x="2069" y="1735"/>
                      <a:pt x="1" y="6705"/>
                      <a:pt x="2669" y="6705"/>
                    </a:cubicBezTo>
                    <a:cubicBezTo>
                      <a:pt x="5305" y="6705"/>
                      <a:pt x="3370" y="1869"/>
                      <a:pt x="26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18" name="Google Shape;5218;p25"/>
              <p:cNvSpPr/>
              <p:nvPr/>
            </p:nvSpPr>
            <p:spPr>
              <a:xfrm>
                <a:off x="6357225" y="337750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1969" y="1668"/>
                      <a:pt x="1" y="6505"/>
                      <a:pt x="2569" y="6505"/>
                    </a:cubicBezTo>
                    <a:cubicBezTo>
                      <a:pt x="5138" y="6505"/>
                      <a:pt x="3236" y="1769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19" name="Google Shape;5219;p25"/>
              <p:cNvSpPr/>
              <p:nvPr/>
            </p:nvSpPr>
            <p:spPr>
              <a:xfrm>
                <a:off x="8689725" y="701350"/>
                <a:ext cx="128450" cy="16262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5" extrusionOk="0">
                    <a:moveTo>
                      <a:pt x="2569" y="0"/>
                    </a:moveTo>
                    <a:cubicBezTo>
                      <a:pt x="1969" y="1702"/>
                      <a:pt x="0" y="6505"/>
                      <a:pt x="2569" y="6505"/>
                    </a:cubicBezTo>
                    <a:cubicBezTo>
                      <a:pt x="5137" y="6505"/>
                      <a:pt x="3236" y="1802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20" name="Google Shape;5220;p25"/>
              <p:cNvSpPr/>
              <p:nvPr/>
            </p:nvSpPr>
            <p:spPr>
              <a:xfrm>
                <a:off x="6021975" y="1893025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1969" y="1669"/>
                      <a:pt x="1" y="6505"/>
                      <a:pt x="2569" y="6505"/>
                    </a:cubicBezTo>
                    <a:cubicBezTo>
                      <a:pt x="5138" y="6505"/>
                      <a:pt x="3237" y="1802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21" name="Google Shape;5221;p25"/>
              <p:cNvSpPr/>
              <p:nvPr/>
            </p:nvSpPr>
            <p:spPr>
              <a:xfrm>
                <a:off x="5178875" y="182650"/>
                <a:ext cx="128450" cy="16262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5" extrusionOk="0">
                    <a:moveTo>
                      <a:pt x="2569" y="0"/>
                    </a:moveTo>
                    <a:cubicBezTo>
                      <a:pt x="2002" y="1668"/>
                      <a:pt x="1" y="6505"/>
                      <a:pt x="2569" y="6505"/>
                    </a:cubicBezTo>
                    <a:cubicBezTo>
                      <a:pt x="5138" y="6505"/>
                      <a:pt x="3270" y="1801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22" name="Google Shape;5222;p25"/>
              <p:cNvSpPr/>
              <p:nvPr/>
            </p:nvSpPr>
            <p:spPr>
              <a:xfrm>
                <a:off x="4781100" y="1704575"/>
                <a:ext cx="128450" cy="16347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39" extrusionOk="0">
                    <a:moveTo>
                      <a:pt x="2569" y="0"/>
                    </a:moveTo>
                    <a:cubicBezTo>
                      <a:pt x="2002" y="1701"/>
                      <a:pt x="1" y="6538"/>
                      <a:pt x="2569" y="6538"/>
                    </a:cubicBezTo>
                    <a:cubicBezTo>
                      <a:pt x="5138" y="6538"/>
                      <a:pt x="3270" y="1801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23" name="Google Shape;5223;p25"/>
              <p:cNvSpPr/>
              <p:nvPr/>
            </p:nvSpPr>
            <p:spPr>
              <a:xfrm>
                <a:off x="7091925" y="492875"/>
                <a:ext cx="128450" cy="16262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5" extrusionOk="0">
                    <a:moveTo>
                      <a:pt x="2569" y="0"/>
                    </a:moveTo>
                    <a:cubicBezTo>
                      <a:pt x="2002" y="1701"/>
                      <a:pt x="0" y="6505"/>
                      <a:pt x="2569" y="6505"/>
                    </a:cubicBezTo>
                    <a:cubicBezTo>
                      <a:pt x="5137" y="6505"/>
                      <a:pt x="3269" y="1801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24" name="Google Shape;5224;p25"/>
              <p:cNvSpPr/>
              <p:nvPr/>
            </p:nvSpPr>
            <p:spPr>
              <a:xfrm>
                <a:off x="5881050" y="411975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0"/>
                    </a:moveTo>
                    <a:cubicBezTo>
                      <a:pt x="2002" y="1668"/>
                      <a:pt x="1" y="6505"/>
                      <a:pt x="2569" y="6505"/>
                    </a:cubicBezTo>
                    <a:cubicBezTo>
                      <a:pt x="5138" y="6505"/>
                      <a:pt x="3270" y="1802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25" name="Google Shape;5225;p25"/>
              <p:cNvSpPr/>
              <p:nvPr/>
            </p:nvSpPr>
            <p:spPr>
              <a:xfrm>
                <a:off x="7908325" y="386125"/>
                <a:ext cx="131800" cy="167650"/>
              </a:xfrm>
              <a:custGeom>
                <a:avLst/>
                <a:gdLst/>
                <a:ahLst/>
                <a:cxnLst/>
                <a:rect l="l" t="t" r="r" b="b"/>
                <a:pathLst>
                  <a:path w="5272" h="6706" extrusionOk="0">
                    <a:moveTo>
                      <a:pt x="2636" y="0"/>
                    </a:moveTo>
                    <a:cubicBezTo>
                      <a:pt x="2036" y="1735"/>
                      <a:pt x="1" y="6705"/>
                      <a:pt x="2636" y="6705"/>
                    </a:cubicBezTo>
                    <a:cubicBezTo>
                      <a:pt x="5271" y="6705"/>
                      <a:pt x="3337" y="1835"/>
                      <a:pt x="2636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26" name="Google Shape;5226;p25"/>
              <p:cNvSpPr/>
              <p:nvPr/>
            </p:nvSpPr>
            <p:spPr>
              <a:xfrm>
                <a:off x="6872600" y="1156675"/>
                <a:ext cx="128450" cy="16347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39" extrusionOk="0">
                    <a:moveTo>
                      <a:pt x="2569" y="0"/>
                    </a:moveTo>
                    <a:cubicBezTo>
                      <a:pt x="2002" y="1702"/>
                      <a:pt x="0" y="6538"/>
                      <a:pt x="2569" y="6538"/>
                    </a:cubicBezTo>
                    <a:cubicBezTo>
                      <a:pt x="5137" y="6538"/>
                      <a:pt x="3269" y="1802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27" name="Google Shape;5227;p25"/>
              <p:cNvSpPr/>
              <p:nvPr/>
            </p:nvSpPr>
            <p:spPr>
              <a:xfrm>
                <a:off x="7805750" y="1302600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2002" y="1669"/>
                      <a:pt x="1" y="6506"/>
                      <a:pt x="2569" y="6506"/>
                    </a:cubicBezTo>
                    <a:cubicBezTo>
                      <a:pt x="5138" y="6506"/>
                      <a:pt x="3270" y="1769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28" name="Google Shape;5228;p25"/>
              <p:cNvSpPr/>
              <p:nvPr/>
            </p:nvSpPr>
            <p:spPr>
              <a:xfrm>
                <a:off x="5146350" y="1423525"/>
                <a:ext cx="128450" cy="16347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39" extrusionOk="0">
                    <a:moveTo>
                      <a:pt x="2569" y="1"/>
                    </a:moveTo>
                    <a:cubicBezTo>
                      <a:pt x="2002" y="1702"/>
                      <a:pt x="1" y="6539"/>
                      <a:pt x="2569" y="6539"/>
                    </a:cubicBezTo>
                    <a:cubicBezTo>
                      <a:pt x="5138" y="6539"/>
                      <a:pt x="3270" y="1802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29" name="Google Shape;5229;p25"/>
              <p:cNvSpPr/>
              <p:nvPr/>
            </p:nvSpPr>
            <p:spPr>
              <a:xfrm>
                <a:off x="7038550" y="1740425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0"/>
                    </a:moveTo>
                    <a:cubicBezTo>
                      <a:pt x="2002" y="1702"/>
                      <a:pt x="0" y="6505"/>
                      <a:pt x="2569" y="6505"/>
                    </a:cubicBezTo>
                    <a:cubicBezTo>
                      <a:pt x="5137" y="6505"/>
                      <a:pt x="3269" y="1802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30" name="Google Shape;5230;p25"/>
              <p:cNvSpPr/>
              <p:nvPr/>
            </p:nvSpPr>
            <p:spPr>
              <a:xfrm>
                <a:off x="7994225" y="1893025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2002" y="1669"/>
                      <a:pt x="1" y="6505"/>
                      <a:pt x="2569" y="6505"/>
                    </a:cubicBezTo>
                    <a:cubicBezTo>
                      <a:pt x="5138" y="6505"/>
                      <a:pt x="3270" y="1802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31" name="Google Shape;5231;p25"/>
              <p:cNvSpPr/>
              <p:nvPr/>
            </p:nvSpPr>
            <p:spPr>
              <a:xfrm>
                <a:off x="8642200" y="1657025"/>
                <a:ext cx="132600" cy="167650"/>
              </a:xfrm>
              <a:custGeom>
                <a:avLst/>
                <a:gdLst/>
                <a:ahLst/>
                <a:cxnLst/>
                <a:rect l="l" t="t" r="r" b="b"/>
                <a:pathLst>
                  <a:path w="5304" h="6706" extrusionOk="0">
                    <a:moveTo>
                      <a:pt x="2669" y="1"/>
                    </a:moveTo>
                    <a:cubicBezTo>
                      <a:pt x="2068" y="1735"/>
                      <a:pt x="0" y="6706"/>
                      <a:pt x="2669" y="6706"/>
                    </a:cubicBezTo>
                    <a:cubicBezTo>
                      <a:pt x="5304" y="6706"/>
                      <a:pt x="3369" y="1835"/>
                      <a:pt x="26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32" name="Google Shape;5232;p25"/>
              <p:cNvSpPr/>
              <p:nvPr/>
            </p:nvSpPr>
            <p:spPr>
              <a:xfrm>
                <a:off x="5374950" y="966325"/>
                <a:ext cx="128450" cy="16347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39" extrusionOk="0">
                    <a:moveTo>
                      <a:pt x="2569" y="1"/>
                    </a:moveTo>
                    <a:cubicBezTo>
                      <a:pt x="2002" y="1702"/>
                      <a:pt x="1" y="6539"/>
                      <a:pt x="2569" y="6539"/>
                    </a:cubicBezTo>
                    <a:cubicBezTo>
                      <a:pt x="5138" y="6539"/>
                      <a:pt x="3270" y="1802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33" name="Google Shape;5233;p25"/>
              <p:cNvSpPr/>
              <p:nvPr/>
            </p:nvSpPr>
            <p:spPr>
              <a:xfrm>
                <a:off x="5679750" y="1271125"/>
                <a:ext cx="128450" cy="16347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39" extrusionOk="0">
                    <a:moveTo>
                      <a:pt x="2569" y="1"/>
                    </a:moveTo>
                    <a:cubicBezTo>
                      <a:pt x="2002" y="1702"/>
                      <a:pt x="1" y="6539"/>
                      <a:pt x="2569" y="6539"/>
                    </a:cubicBezTo>
                    <a:cubicBezTo>
                      <a:pt x="5138" y="6539"/>
                      <a:pt x="3270" y="1802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34" name="Google Shape;5234;p25"/>
              <p:cNvSpPr/>
              <p:nvPr/>
            </p:nvSpPr>
            <p:spPr>
              <a:xfrm flipH="1">
                <a:off x="1208475" y="948188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2002" y="1669"/>
                      <a:pt x="1" y="6506"/>
                      <a:pt x="2569" y="6506"/>
                    </a:cubicBezTo>
                    <a:cubicBezTo>
                      <a:pt x="5138" y="6506"/>
                      <a:pt x="3270" y="1769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35" name="Google Shape;5235;p25"/>
              <p:cNvSpPr/>
              <p:nvPr/>
            </p:nvSpPr>
            <p:spPr>
              <a:xfrm>
                <a:off x="8060825" y="938175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1969" y="1669"/>
                      <a:pt x="1" y="6505"/>
                      <a:pt x="2569" y="6505"/>
                    </a:cubicBezTo>
                    <a:cubicBezTo>
                      <a:pt x="5138" y="6505"/>
                      <a:pt x="3237" y="1802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36" name="Google Shape;5236;p25"/>
              <p:cNvSpPr/>
              <p:nvPr/>
            </p:nvSpPr>
            <p:spPr>
              <a:xfrm>
                <a:off x="3645163" y="894800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1969" y="1669"/>
                      <a:pt x="1" y="6505"/>
                      <a:pt x="2569" y="6505"/>
                    </a:cubicBezTo>
                    <a:cubicBezTo>
                      <a:pt x="5138" y="6505"/>
                      <a:pt x="3237" y="1802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37" name="Google Shape;5237;p25"/>
              <p:cNvSpPr/>
              <p:nvPr/>
            </p:nvSpPr>
            <p:spPr>
              <a:xfrm>
                <a:off x="4358375" y="2806875"/>
                <a:ext cx="128450" cy="16262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5" extrusionOk="0">
                    <a:moveTo>
                      <a:pt x="2569" y="0"/>
                    </a:moveTo>
                    <a:cubicBezTo>
                      <a:pt x="1969" y="1702"/>
                      <a:pt x="0" y="6505"/>
                      <a:pt x="2569" y="6505"/>
                    </a:cubicBezTo>
                    <a:cubicBezTo>
                      <a:pt x="5137" y="6505"/>
                      <a:pt x="3236" y="1802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38" name="Google Shape;5238;p25"/>
              <p:cNvSpPr/>
              <p:nvPr/>
            </p:nvSpPr>
            <p:spPr>
              <a:xfrm>
                <a:off x="1690625" y="3998550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1969" y="1669"/>
                      <a:pt x="1" y="6505"/>
                      <a:pt x="2569" y="6505"/>
                    </a:cubicBezTo>
                    <a:cubicBezTo>
                      <a:pt x="5138" y="6505"/>
                      <a:pt x="3237" y="1802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39" name="Google Shape;5239;p25"/>
              <p:cNvSpPr/>
              <p:nvPr/>
            </p:nvSpPr>
            <p:spPr>
              <a:xfrm>
                <a:off x="847525" y="2288175"/>
                <a:ext cx="128450" cy="16262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5" extrusionOk="0">
                    <a:moveTo>
                      <a:pt x="2569" y="0"/>
                    </a:moveTo>
                    <a:cubicBezTo>
                      <a:pt x="2002" y="1668"/>
                      <a:pt x="1" y="6505"/>
                      <a:pt x="2569" y="6505"/>
                    </a:cubicBezTo>
                    <a:cubicBezTo>
                      <a:pt x="5138" y="6505"/>
                      <a:pt x="3270" y="1801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40" name="Google Shape;5240;p25"/>
              <p:cNvSpPr/>
              <p:nvPr/>
            </p:nvSpPr>
            <p:spPr>
              <a:xfrm>
                <a:off x="449750" y="3810100"/>
                <a:ext cx="128450" cy="16347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39" extrusionOk="0">
                    <a:moveTo>
                      <a:pt x="2569" y="0"/>
                    </a:moveTo>
                    <a:cubicBezTo>
                      <a:pt x="2002" y="1701"/>
                      <a:pt x="1" y="6538"/>
                      <a:pt x="2569" y="6538"/>
                    </a:cubicBezTo>
                    <a:cubicBezTo>
                      <a:pt x="5138" y="6538"/>
                      <a:pt x="3270" y="1801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41" name="Google Shape;5241;p25"/>
              <p:cNvSpPr/>
              <p:nvPr/>
            </p:nvSpPr>
            <p:spPr>
              <a:xfrm>
                <a:off x="2760575" y="2598400"/>
                <a:ext cx="128450" cy="16262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5" extrusionOk="0">
                    <a:moveTo>
                      <a:pt x="2569" y="0"/>
                    </a:moveTo>
                    <a:cubicBezTo>
                      <a:pt x="2002" y="1701"/>
                      <a:pt x="0" y="6505"/>
                      <a:pt x="2569" y="6505"/>
                    </a:cubicBezTo>
                    <a:cubicBezTo>
                      <a:pt x="5137" y="6505"/>
                      <a:pt x="3269" y="1801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42" name="Google Shape;5242;p25"/>
              <p:cNvSpPr/>
              <p:nvPr/>
            </p:nvSpPr>
            <p:spPr>
              <a:xfrm>
                <a:off x="1549700" y="2517500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0"/>
                    </a:moveTo>
                    <a:cubicBezTo>
                      <a:pt x="2002" y="1668"/>
                      <a:pt x="1" y="6505"/>
                      <a:pt x="2569" y="6505"/>
                    </a:cubicBezTo>
                    <a:cubicBezTo>
                      <a:pt x="5138" y="6505"/>
                      <a:pt x="3270" y="1802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43" name="Google Shape;5243;p25"/>
              <p:cNvSpPr/>
              <p:nvPr/>
            </p:nvSpPr>
            <p:spPr>
              <a:xfrm>
                <a:off x="4916275" y="2575050"/>
                <a:ext cx="132625" cy="167625"/>
              </a:xfrm>
              <a:custGeom>
                <a:avLst/>
                <a:gdLst/>
                <a:ahLst/>
                <a:cxnLst/>
                <a:rect l="l" t="t" r="r" b="b"/>
                <a:pathLst>
                  <a:path w="5305" h="6705" extrusionOk="0">
                    <a:moveTo>
                      <a:pt x="2669" y="0"/>
                    </a:moveTo>
                    <a:cubicBezTo>
                      <a:pt x="2069" y="1735"/>
                      <a:pt x="0" y="6705"/>
                      <a:pt x="2669" y="6705"/>
                    </a:cubicBezTo>
                    <a:cubicBezTo>
                      <a:pt x="5304" y="6705"/>
                      <a:pt x="3370" y="1868"/>
                      <a:pt x="26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44" name="Google Shape;5244;p25"/>
              <p:cNvSpPr/>
              <p:nvPr/>
            </p:nvSpPr>
            <p:spPr>
              <a:xfrm>
                <a:off x="2541250" y="3262200"/>
                <a:ext cx="128450" cy="16347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39" extrusionOk="0">
                    <a:moveTo>
                      <a:pt x="2569" y="0"/>
                    </a:moveTo>
                    <a:cubicBezTo>
                      <a:pt x="2002" y="1702"/>
                      <a:pt x="0" y="6538"/>
                      <a:pt x="2569" y="6538"/>
                    </a:cubicBezTo>
                    <a:cubicBezTo>
                      <a:pt x="5137" y="6538"/>
                      <a:pt x="3269" y="1802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45" name="Google Shape;5245;p25"/>
              <p:cNvSpPr/>
              <p:nvPr/>
            </p:nvSpPr>
            <p:spPr>
              <a:xfrm>
                <a:off x="3474400" y="3408125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2002" y="1669"/>
                      <a:pt x="1" y="6506"/>
                      <a:pt x="2569" y="6506"/>
                    </a:cubicBezTo>
                    <a:cubicBezTo>
                      <a:pt x="5138" y="6506"/>
                      <a:pt x="3270" y="1769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46" name="Google Shape;5246;p25"/>
              <p:cNvSpPr/>
              <p:nvPr/>
            </p:nvSpPr>
            <p:spPr>
              <a:xfrm>
                <a:off x="815000" y="3529050"/>
                <a:ext cx="128450" cy="16347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39" extrusionOk="0">
                    <a:moveTo>
                      <a:pt x="2569" y="1"/>
                    </a:moveTo>
                    <a:cubicBezTo>
                      <a:pt x="2002" y="1702"/>
                      <a:pt x="1" y="6539"/>
                      <a:pt x="2569" y="6539"/>
                    </a:cubicBezTo>
                    <a:cubicBezTo>
                      <a:pt x="5138" y="6539"/>
                      <a:pt x="3270" y="1802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47" name="Google Shape;5247;p25"/>
              <p:cNvSpPr/>
              <p:nvPr/>
            </p:nvSpPr>
            <p:spPr>
              <a:xfrm>
                <a:off x="3662875" y="3998550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2002" y="1669"/>
                      <a:pt x="1" y="6505"/>
                      <a:pt x="2569" y="6505"/>
                    </a:cubicBezTo>
                    <a:cubicBezTo>
                      <a:pt x="5138" y="6505"/>
                      <a:pt x="3270" y="1802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48" name="Google Shape;5248;p25"/>
              <p:cNvSpPr/>
              <p:nvPr/>
            </p:nvSpPr>
            <p:spPr>
              <a:xfrm>
                <a:off x="4310850" y="3762550"/>
                <a:ext cx="132600" cy="167650"/>
              </a:xfrm>
              <a:custGeom>
                <a:avLst/>
                <a:gdLst/>
                <a:ahLst/>
                <a:cxnLst/>
                <a:rect l="l" t="t" r="r" b="b"/>
                <a:pathLst>
                  <a:path w="5304" h="6706" extrusionOk="0">
                    <a:moveTo>
                      <a:pt x="2669" y="1"/>
                    </a:moveTo>
                    <a:cubicBezTo>
                      <a:pt x="2068" y="1735"/>
                      <a:pt x="0" y="6706"/>
                      <a:pt x="2669" y="6706"/>
                    </a:cubicBezTo>
                    <a:cubicBezTo>
                      <a:pt x="5304" y="6706"/>
                      <a:pt x="3369" y="1835"/>
                      <a:pt x="26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49" name="Google Shape;5249;p25"/>
              <p:cNvSpPr/>
              <p:nvPr/>
            </p:nvSpPr>
            <p:spPr>
              <a:xfrm>
                <a:off x="4949625" y="3489025"/>
                <a:ext cx="132625" cy="167650"/>
              </a:xfrm>
              <a:custGeom>
                <a:avLst/>
                <a:gdLst/>
                <a:ahLst/>
                <a:cxnLst/>
                <a:rect l="l" t="t" r="r" b="b"/>
                <a:pathLst>
                  <a:path w="5305" h="6706" extrusionOk="0">
                    <a:moveTo>
                      <a:pt x="2669" y="1"/>
                    </a:moveTo>
                    <a:cubicBezTo>
                      <a:pt x="2069" y="1735"/>
                      <a:pt x="1" y="6705"/>
                      <a:pt x="2669" y="6705"/>
                    </a:cubicBezTo>
                    <a:cubicBezTo>
                      <a:pt x="5305" y="6705"/>
                      <a:pt x="3370" y="1869"/>
                      <a:pt x="26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50" name="Google Shape;5250;p25"/>
              <p:cNvSpPr/>
              <p:nvPr/>
            </p:nvSpPr>
            <p:spPr>
              <a:xfrm>
                <a:off x="6447475" y="2443275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1969" y="1668"/>
                      <a:pt x="1" y="6505"/>
                      <a:pt x="2569" y="6505"/>
                    </a:cubicBezTo>
                    <a:cubicBezTo>
                      <a:pt x="5138" y="6505"/>
                      <a:pt x="3236" y="1769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51" name="Google Shape;5251;p25"/>
              <p:cNvSpPr/>
              <p:nvPr/>
            </p:nvSpPr>
            <p:spPr>
              <a:xfrm>
                <a:off x="8779975" y="2806875"/>
                <a:ext cx="128450" cy="16262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5" extrusionOk="0">
                    <a:moveTo>
                      <a:pt x="2569" y="0"/>
                    </a:moveTo>
                    <a:cubicBezTo>
                      <a:pt x="1969" y="1702"/>
                      <a:pt x="0" y="6505"/>
                      <a:pt x="2569" y="6505"/>
                    </a:cubicBezTo>
                    <a:cubicBezTo>
                      <a:pt x="5137" y="6505"/>
                      <a:pt x="3236" y="1802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52" name="Google Shape;5252;p25"/>
              <p:cNvSpPr/>
              <p:nvPr/>
            </p:nvSpPr>
            <p:spPr>
              <a:xfrm>
                <a:off x="6112225" y="3998550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1969" y="1669"/>
                      <a:pt x="1" y="6505"/>
                      <a:pt x="2569" y="6505"/>
                    </a:cubicBezTo>
                    <a:cubicBezTo>
                      <a:pt x="5138" y="6505"/>
                      <a:pt x="3237" y="1802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53" name="Google Shape;5253;p25"/>
              <p:cNvSpPr/>
              <p:nvPr/>
            </p:nvSpPr>
            <p:spPr>
              <a:xfrm>
                <a:off x="5269125" y="2288175"/>
                <a:ext cx="128450" cy="16262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5" extrusionOk="0">
                    <a:moveTo>
                      <a:pt x="2569" y="0"/>
                    </a:moveTo>
                    <a:cubicBezTo>
                      <a:pt x="2002" y="1668"/>
                      <a:pt x="1" y="6505"/>
                      <a:pt x="2569" y="6505"/>
                    </a:cubicBezTo>
                    <a:cubicBezTo>
                      <a:pt x="5138" y="6505"/>
                      <a:pt x="3270" y="1801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54" name="Google Shape;5254;p25"/>
              <p:cNvSpPr/>
              <p:nvPr/>
            </p:nvSpPr>
            <p:spPr>
              <a:xfrm>
                <a:off x="4871350" y="3810100"/>
                <a:ext cx="128450" cy="16347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39" extrusionOk="0">
                    <a:moveTo>
                      <a:pt x="2569" y="0"/>
                    </a:moveTo>
                    <a:cubicBezTo>
                      <a:pt x="2002" y="1701"/>
                      <a:pt x="1" y="6538"/>
                      <a:pt x="2569" y="6538"/>
                    </a:cubicBezTo>
                    <a:cubicBezTo>
                      <a:pt x="5138" y="6538"/>
                      <a:pt x="3270" y="1801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55" name="Google Shape;5255;p25"/>
              <p:cNvSpPr/>
              <p:nvPr/>
            </p:nvSpPr>
            <p:spPr>
              <a:xfrm>
                <a:off x="7182175" y="2598400"/>
                <a:ext cx="128450" cy="16262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5" extrusionOk="0">
                    <a:moveTo>
                      <a:pt x="2569" y="0"/>
                    </a:moveTo>
                    <a:cubicBezTo>
                      <a:pt x="2002" y="1701"/>
                      <a:pt x="0" y="6505"/>
                      <a:pt x="2569" y="6505"/>
                    </a:cubicBezTo>
                    <a:cubicBezTo>
                      <a:pt x="5137" y="6505"/>
                      <a:pt x="3269" y="1801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56" name="Google Shape;5256;p25"/>
              <p:cNvSpPr/>
              <p:nvPr/>
            </p:nvSpPr>
            <p:spPr>
              <a:xfrm>
                <a:off x="5971300" y="2517500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0"/>
                    </a:moveTo>
                    <a:cubicBezTo>
                      <a:pt x="2002" y="1668"/>
                      <a:pt x="1" y="6505"/>
                      <a:pt x="2569" y="6505"/>
                    </a:cubicBezTo>
                    <a:cubicBezTo>
                      <a:pt x="5138" y="6505"/>
                      <a:pt x="3270" y="1802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57" name="Google Shape;5257;p25"/>
              <p:cNvSpPr/>
              <p:nvPr/>
            </p:nvSpPr>
            <p:spPr>
              <a:xfrm>
                <a:off x="7998575" y="2491650"/>
                <a:ext cx="131800" cy="167650"/>
              </a:xfrm>
              <a:custGeom>
                <a:avLst/>
                <a:gdLst/>
                <a:ahLst/>
                <a:cxnLst/>
                <a:rect l="l" t="t" r="r" b="b"/>
                <a:pathLst>
                  <a:path w="5272" h="6706" extrusionOk="0">
                    <a:moveTo>
                      <a:pt x="2636" y="0"/>
                    </a:moveTo>
                    <a:cubicBezTo>
                      <a:pt x="2036" y="1735"/>
                      <a:pt x="1" y="6705"/>
                      <a:pt x="2636" y="6705"/>
                    </a:cubicBezTo>
                    <a:cubicBezTo>
                      <a:pt x="5271" y="6705"/>
                      <a:pt x="3337" y="1835"/>
                      <a:pt x="2636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58" name="Google Shape;5258;p25"/>
              <p:cNvSpPr/>
              <p:nvPr/>
            </p:nvSpPr>
            <p:spPr>
              <a:xfrm>
                <a:off x="6962850" y="3262200"/>
                <a:ext cx="128450" cy="16347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39" extrusionOk="0">
                    <a:moveTo>
                      <a:pt x="2569" y="0"/>
                    </a:moveTo>
                    <a:cubicBezTo>
                      <a:pt x="2002" y="1702"/>
                      <a:pt x="0" y="6538"/>
                      <a:pt x="2569" y="6538"/>
                    </a:cubicBezTo>
                    <a:cubicBezTo>
                      <a:pt x="5137" y="6538"/>
                      <a:pt x="3269" y="1802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59" name="Google Shape;5259;p25"/>
              <p:cNvSpPr/>
              <p:nvPr/>
            </p:nvSpPr>
            <p:spPr>
              <a:xfrm>
                <a:off x="7896000" y="3408125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2002" y="1669"/>
                      <a:pt x="1" y="6506"/>
                      <a:pt x="2569" y="6506"/>
                    </a:cubicBezTo>
                    <a:cubicBezTo>
                      <a:pt x="5138" y="6506"/>
                      <a:pt x="3270" y="1769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60" name="Google Shape;5260;p25"/>
              <p:cNvSpPr/>
              <p:nvPr/>
            </p:nvSpPr>
            <p:spPr>
              <a:xfrm>
                <a:off x="5236600" y="3529050"/>
                <a:ext cx="128450" cy="16347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39" extrusionOk="0">
                    <a:moveTo>
                      <a:pt x="2569" y="1"/>
                    </a:moveTo>
                    <a:cubicBezTo>
                      <a:pt x="2002" y="1702"/>
                      <a:pt x="1" y="6539"/>
                      <a:pt x="2569" y="6539"/>
                    </a:cubicBezTo>
                    <a:cubicBezTo>
                      <a:pt x="5138" y="6539"/>
                      <a:pt x="3270" y="1802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61" name="Google Shape;5261;p25"/>
              <p:cNvSpPr/>
              <p:nvPr/>
            </p:nvSpPr>
            <p:spPr>
              <a:xfrm>
                <a:off x="7128800" y="3845950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0"/>
                    </a:moveTo>
                    <a:cubicBezTo>
                      <a:pt x="2002" y="1702"/>
                      <a:pt x="0" y="6505"/>
                      <a:pt x="2569" y="6505"/>
                    </a:cubicBezTo>
                    <a:cubicBezTo>
                      <a:pt x="5137" y="6505"/>
                      <a:pt x="3269" y="1802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62" name="Google Shape;5262;p25"/>
              <p:cNvSpPr/>
              <p:nvPr/>
            </p:nvSpPr>
            <p:spPr>
              <a:xfrm>
                <a:off x="8084475" y="3998550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2002" y="1669"/>
                      <a:pt x="1" y="6505"/>
                      <a:pt x="2569" y="6505"/>
                    </a:cubicBezTo>
                    <a:cubicBezTo>
                      <a:pt x="5138" y="6505"/>
                      <a:pt x="3270" y="1802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63" name="Google Shape;5263;p25"/>
              <p:cNvSpPr/>
              <p:nvPr/>
            </p:nvSpPr>
            <p:spPr>
              <a:xfrm>
                <a:off x="8732450" y="3762550"/>
                <a:ext cx="132600" cy="167650"/>
              </a:xfrm>
              <a:custGeom>
                <a:avLst/>
                <a:gdLst/>
                <a:ahLst/>
                <a:cxnLst/>
                <a:rect l="l" t="t" r="r" b="b"/>
                <a:pathLst>
                  <a:path w="5304" h="6706" extrusionOk="0">
                    <a:moveTo>
                      <a:pt x="2669" y="1"/>
                    </a:moveTo>
                    <a:cubicBezTo>
                      <a:pt x="2068" y="1735"/>
                      <a:pt x="0" y="6706"/>
                      <a:pt x="2669" y="6706"/>
                    </a:cubicBezTo>
                    <a:cubicBezTo>
                      <a:pt x="5304" y="6706"/>
                      <a:pt x="3369" y="1835"/>
                      <a:pt x="26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64" name="Google Shape;5264;p25"/>
              <p:cNvSpPr/>
              <p:nvPr/>
            </p:nvSpPr>
            <p:spPr>
              <a:xfrm>
                <a:off x="5465200" y="3071850"/>
                <a:ext cx="128450" cy="16347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39" extrusionOk="0">
                    <a:moveTo>
                      <a:pt x="2569" y="1"/>
                    </a:moveTo>
                    <a:cubicBezTo>
                      <a:pt x="2002" y="1702"/>
                      <a:pt x="1" y="6539"/>
                      <a:pt x="2569" y="6539"/>
                    </a:cubicBezTo>
                    <a:cubicBezTo>
                      <a:pt x="5138" y="6539"/>
                      <a:pt x="3270" y="1802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65" name="Google Shape;5265;p25"/>
              <p:cNvSpPr/>
              <p:nvPr/>
            </p:nvSpPr>
            <p:spPr>
              <a:xfrm>
                <a:off x="5770000" y="3376650"/>
                <a:ext cx="128450" cy="16347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39" extrusionOk="0">
                    <a:moveTo>
                      <a:pt x="2569" y="1"/>
                    </a:moveTo>
                    <a:cubicBezTo>
                      <a:pt x="2002" y="1702"/>
                      <a:pt x="1" y="6539"/>
                      <a:pt x="2569" y="6539"/>
                    </a:cubicBezTo>
                    <a:cubicBezTo>
                      <a:pt x="5138" y="6539"/>
                      <a:pt x="3270" y="1802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66" name="Google Shape;5266;p25"/>
              <p:cNvSpPr/>
              <p:nvPr/>
            </p:nvSpPr>
            <p:spPr>
              <a:xfrm flipH="1">
                <a:off x="1298725" y="3053713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2002" y="1669"/>
                      <a:pt x="1" y="6506"/>
                      <a:pt x="2569" y="6506"/>
                    </a:cubicBezTo>
                    <a:cubicBezTo>
                      <a:pt x="5138" y="6506"/>
                      <a:pt x="3270" y="1769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67" name="Google Shape;5267;p25"/>
              <p:cNvSpPr/>
              <p:nvPr/>
            </p:nvSpPr>
            <p:spPr>
              <a:xfrm>
                <a:off x="8151075" y="3043700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1969" y="1669"/>
                      <a:pt x="1" y="6505"/>
                      <a:pt x="2569" y="6505"/>
                    </a:cubicBezTo>
                    <a:cubicBezTo>
                      <a:pt x="5138" y="6505"/>
                      <a:pt x="3237" y="1802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68" name="Google Shape;5268;p25"/>
              <p:cNvSpPr/>
              <p:nvPr/>
            </p:nvSpPr>
            <p:spPr>
              <a:xfrm>
                <a:off x="3735413" y="3000325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1969" y="1669"/>
                      <a:pt x="1" y="6505"/>
                      <a:pt x="2569" y="6505"/>
                    </a:cubicBezTo>
                    <a:cubicBezTo>
                      <a:pt x="5138" y="6505"/>
                      <a:pt x="3237" y="1802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269" name="Google Shape;5269;p25"/>
            <p:cNvSpPr/>
            <p:nvPr/>
          </p:nvSpPr>
          <p:spPr>
            <a:xfrm>
              <a:off x="2011825" y="433547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1969" y="1668"/>
                    <a:pt x="1" y="6505"/>
                    <a:pt x="2569" y="6505"/>
                  </a:cubicBezTo>
                  <a:cubicBezTo>
                    <a:pt x="5138" y="6505"/>
                    <a:pt x="3236" y="1769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0" name="Google Shape;5270;p25"/>
            <p:cNvSpPr/>
            <p:nvPr/>
          </p:nvSpPr>
          <p:spPr>
            <a:xfrm>
              <a:off x="4344325" y="4699075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1969" y="1702"/>
                    <a:pt x="0" y="6505"/>
                    <a:pt x="2569" y="6505"/>
                  </a:cubicBezTo>
                  <a:cubicBezTo>
                    <a:pt x="5137" y="6505"/>
                    <a:pt x="3236" y="1802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1" name="Google Shape;5271;p25"/>
            <p:cNvSpPr/>
            <p:nvPr/>
          </p:nvSpPr>
          <p:spPr>
            <a:xfrm>
              <a:off x="833475" y="4180375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2002" y="1668"/>
                    <a:pt x="1" y="6505"/>
                    <a:pt x="2569" y="6505"/>
                  </a:cubicBezTo>
                  <a:cubicBezTo>
                    <a:pt x="5138" y="6505"/>
                    <a:pt x="3270" y="1801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2" name="Google Shape;5272;p25"/>
            <p:cNvSpPr/>
            <p:nvPr/>
          </p:nvSpPr>
          <p:spPr>
            <a:xfrm>
              <a:off x="2746525" y="4490600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2002" y="1701"/>
                    <a:pt x="0" y="6505"/>
                    <a:pt x="2569" y="6505"/>
                  </a:cubicBezTo>
                  <a:cubicBezTo>
                    <a:pt x="5137" y="6505"/>
                    <a:pt x="3269" y="1801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3" name="Google Shape;5273;p25"/>
            <p:cNvSpPr/>
            <p:nvPr/>
          </p:nvSpPr>
          <p:spPr>
            <a:xfrm>
              <a:off x="1535650" y="4409700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0"/>
                  </a:moveTo>
                  <a:cubicBezTo>
                    <a:pt x="2002" y="1668"/>
                    <a:pt x="1" y="6505"/>
                    <a:pt x="2569" y="6505"/>
                  </a:cubicBezTo>
                  <a:cubicBezTo>
                    <a:pt x="5138" y="6505"/>
                    <a:pt x="3270" y="1802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4" name="Google Shape;5274;p25"/>
            <p:cNvSpPr/>
            <p:nvPr/>
          </p:nvSpPr>
          <p:spPr>
            <a:xfrm>
              <a:off x="3562925" y="4383850"/>
              <a:ext cx="131800" cy="167650"/>
            </a:xfrm>
            <a:custGeom>
              <a:avLst/>
              <a:gdLst/>
              <a:ahLst/>
              <a:cxnLst/>
              <a:rect l="l" t="t" r="r" b="b"/>
              <a:pathLst>
                <a:path w="5272" h="6706" extrusionOk="0">
                  <a:moveTo>
                    <a:pt x="2636" y="0"/>
                  </a:moveTo>
                  <a:cubicBezTo>
                    <a:pt x="2036" y="1735"/>
                    <a:pt x="1" y="6705"/>
                    <a:pt x="2636" y="6705"/>
                  </a:cubicBezTo>
                  <a:cubicBezTo>
                    <a:pt x="5271" y="6705"/>
                    <a:pt x="3337" y="1835"/>
                    <a:pt x="2636" y="0"/>
                  </a:cubicBezTo>
                  <a:close/>
                </a:path>
              </a:pathLst>
            </a:custGeom>
            <a:solidFill>
              <a:srgbClr val="191919">
                <a:alpha val="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5" name="Google Shape;5275;p25"/>
            <p:cNvSpPr/>
            <p:nvPr/>
          </p:nvSpPr>
          <p:spPr>
            <a:xfrm>
              <a:off x="4902225" y="4467250"/>
              <a:ext cx="132625" cy="167625"/>
            </a:xfrm>
            <a:custGeom>
              <a:avLst/>
              <a:gdLst/>
              <a:ahLst/>
              <a:cxnLst/>
              <a:rect l="l" t="t" r="r" b="b"/>
              <a:pathLst>
                <a:path w="5305" h="6705" extrusionOk="0">
                  <a:moveTo>
                    <a:pt x="2669" y="0"/>
                  </a:moveTo>
                  <a:cubicBezTo>
                    <a:pt x="2069" y="1735"/>
                    <a:pt x="0" y="6705"/>
                    <a:pt x="2669" y="6705"/>
                  </a:cubicBezTo>
                  <a:cubicBezTo>
                    <a:pt x="5304" y="6705"/>
                    <a:pt x="3370" y="1868"/>
                    <a:pt x="2669" y="0"/>
                  </a:cubicBezTo>
                  <a:close/>
                </a:path>
              </a:pathLst>
            </a:custGeom>
            <a:solidFill>
              <a:srgbClr val="191919">
                <a:alpha val="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6" name="Google Shape;5276;p25"/>
            <p:cNvSpPr/>
            <p:nvPr/>
          </p:nvSpPr>
          <p:spPr>
            <a:xfrm>
              <a:off x="2527200" y="5154400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0"/>
                  </a:moveTo>
                  <a:cubicBezTo>
                    <a:pt x="2002" y="1702"/>
                    <a:pt x="0" y="6538"/>
                    <a:pt x="2569" y="6538"/>
                  </a:cubicBezTo>
                  <a:cubicBezTo>
                    <a:pt x="5137" y="6538"/>
                    <a:pt x="3269" y="1802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7" name="Google Shape;5277;p25"/>
            <p:cNvSpPr/>
            <p:nvPr/>
          </p:nvSpPr>
          <p:spPr>
            <a:xfrm>
              <a:off x="6433425" y="433547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1969" y="1668"/>
                    <a:pt x="1" y="6505"/>
                    <a:pt x="2569" y="6505"/>
                  </a:cubicBezTo>
                  <a:cubicBezTo>
                    <a:pt x="5138" y="6505"/>
                    <a:pt x="3236" y="1769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8" name="Google Shape;5278;p25"/>
            <p:cNvSpPr/>
            <p:nvPr/>
          </p:nvSpPr>
          <p:spPr>
            <a:xfrm>
              <a:off x="8765925" y="4699075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1969" y="1702"/>
                    <a:pt x="0" y="6505"/>
                    <a:pt x="2569" y="6505"/>
                  </a:cubicBezTo>
                  <a:cubicBezTo>
                    <a:pt x="5137" y="6505"/>
                    <a:pt x="3236" y="1802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9" name="Google Shape;5279;p25"/>
            <p:cNvSpPr/>
            <p:nvPr/>
          </p:nvSpPr>
          <p:spPr>
            <a:xfrm>
              <a:off x="5255075" y="4180375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2002" y="1668"/>
                    <a:pt x="1" y="6505"/>
                    <a:pt x="2569" y="6505"/>
                  </a:cubicBezTo>
                  <a:cubicBezTo>
                    <a:pt x="5138" y="6505"/>
                    <a:pt x="3270" y="1801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0" name="Google Shape;5280;p25"/>
            <p:cNvSpPr/>
            <p:nvPr/>
          </p:nvSpPr>
          <p:spPr>
            <a:xfrm>
              <a:off x="7168125" y="4490600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2002" y="1701"/>
                    <a:pt x="0" y="6505"/>
                    <a:pt x="2569" y="6505"/>
                  </a:cubicBezTo>
                  <a:cubicBezTo>
                    <a:pt x="5137" y="6505"/>
                    <a:pt x="3269" y="1801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1" name="Google Shape;5281;p25"/>
            <p:cNvSpPr/>
            <p:nvPr/>
          </p:nvSpPr>
          <p:spPr>
            <a:xfrm>
              <a:off x="5957250" y="4409700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0"/>
                  </a:moveTo>
                  <a:cubicBezTo>
                    <a:pt x="2002" y="1668"/>
                    <a:pt x="1" y="6505"/>
                    <a:pt x="2569" y="6505"/>
                  </a:cubicBezTo>
                  <a:cubicBezTo>
                    <a:pt x="5138" y="6505"/>
                    <a:pt x="3270" y="1802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2" name="Google Shape;5282;p25"/>
            <p:cNvSpPr/>
            <p:nvPr/>
          </p:nvSpPr>
          <p:spPr>
            <a:xfrm>
              <a:off x="7984525" y="4383850"/>
              <a:ext cx="131800" cy="167650"/>
            </a:xfrm>
            <a:custGeom>
              <a:avLst/>
              <a:gdLst/>
              <a:ahLst/>
              <a:cxnLst/>
              <a:rect l="l" t="t" r="r" b="b"/>
              <a:pathLst>
                <a:path w="5272" h="6706" extrusionOk="0">
                  <a:moveTo>
                    <a:pt x="2636" y="0"/>
                  </a:moveTo>
                  <a:cubicBezTo>
                    <a:pt x="2036" y="1735"/>
                    <a:pt x="1" y="6705"/>
                    <a:pt x="2636" y="6705"/>
                  </a:cubicBezTo>
                  <a:cubicBezTo>
                    <a:pt x="5271" y="6705"/>
                    <a:pt x="3337" y="1835"/>
                    <a:pt x="2636" y="0"/>
                  </a:cubicBezTo>
                  <a:close/>
                </a:path>
              </a:pathLst>
            </a:custGeom>
            <a:solidFill>
              <a:srgbClr val="191919">
                <a:alpha val="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3" name="Google Shape;5283;p25"/>
            <p:cNvSpPr/>
            <p:nvPr/>
          </p:nvSpPr>
          <p:spPr>
            <a:xfrm>
              <a:off x="6948800" y="5154400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0"/>
                  </a:moveTo>
                  <a:cubicBezTo>
                    <a:pt x="2002" y="1702"/>
                    <a:pt x="0" y="6538"/>
                    <a:pt x="2569" y="6538"/>
                  </a:cubicBezTo>
                  <a:cubicBezTo>
                    <a:pt x="5137" y="6538"/>
                    <a:pt x="3269" y="1802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4" name="Google Shape;5284;p25"/>
            <p:cNvSpPr/>
            <p:nvPr/>
          </p:nvSpPr>
          <p:spPr>
            <a:xfrm>
              <a:off x="5451150" y="4964050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1" y="6539"/>
                    <a:pt x="2569" y="6539"/>
                  </a:cubicBezTo>
                  <a:cubicBezTo>
                    <a:pt x="5138" y="6539"/>
                    <a:pt x="3270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5" name="Google Shape;5285;p25"/>
            <p:cNvSpPr/>
            <p:nvPr/>
          </p:nvSpPr>
          <p:spPr>
            <a:xfrm flipH="1">
              <a:off x="1284675" y="4945913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669"/>
                    <a:pt x="1" y="6506"/>
                    <a:pt x="2569" y="6506"/>
                  </a:cubicBezTo>
                  <a:cubicBezTo>
                    <a:pt x="5138" y="6506"/>
                    <a:pt x="3270" y="1769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6" name="Google Shape;5286;p25"/>
            <p:cNvSpPr/>
            <p:nvPr/>
          </p:nvSpPr>
          <p:spPr>
            <a:xfrm>
              <a:off x="8137025" y="4935900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1969" y="1669"/>
                    <a:pt x="1" y="6505"/>
                    <a:pt x="2569" y="6505"/>
                  </a:cubicBezTo>
                  <a:cubicBezTo>
                    <a:pt x="5138" y="6505"/>
                    <a:pt x="3237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7" name="Google Shape;5287;p25"/>
            <p:cNvSpPr/>
            <p:nvPr/>
          </p:nvSpPr>
          <p:spPr>
            <a:xfrm>
              <a:off x="3721363" y="489252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1969" y="1669"/>
                    <a:pt x="1" y="6505"/>
                    <a:pt x="2569" y="6505"/>
                  </a:cubicBezTo>
                  <a:cubicBezTo>
                    <a:pt x="5138" y="6505"/>
                    <a:pt x="3237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288" name="Google Shape;5288;p25"/>
          <p:cNvGrpSpPr/>
          <p:nvPr/>
        </p:nvGrpSpPr>
        <p:grpSpPr>
          <a:xfrm>
            <a:off x="-475344" y="4568752"/>
            <a:ext cx="2639559" cy="1337323"/>
            <a:chOff x="-2125575" y="3574325"/>
            <a:chExt cx="3624275" cy="1836225"/>
          </a:xfrm>
        </p:grpSpPr>
        <p:sp>
          <p:nvSpPr>
            <p:cNvPr id="5289" name="Google Shape;5289;p25"/>
            <p:cNvSpPr/>
            <p:nvPr/>
          </p:nvSpPr>
          <p:spPr>
            <a:xfrm>
              <a:off x="-2125575" y="3857025"/>
              <a:ext cx="1777125" cy="1163775"/>
            </a:xfrm>
            <a:custGeom>
              <a:avLst/>
              <a:gdLst/>
              <a:ahLst/>
              <a:cxnLst/>
              <a:rect l="l" t="t" r="r" b="b"/>
              <a:pathLst>
                <a:path w="71085" h="46551" extrusionOk="0">
                  <a:moveTo>
                    <a:pt x="71051" y="1"/>
                  </a:moveTo>
                  <a:cubicBezTo>
                    <a:pt x="59209" y="601"/>
                    <a:pt x="18213" y="15879"/>
                    <a:pt x="1301" y="29722"/>
                  </a:cubicBezTo>
                  <a:cubicBezTo>
                    <a:pt x="100" y="30723"/>
                    <a:pt x="0" y="32524"/>
                    <a:pt x="1101" y="33625"/>
                  </a:cubicBezTo>
                  <a:cubicBezTo>
                    <a:pt x="3569" y="36060"/>
                    <a:pt x="5371" y="39762"/>
                    <a:pt x="5904" y="44166"/>
                  </a:cubicBezTo>
                  <a:cubicBezTo>
                    <a:pt x="6057" y="45630"/>
                    <a:pt x="7285" y="46551"/>
                    <a:pt x="8555" y="46551"/>
                  </a:cubicBezTo>
                  <a:cubicBezTo>
                    <a:pt x="9222" y="46551"/>
                    <a:pt x="9901" y="46296"/>
                    <a:pt x="10441" y="45733"/>
                  </a:cubicBezTo>
                  <a:cubicBezTo>
                    <a:pt x="24151" y="31390"/>
                    <a:pt x="50203" y="12610"/>
                    <a:pt x="71051" y="568"/>
                  </a:cubicBezTo>
                  <a:cubicBezTo>
                    <a:pt x="71051" y="401"/>
                    <a:pt x="71051" y="201"/>
                    <a:pt x="7108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0" name="Google Shape;5290;p25"/>
            <p:cNvSpPr/>
            <p:nvPr/>
          </p:nvSpPr>
          <p:spPr>
            <a:xfrm>
              <a:off x="-1877075" y="3871200"/>
              <a:ext cx="1529450" cy="1427300"/>
            </a:xfrm>
            <a:custGeom>
              <a:avLst/>
              <a:gdLst/>
              <a:ahLst/>
              <a:cxnLst/>
              <a:rect l="l" t="t" r="r" b="b"/>
              <a:pathLst>
                <a:path w="61178" h="57092" extrusionOk="0">
                  <a:moveTo>
                    <a:pt x="61111" y="1"/>
                  </a:moveTo>
                  <a:cubicBezTo>
                    <a:pt x="40830" y="11709"/>
                    <a:pt x="15678" y="29789"/>
                    <a:pt x="1668" y="43932"/>
                  </a:cubicBezTo>
                  <a:cubicBezTo>
                    <a:pt x="1" y="45633"/>
                    <a:pt x="1235" y="48435"/>
                    <a:pt x="3603" y="48435"/>
                  </a:cubicBezTo>
                  <a:cubicBezTo>
                    <a:pt x="10441" y="48469"/>
                    <a:pt x="18947" y="51604"/>
                    <a:pt x="23250" y="56208"/>
                  </a:cubicBezTo>
                  <a:cubicBezTo>
                    <a:pt x="23794" y="56806"/>
                    <a:pt x="24517" y="57091"/>
                    <a:pt x="25231" y="57091"/>
                  </a:cubicBezTo>
                  <a:cubicBezTo>
                    <a:pt x="26228" y="57091"/>
                    <a:pt x="27207" y="56537"/>
                    <a:pt x="27654" y="55507"/>
                  </a:cubicBezTo>
                  <a:cubicBezTo>
                    <a:pt x="34525" y="39529"/>
                    <a:pt x="48001" y="18180"/>
                    <a:pt x="61178" y="101"/>
                  </a:cubicBezTo>
                  <a:cubicBezTo>
                    <a:pt x="61144" y="34"/>
                    <a:pt x="61144" y="67"/>
                    <a:pt x="611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1" name="Google Shape;5291;p25"/>
            <p:cNvSpPr/>
            <p:nvPr/>
          </p:nvSpPr>
          <p:spPr>
            <a:xfrm>
              <a:off x="-1190400" y="3877050"/>
              <a:ext cx="858600" cy="1520275"/>
            </a:xfrm>
            <a:custGeom>
              <a:avLst/>
              <a:gdLst/>
              <a:ahLst/>
              <a:cxnLst/>
              <a:rect l="l" t="t" r="r" b="b"/>
              <a:pathLst>
                <a:path w="34344" h="60811" extrusionOk="0">
                  <a:moveTo>
                    <a:pt x="33610" y="0"/>
                  </a:moveTo>
                  <a:lnTo>
                    <a:pt x="33610" y="0"/>
                  </a:lnTo>
                  <a:cubicBezTo>
                    <a:pt x="20868" y="17479"/>
                    <a:pt x="7859" y="38027"/>
                    <a:pt x="820" y="53805"/>
                  </a:cubicBezTo>
                  <a:cubicBezTo>
                    <a:pt x="1" y="55627"/>
                    <a:pt x="1392" y="57532"/>
                    <a:pt x="3259" y="57532"/>
                  </a:cubicBezTo>
                  <a:cubicBezTo>
                    <a:pt x="3442" y="57532"/>
                    <a:pt x="3631" y="57514"/>
                    <a:pt x="3823" y="57475"/>
                  </a:cubicBezTo>
                  <a:cubicBezTo>
                    <a:pt x="5960" y="57013"/>
                    <a:pt x="8473" y="56796"/>
                    <a:pt x="11131" y="56796"/>
                  </a:cubicBezTo>
                  <a:cubicBezTo>
                    <a:pt x="17887" y="56796"/>
                    <a:pt x="25582" y="58197"/>
                    <a:pt x="30442" y="60543"/>
                  </a:cubicBezTo>
                  <a:cubicBezTo>
                    <a:pt x="30815" y="60727"/>
                    <a:pt x="31200" y="60811"/>
                    <a:pt x="31574" y="60811"/>
                  </a:cubicBezTo>
                  <a:cubicBezTo>
                    <a:pt x="33038" y="60811"/>
                    <a:pt x="34344" y="59529"/>
                    <a:pt x="34211" y="57908"/>
                  </a:cubicBezTo>
                  <a:cubicBezTo>
                    <a:pt x="32443" y="37794"/>
                    <a:pt x="32777" y="16745"/>
                    <a:pt x="336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2" name="Google Shape;5292;p25"/>
            <p:cNvSpPr/>
            <p:nvPr/>
          </p:nvSpPr>
          <p:spPr>
            <a:xfrm>
              <a:off x="-334300" y="3856200"/>
              <a:ext cx="1833000" cy="1095200"/>
            </a:xfrm>
            <a:custGeom>
              <a:avLst/>
              <a:gdLst/>
              <a:ahLst/>
              <a:cxnLst/>
              <a:rect l="l" t="t" r="r" b="b"/>
              <a:pathLst>
                <a:path w="73320" h="43808" extrusionOk="0">
                  <a:moveTo>
                    <a:pt x="100" y="0"/>
                  </a:moveTo>
                  <a:lnTo>
                    <a:pt x="0" y="334"/>
                  </a:lnTo>
                  <a:cubicBezTo>
                    <a:pt x="23450" y="12276"/>
                    <a:pt x="51837" y="29588"/>
                    <a:pt x="67248" y="43131"/>
                  </a:cubicBezTo>
                  <a:cubicBezTo>
                    <a:pt x="67767" y="43597"/>
                    <a:pt x="68383" y="43807"/>
                    <a:pt x="68988" y="43807"/>
                  </a:cubicBezTo>
                  <a:cubicBezTo>
                    <a:pt x="70289" y="43807"/>
                    <a:pt x="71538" y="42833"/>
                    <a:pt x="71651" y="41330"/>
                  </a:cubicBezTo>
                  <a:cubicBezTo>
                    <a:pt x="71818" y="38961"/>
                    <a:pt x="72218" y="36326"/>
                    <a:pt x="72986" y="34125"/>
                  </a:cubicBezTo>
                  <a:cubicBezTo>
                    <a:pt x="73319" y="33091"/>
                    <a:pt x="73052" y="31956"/>
                    <a:pt x="72252" y="31256"/>
                  </a:cubicBezTo>
                  <a:cubicBezTo>
                    <a:pt x="56274" y="16712"/>
                    <a:pt x="11275" y="0"/>
                    <a:pt x="10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3" name="Google Shape;5293;p25"/>
            <p:cNvSpPr/>
            <p:nvPr/>
          </p:nvSpPr>
          <p:spPr>
            <a:xfrm>
              <a:off x="-338475" y="3862875"/>
              <a:ext cx="1687900" cy="1388950"/>
            </a:xfrm>
            <a:custGeom>
              <a:avLst/>
              <a:gdLst/>
              <a:ahLst/>
              <a:cxnLst/>
              <a:rect l="l" t="t" r="r" b="b"/>
              <a:pathLst>
                <a:path w="67516" h="55558" extrusionOk="0">
                  <a:moveTo>
                    <a:pt x="67" y="0"/>
                  </a:moveTo>
                  <a:cubicBezTo>
                    <a:pt x="34" y="67"/>
                    <a:pt x="34" y="33"/>
                    <a:pt x="0" y="67"/>
                  </a:cubicBezTo>
                  <a:cubicBezTo>
                    <a:pt x="16979" y="16979"/>
                    <a:pt x="36593" y="38361"/>
                    <a:pt x="44466" y="54072"/>
                  </a:cubicBezTo>
                  <a:cubicBezTo>
                    <a:pt x="44945" y="55049"/>
                    <a:pt x="45883" y="55558"/>
                    <a:pt x="46835" y="55558"/>
                  </a:cubicBezTo>
                  <a:cubicBezTo>
                    <a:pt x="47605" y="55558"/>
                    <a:pt x="48384" y="55225"/>
                    <a:pt x="48935" y="54539"/>
                  </a:cubicBezTo>
                  <a:cubicBezTo>
                    <a:pt x="53238" y="49135"/>
                    <a:pt x="58676" y="46367"/>
                    <a:pt x="64080" y="46033"/>
                  </a:cubicBezTo>
                  <a:cubicBezTo>
                    <a:pt x="66481" y="45900"/>
                    <a:pt x="67515" y="42931"/>
                    <a:pt x="65681" y="41363"/>
                  </a:cubicBezTo>
                  <a:cubicBezTo>
                    <a:pt x="49936" y="28053"/>
                    <a:pt x="22650" y="11508"/>
                    <a:pt x="6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4" name="Google Shape;5294;p25"/>
            <p:cNvSpPr/>
            <p:nvPr/>
          </p:nvSpPr>
          <p:spPr>
            <a:xfrm>
              <a:off x="-379350" y="3864525"/>
              <a:ext cx="1148675" cy="1546025"/>
            </a:xfrm>
            <a:custGeom>
              <a:avLst/>
              <a:gdLst/>
              <a:ahLst/>
              <a:cxnLst/>
              <a:rect l="l" t="t" r="r" b="b"/>
              <a:pathLst>
                <a:path w="45947" h="61841" extrusionOk="0">
                  <a:moveTo>
                    <a:pt x="1635" y="1"/>
                  </a:moveTo>
                  <a:cubicBezTo>
                    <a:pt x="1602" y="34"/>
                    <a:pt x="1569" y="34"/>
                    <a:pt x="1502" y="34"/>
                  </a:cubicBezTo>
                  <a:cubicBezTo>
                    <a:pt x="1402" y="168"/>
                    <a:pt x="1302" y="334"/>
                    <a:pt x="1168" y="501"/>
                  </a:cubicBezTo>
                  <a:cubicBezTo>
                    <a:pt x="301" y="17547"/>
                    <a:pt x="1" y="38995"/>
                    <a:pt x="1869" y="59443"/>
                  </a:cubicBezTo>
                  <a:cubicBezTo>
                    <a:pt x="1989" y="60884"/>
                    <a:pt x="3215" y="61841"/>
                    <a:pt x="4515" y="61841"/>
                  </a:cubicBezTo>
                  <a:cubicBezTo>
                    <a:pt x="5021" y="61841"/>
                    <a:pt x="5538" y="61696"/>
                    <a:pt x="6005" y="61378"/>
                  </a:cubicBezTo>
                  <a:cubicBezTo>
                    <a:pt x="12280" y="57075"/>
                    <a:pt x="22400" y="54418"/>
                    <a:pt x="31722" y="54418"/>
                  </a:cubicBezTo>
                  <a:cubicBezTo>
                    <a:pt x="35335" y="54418"/>
                    <a:pt x="38828" y="54817"/>
                    <a:pt x="41931" y="55674"/>
                  </a:cubicBezTo>
                  <a:cubicBezTo>
                    <a:pt x="42172" y="55738"/>
                    <a:pt x="42409" y="55768"/>
                    <a:pt x="42637" y="55768"/>
                  </a:cubicBezTo>
                  <a:cubicBezTo>
                    <a:pt x="44562" y="55768"/>
                    <a:pt x="45947" y="53653"/>
                    <a:pt x="44933" y="51805"/>
                  </a:cubicBezTo>
                  <a:cubicBezTo>
                    <a:pt x="36427" y="36360"/>
                    <a:pt x="17847" y="16112"/>
                    <a:pt x="16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295" name="Google Shape;5295;p25"/>
            <p:cNvGrpSpPr/>
            <p:nvPr/>
          </p:nvGrpSpPr>
          <p:grpSpPr>
            <a:xfrm>
              <a:off x="-2125575" y="3574325"/>
              <a:ext cx="3624275" cy="1836225"/>
              <a:chOff x="-4100775" y="3456250"/>
              <a:chExt cx="3624275" cy="1836225"/>
            </a:xfrm>
          </p:grpSpPr>
          <p:sp>
            <p:nvSpPr>
              <p:cNvPr id="5296" name="Google Shape;5296;p25"/>
              <p:cNvSpPr/>
              <p:nvPr/>
            </p:nvSpPr>
            <p:spPr>
              <a:xfrm>
                <a:off x="-4100775" y="3738950"/>
                <a:ext cx="1777125" cy="1163775"/>
              </a:xfrm>
              <a:custGeom>
                <a:avLst/>
                <a:gdLst/>
                <a:ahLst/>
                <a:cxnLst/>
                <a:rect l="l" t="t" r="r" b="b"/>
                <a:pathLst>
                  <a:path w="71085" h="46551" extrusionOk="0">
                    <a:moveTo>
                      <a:pt x="71051" y="1"/>
                    </a:moveTo>
                    <a:cubicBezTo>
                      <a:pt x="59209" y="601"/>
                      <a:pt x="18213" y="15879"/>
                      <a:pt x="1301" y="29722"/>
                    </a:cubicBezTo>
                    <a:cubicBezTo>
                      <a:pt x="100" y="30723"/>
                      <a:pt x="0" y="32524"/>
                      <a:pt x="1101" y="33625"/>
                    </a:cubicBezTo>
                    <a:cubicBezTo>
                      <a:pt x="3569" y="36060"/>
                      <a:pt x="5371" y="39762"/>
                      <a:pt x="5904" y="44166"/>
                    </a:cubicBezTo>
                    <a:cubicBezTo>
                      <a:pt x="6057" y="45630"/>
                      <a:pt x="7285" y="46551"/>
                      <a:pt x="8555" y="46551"/>
                    </a:cubicBezTo>
                    <a:cubicBezTo>
                      <a:pt x="9222" y="46551"/>
                      <a:pt x="9901" y="46296"/>
                      <a:pt x="10441" y="45733"/>
                    </a:cubicBezTo>
                    <a:cubicBezTo>
                      <a:pt x="24151" y="31390"/>
                      <a:pt x="50203" y="12610"/>
                      <a:pt x="71051" y="568"/>
                    </a:cubicBezTo>
                    <a:cubicBezTo>
                      <a:pt x="71051" y="401"/>
                      <a:pt x="71051" y="201"/>
                      <a:pt x="71084" y="1"/>
                    </a:cubicBezTo>
                    <a:close/>
                  </a:path>
                </a:pathLst>
              </a:custGeom>
              <a:solidFill>
                <a:srgbClr val="191919">
                  <a:alpha val="284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97" name="Google Shape;5297;p25"/>
              <p:cNvSpPr/>
              <p:nvPr/>
            </p:nvSpPr>
            <p:spPr>
              <a:xfrm>
                <a:off x="-3852275" y="3753125"/>
                <a:ext cx="1529450" cy="1427300"/>
              </a:xfrm>
              <a:custGeom>
                <a:avLst/>
                <a:gdLst/>
                <a:ahLst/>
                <a:cxnLst/>
                <a:rect l="l" t="t" r="r" b="b"/>
                <a:pathLst>
                  <a:path w="61178" h="57092" extrusionOk="0">
                    <a:moveTo>
                      <a:pt x="61111" y="1"/>
                    </a:moveTo>
                    <a:cubicBezTo>
                      <a:pt x="40830" y="11709"/>
                      <a:pt x="15678" y="29789"/>
                      <a:pt x="1668" y="43932"/>
                    </a:cubicBezTo>
                    <a:cubicBezTo>
                      <a:pt x="1" y="45633"/>
                      <a:pt x="1235" y="48435"/>
                      <a:pt x="3603" y="48435"/>
                    </a:cubicBezTo>
                    <a:cubicBezTo>
                      <a:pt x="10441" y="48469"/>
                      <a:pt x="18947" y="51604"/>
                      <a:pt x="23250" y="56208"/>
                    </a:cubicBezTo>
                    <a:cubicBezTo>
                      <a:pt x="23794" y="56806"/>
                      <a:pt x="24517" y="57091"/>
                      <a:pt x="25231" y="57091"/>
                    </a:cubicBezTo>
                    <a:cubicBezTo>
                      <a:pt x="26228" y="57091"/>
                      <a:pt x="27207" y="56537"/>
                      <a:pt x="27654" y="55507"/>
                    </a:cubicBezTo>
                    <a:cubicBezTo>
                      <a:pt x="34525" y="39529"/>
                      <a:pt x="48001" y="18180"/>
                      <a:pt x="61178" y="101"/>
                    </a:cubicBezTo>
                    <a:cubicBezTo>
                      <a:pt x="61144" y="34"/>
                      <a:pt x="61144" y="67"/>
                      <a:pt x="61111" y="1"/>
                    </a:cubicBezTo>
                    <a:close/>
                  </a:path>
                </a:pathLst>
              </a:custGeom>
              <a:solidFill>
                <a:srgbClr val="191919">
                  <a:alpha val="189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98" name="Google Shape;5298;p25"/>
              <p:cNvSpPr/>
              <p:nvPr/>
            </p:nvSpPr>
            <p:spPr>
              <a:xfrm>
                <a:off x="-3165600" y="3758975"/>
                <a:ext cx="858600" cy="1520275"/>
              </a:xfrm>
              <a:custGeom>
                <a:avLst/>
                <a:gdLst/>
                <a:ahLst/>
                <a:cxnLst/>
                <a:rect l="l" t="t" r="r" b="b"/>
                <a:pathLst>
                  <a:path w="34344" h="60811" extrusionOk="0">
                    <a:moveTo>
                      <a:pt x="33610" y="0"/>
                    </a:moveTo>
                    <a:lnTo>
                      <a:pt x="33610" y="0"/>
                    </a:lnTo>
                    <a:cubicBezTo>
                      <a:pt x="20868" y="17479"/>
                      <a:pt x="7859" y="38027"/>
                      <a:pt x="820" y="53805"/>
                    </a:cubicBezTo>
                    <a:cubicBezTo>
                      <a:pt x="1" y="55627"/>
                      <a:pt x="1392" y="57532"/>
                      <a:pt x="3259" y="57532"/>
                    </a:cubicBezTo>
                    <a:cubicBezTo>
                      <a:pt x="3442" y="57532"/>
                      <a:pt x="3631" y="57514"/>
                      <a:pt x="3823" y="57475"/>
                    </a:cubicBezTo>
                    <a:cubicBezTo>
                      <a:pt x="5960" y="57013"/>
                      <a:pt x="8473" y="56796"/>
                      <a:pt x="11131" y="56796"/>
                    </a:cubicBezTo>
                    <a:cubicBezTo>
                      <a:pt x="17887" y="56796"/>
                      <a:pt x="25582" y="58197"/>
                      <a:pt x="30442" y="60543"/>
                    </a:cubicBezTo>
                    <a:cubicBezTo>
                      <a:pt x="30815" y="60727"/>
                      <a:pt x="31200" y="60811"/>
                      <a:pt x="31574" y="60811"/>
                    </a:cubicBezTo>
                    <a:cubicBezTo>
                      <a:pt x="33038" y="60811"/>
                      <a:pt x="34344" y="59529"/>
                      <a:pt x="34211" y="57908"/>
                    </a:cubicBezTo>
                    <a:cubicBezTo>
                      <a:pt x="32443" y="37794"/>
                      <a:pt x="32777" y="16745"/>
                      <a:pt x="33610" y="0"/>
                    </a:cubicBezTo>
                    <a:close/>
                  </a:path>
                </a:pathLst>
              </a:custGeom>
              <a:solidFill>
                <a:srgbClr val="191919">
                  <a:alpha val="150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99" name="Google Shape;5299;p25"/>
              <p:cNvSpPr/>
              <p:nvPr/>
            </p:nvSpPr>
            <p:spPr>
              <a:xfrm>
                <a:off x="-2309500" y="3738125"/>
                <a:ext cx="1833000" cy="1095200"/>
              </a:xfrm>
              <a:custGeom>
                <a:avLst/>
                <a:gdLst/>
                <a:ahLst/>
                <a:cxnLst/>
                <a:rect l="l" t="t" r="r" b="b"/>
                <a:pathLst>
                  <a:path w="73320" h="43808" extrusionOk="0">
                    <a:moveTo>
                      <a:pt x="100" y="0"/>
                    </a:moveTo>
                    <a:lnTo>
                      <a:pt x="0" y="334"/>
                    </a:lnTo>
                    <a:cubicBezTo>
                      <a:pt x="23450" y="12276"/>
                      <a:pt x="51837" y="29588"/>
                      <a:pt x="67248" y="43131"/>
                    </a:cubicBezTo>
                    <a:cubicBezTo>
                      <a:pt x="67767" y="43597"/>
                      <a:pt x="68383" y="43807"/>
                      <a:pt x="68988" y="43807"/>
                    </a:cubicBezTo>
                    <a:cubicBezTo>
                      <a:pt x="70289" y="43807"/>
                      <a:pt x="71538" y="42833"/>
                      <a:pt x="71651" y="41330"/>
                    </a:cubicBezTo>
                    <a:cubicBezTo>
                      <a:pt x="71818" y="38961"/>
                      <a:pt x="72218" y="36326"/>
                      <a:pt x="72986" y="34125"/>
                    </a:cubicBezTo>
                    <a:cubicBezTo>
                      <a:pt x="73319" y="33091"/>
                      <a:pt x="73052" y="31956"/>
                      <a:pt x="72252" y="31256"/>
                    </a:cubicBezTo>
                    <a:cubicBezTo>
                      <a:pt x="56274" y="16712"/>
                      <a:pt x="11275" y="0"/>
                      <a:pt x="100" y="0"/>
                    </a:cubicBezTo>
                    <a:close/>
                  </a:path>
                </a:pathLst>
              </a:custGeom>
              <a:solidFill>
                <a:srgbClr val="191919">
                  <a:alpha val="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00" name="Google Shape;5300;p25"/>
              <p:cNvSpPr/>
              <p:nvPr/>
            </p:nvSpPr>
            <p:spPr>
              <a:xfrm>
                <a:off x="-2313675" y="3744800"/>
                <a:ext cx="1687900" cy="1388950"/>
              </a:xfrm>
              <a:custGeom>
                <a:avLst/>
                <a:gdLst/>
                <a:ahLst/>
                <a:cxnLst/>
                <a:rect l="l" t="t" r="r" b="b"/>
                <a:pathLst>
                  <a:path w="67516" h="55558" extrusionOk="0">
                    <a:moveTo>
                      <a:pt x="67" y="0"/>
                    </a:moveTo>
                    <a:cubicBezTo>
                      <a:pt x="34" y="67"/>
                      <a:pt x="34" y="33"/>
                      <a:pt x="0" y="67"/>
                    </a:cubicBezTo>
                    <a:cubicBezTo>
                      <a:pt x="16979" y="16979"/>
                      <a:pt x="36593" y="38361"/>
                      <a:pt x="44466" y="54072"/>
                    </a:cubicBezTo>
                    <a:cubicBezTo>
                      <a:pt x="44945" y="55049"/>
                      <a:pt x="45883" y="55558"/>
                      <a:pt x="46835" y="55558"/>
                    </a:cubicBezTo>
                    <a:cubicBezTo>
                      <a:pt x="47605" y="55558"/>
                      <a:pt x="48384" y="55225"/>
                      <a:pt x="48935" y="54539"/>
                    </a:cubicBezTo>
                    <a:cubicBezTo>
                      <a:pt x="53238" y="49135"/>
                      <a:pt x="58676" y="46367"/>
                      <a:pt x="64080" y="46033"/>
                    </a:cubicBezTo>
                    <a:cubicBezTo>
                      <a:pt x="66481" y="45900"/>
                      <a:pt x="67515" y="42931"/>
                      <a:pt x="65681" y="41363"/>
                    </a:cubicBezTo>
                    <a:cubicBezTo>
                      <a:pt x="49936" y="28053"/>
                      <a:pt x="22650" y="11508"/>
                      <a:pt x="67" y="0"/>
                    </a:cubicBezTo>
                    <a:close/>
                  </a:path>
                </a:pathLst>
              </a:custGeom>
              <a:solidFill>
                <a:srgbClr val="191919">
                  <a:alpha val="61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01" name="Google Shape;5301;p25"/>
              <p:cNvSpPr/>
              <p:nvPr/>
            </p:nvSpPr>
            <p:spPr>
              <a:xfrm>
                <a:off x="-2354550" y="3746450"/>
                <a:ext cx="1148675" cy="1546025"/>
              </a:xfrm>
              <a:custGeom>
                <a:avLst/>
                <a:gdLst/>
                <a:ahLst/>
                <a:cxnLst/>
                <a:rect l="l" t="t" r="r" b="b"/>
                <a:pathLst>
                  <a:path w="45947" h="61841" extrusionOk="0">
                    <a:moveTo>
                      <a:pt x="1635" y="1"/>
                    </a:moveTo>
                    <a:cubicBezTo>
                      <a:pt x="1602" y="34"/>
                      <a:pt x="1569" y="34"/>
                      <a:pt x="1502" y="34"/>
                    </a:cubicBezTo>
                    <a:cubicBezTo>
                      <a:pt x="1402" y="168"/>
                      <a:pt x="1302" y="334"/>
                      <a:pt x="1168" y="501"/>
                    </a:cubicBezTo>
                    <a:cubicBezTo>
                      <a:pt x="301" y="17547"/>
                      <a:pt x="1" y="38995"/>
                      <a:pt x="1869" y="59443"/>
                    </a:cubicBezTo>
                    <a:cubicBezTo>
                      <a:pt x="1989" y="60884"/>
                      <a:pt x="3215" y="61841"/>
                      <a:pt x="4515" y="61841"/>
                    </a:cubicBezTo>
                    <a:cubicBezTo>
                      <a:pt x="5021" y="61841"/>
                      <a:pt x="5538" y="61696"/>
                      <a:pt x="6005" y="61378"/>
                    </a:cubicBezTo>
                    <a:cubicBezTo>
                      <a:pt x="12280" y="57075"/>
                      <a:pt x="22400" y="54418"/>
                      <a:pt x="31722" y="54418"/>
                    </a:cubicBezTo>
                    <a:cubicBezTo>
                      <a:pt x="35335" y="54418"/>
                      <a:pt x="38828" y="54817"/>
                      <a:pt x="41931" y="55674"/>
                    </a:cubicBezTo>
                    <a:cubicBezTo>
                      <a:pt x="42172" y="55738"/>
                      <a:pt x="42409" y="55768"/>
                      <a:pt x="42637" y="55768"/>
                    </a:cubicBezTo>
                    <a:cubicBezTo>
                      <a:pt x="44562" y="55768"/>
                      <a:pt x="45947" y="53653"/>
                      <a:pt x="44933" y="51805"/>
                    </a:cubicBezTo>
                    <a:cubicBezTo>
                      <a:pt x="36427" y="36360"/>
                      <a:pt x="17847" y="16112"/>
                      <a:pt x="1635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02" name="Google Shape;5302;p25"/>
              <p:cNvSpPr/>
              <p:nvPr/>
            </p:nvSpPr>
            <p:spPr>
              <a:xfrm>
                <a:off x="-4100775" y="3738950"/>
                <a:ext cx="2249125" cy="1553525"/>
              </a:xfrm>
              <a:custGeom>
                <a:avLst/>
                <a:gdLst/>
                <a:ahLst/>
                <a:cxnLst/>
                <a:rect l="l" t="t" r="r" b="b"/>
                <a:pathLst>
                  <a:path w="89965" h="62141" extrusionOk="0">
                    <a:moveTo>
                      <a:pt x="71585" y="58242"/>
                    </a:moveTo>
                    <a:lnTo>
                      <a:pt x="71585" y="58242"/>
                    </a:lnTo>
                    <a:cubicBezTo>
                      <a:pt x="71590" y="58323"/>
                      <a:pt x="71595" y="58404"/>
                      <a:pt x="71601" y="58485"/>
                    </a:cubicBezTo>
                    <a:lnTo>
                      <a:pt x="71601" y="58485"/>
                    </a:lnTo>
                    <a:cubicBezTo>
                      <a:pt x="71593" y="58407"/>
                      <a:pt x="71585" y="58324"/>
                      <a:pt x="71585" y="58242"/>
                    </a:cubicBezTo>
                    <a:close/>
                    <a:moveTo>
                      <a:pt x="71017" y="1"/>
                    </a:moveTo>
                    <a:lnTo>
                      <a:pt x="71017" y="1"/>
                    </a:lnTo>
                    <a:cubicBezTo>
                      <a:pt x="59142" y="634"/>
                      <a:pt x="18180" y="15879"/>
                      <a:pt x="1301" y="29722"/>
                    </a:cubicBezTo>
                    <a:cubicBezTo>
                      <a:pt x="100" y="30723"/>
                      <a:pt x="0" y="32524"/>
                      <a:pt x="1101" y="33625"/>
                    </a:cubicBezTo>
                    <a:cubicBezTo>
                      <a:pt x="3569" y="36060"/>
                      <a:pt x="5371" y="39762"/>
                      <a:pt x="5871" y="44166"/>
                    </a:cubicBezTo>
                    <a:cubicBezTo>
                      <a:pt x="6046" y="45630"/>
                      <a:pt x="7281" y="46551"/>
                      <a:pt x="8544" y="46551"/>
                    </a:cubicBezTo>
                    <a:cubicBezTo>
                      <a:pt x="9208" y="46551"/>
                      <a:pt x="9879" y="46296"/>
                      <a:pt x="10408" y="45733"/>
                    </a:cubicBezTo>
                    <a:cubicBezTo>
                      <a:pt x="10808" y="45333"/>
                      <a:pt x="11208" y="44933"/>
                      <a:pt x="11608" y="44532"/>
                    </a:cubicBezTo>
                    <a:lnTo>
                      <a:pt x="11608" y="44532"/>
                    </a:lnTo>
                    <a:cubicBezTo>
                      <a:pt x="9974" y="46200"/>
                      <a:pt x="11175" y="49002"/>
                      <a:pt x="13543" y="49002"/>
                    </a:cubicBezTo>
                    <a:cubicBezTo>
                      <a:pt x="20381" y="49036"/>
                      <a:pt x="28887" y="52171"/>
                      <a:pt x="33190" y="56775"/>
                    </a:cubicBezTo>
                    <a:cubicBezTo>
                      <a:pt x="33734" y="57373"/>
                      <a:pt x="34457" y="57658"/>
                      <a:pt x="35171" y="57658"/>
                    </a:cubicBezTo>
                    <a:cubicBezTo>
                      <a:pt x="36168" y="57658"/>
                      <a:pt x="37147" y="57104"/>
                      <a:pt x="37594" y="56074"/>
                    </a:cubicBezTo>
                    <a:cubicBezTo>
                      <a:pt x="37794" y="55574"/>
                      <a:pt x="37994" y="55107"/>
                      <a:pt x="38227" y="54606"/>
                    </a:cubicBezTo>
                    <a:lnTo>
                      <a:pt x="38227" y="54606"/>
                    </a:lnTo>
                    <a:cubicBezTo>
                      <a:pt x="37408" y="56428"/>
                      <a:pt x="38799" y="58333"/>
                      <a:pt x="40666" y="58333"/>
                    </a:cubicBezTo>
                    <a:cubicBezTo>
                      <a:pt x="40849" y="58333"/>
                      <a:pt x="41038" y="58315"/>
                      <a:pt x="41230" y="58276"/>
                    </a:cubicBezTo>
                    <a:cubicBezTo>
                      <a:pt x="43367" y="57814"/>
                      <a:pt x="45880" y="57597"/>
                      <a:pt x="48538" y="57597"/>
                    </a:cubicBezTo>
                    <a:cubicBezTo>
                      <a:pt x="55294" y="57597"/>
                      <a:pt x="62989" y="58998"/>
                      <a:pt x="67849" y="61344"/>
                    </a:cubicBezTo>
                    <a:cubicBezTo>
                      <a:pt x="68217" y="61519"/>
                      <a:pt x="68597" y="61599"/>
                      <a:pt x="68967" y="61599"/>
                    </a:cubicBezTo>
                    <a:cubicBezTo>
                      <a:pt x="70405" y="61599"/>
                      <a:pt x="71694" y="60389"/>
                      <a:pt x="71625" y="58814"/>
                    </a:cubicBezTo>
                    <a:lnTo>
                      <a:pt x="71625" y="58814"/>
                    </a:lnTo>
                    <a:cubicBezTo>
                      <a:pt x="71648" y="59124"/>
                      <a:pt x="71677" y="59434"/>
                      <a:pt x="71718" y="59743"/>
                    </a:cubicBezTo>
                    <a:cubicBezTo>
                      <a:pt x="71838" y="61184"/>
                      <a:pt x="73064" y="62141"/>
                      <a:pt x="74364" y="62141"/>
                    </a:cubicBezTo>
                    <a:cubicBezTo>
                      <a:pt x="74870" y="62141"/>
                      <a:pt x="75387" y="61996"/>
                      <a:pt x="75854" y="61678"/>
                    </a:cubicBezTo>
                    <a:cubicBezTo>
                      <a:pt x="79557" y="59143"/>
                      <a:pt x="84560" y="57175"/>
                      <a:pt x="89964" y="56007"/>
                    </a:cubicBezTo>
                    <a:cubicBezTo>
                      <a:pt x="89764" y="55974"/>
                      <a:pt x="89531" y="55874"/>
                      <a:pt x="89331" y="55774"/>
                    </a:cubicBezTo>
                    <a:cubicBezTo>
                      <a:pt x="84466" y="53426"/>
                      <a:pt x="76762" y="52041"/>
                      <a:pt x="70001" y="52041"/>
                    </a:cubicBezTo>
                    <a:cubicBezTo>
                      <a:pt x="67350" y="52041"/>
                      <a:pt x="64844" y="52254"/>
                      <a:pt x="62712" y="52705"/>
                    </a:cubicBezTo>
                    <a:cubicBezTo>
                      <a:pt x="62205" y="52816"/>
                      <a:pt x="61561" y="52870"/>
                      <a:pt x="60853" y="52870"/>
                    </a:cubicBezTo>
                    <a:cubicBezTo>
                      <a:pt x="58578" y="52870"/>
                      <a:pt x="55657" y="52306"/>
                      <a:pt x="54639" y="51237"/>
                    </a:cubicBezTo>
                    <a:cubicBezTo>
                      <a:pt x="50369" y="46601"/>
                      <a:pt x="41830" y="43498"/>
                      <a:pt x="35025" y="43465"/>
                    </a:cubicBezTo>
                    <a:cubicBezTo>
                      <a:pt x="32657" y="43465"/>
                      <a:pt x="27620" y="40863"/>
                      <a:pt x="27353" y="38628"/>
                    </a:cubicBezTo>
                    <a:cubicBezTo>
                      <a:pt x="26853" y="34225"/>
                      <a:pt x="25051" y="30522"/>
                      <a:pt x="22550" y="28054"/>
                    </a:cubicBezTo>
                    <a:cubicBezTo>
                      <a:pt x="21449" y="26987"/>
                      <a:pt x="21582" y="25152"/>
                      <a:pt x="22783" y="24185"/>
                    </a:cubicBezTo>
                    <a:cubicBezTo>
                      <a:pt x="33624" y="15278"/>
                      <a:pt x="54406" y="5805"/>
                      <a:pt x="71017" y="1"/>
                    </a:cubicBezTo>
                    <a:close/>
                  </a:path>
                </a:pathLst>
              </a:custGeom>
              <a:solidFill>
                <a:srgbClr val="191919">
                  <a:alpha val="284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03" name="Google Shape;5303;p25"/>
              <p:cNvSpPr/>
              <p:nvPr/>
            </p:nvSpPr>
            <p:spPr>
              <a:xfrm>
                <a:off x="-2392900" y="3456250"/>
                <a:ext cx="184325" cy="255200"/>
              </a:xfrm>
              <a:custGeom>
                <a:avLst/>
                <a:gdLst/>
                <a:ahLst/>
                <a:cxnLst/>
                <a:rect l="l" t="t" r="r" b="b"/>
                <a:pathLst>
                  <a:path w="7373" h="10208" extrusionOk="0">
                    <a:moveTo>
                      <a:pt x="3670" y="0"/>
                    </a:moveTo>
                    <a:cubicBezTo>
                      <a:pt x="1835" y="0"/>
                      <a:pt x="1" y="10208"/>
                      <a:pt x="1" y="10208"/>
                    </a:cubicBezTo>
                    <a:lnTo>
                      <a:pt x="7372" y="10208"/>
                    </a:lnTo>
                    <a:cubicBezTo>
                      <a:pt x="7372" y="10208"/>
                      <a:pt x="5538" y="0"/>
                      <a:pt x="36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04" name="Google Shape;5304;p25"/>
              <p:cNvSpPr/>
              <p:nvPr/>
            </p:nvSpPr>
            <p:spPr>
              <a:xfrm>
                <a:off x="-2447950" y="3655550"/>
                <a:ext cx="293575" cy="111775"/>
              </a:xfrm>
              <a:custGeom>
                <a:avLst/>
                <a:gdLst/>
                <a:ahLst/>
                <a:cxnLst/>
                <a:rect l="l" t="t" r="r" b="b"/>
                <a:pathLst>
                  <a:path w="11743" h="4471" extrusionOk="0">
                    <a:moveTo>
                      <a:pt x="2002" y="1"/>
                    </a:moveTo>
                    <a:cubicBezTo>
                      <a:pt x="902" y="1"/>
                      <a:pt x="1" y="902"/>
                      <a:pt x="1" y="2002"/>
                    </a:cubicBezTo>
                    <a:lnTo>
                      <a:pt x="1" y="2469"/>
                    </a:lnTo>
                    <a:cubicBezTo>
                      <a:pt x="1" y="3570"/>
                      <a:pt x="902" y="4471"/>
                      <a:pt x="2002" y="4471"/>
                    </a:cubicBezTo>
                    <a:lnTo>
                      <a:pt x="9741" y="4471"/>
                    </a:lnTo>
                    <a:cubicBezTo>
                      <a:pt x="10875" y="4471"/>
                      <a:pt x="11743" y="3570"/>
                      <a:pt x="11743" y="2469"/>
                    </a:cubicBezTo>
                    <a:lnTo>
                      <a:pt x="11743" y="2002"/>
                    </a:lnTo>
                    <a:cubicBezTo>
                      <a:pt x="11743" y="902"/>
                      <a:pt x="10875" y="1"/>
                      <a:pt x="974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305" name="Google Shape;5305;p25"/>
          <p:cNvGrpSpPr/>
          <p:nvPr/>
        </p:nvGrpSpPr>
        <p:grpSpPr>
          <a:xfrm>
            <a:off x="496754" y="4477318"/>
            <a:ext cx="2639559" cy="1337323"/>
            <a:chOff x="-939100" y="529913"/>
            <a:chExt cx="3624275" cy="1836225"/>
          </a:xfrm>
        </p:grpSpPr>
        <p:sp>
          <p:nvSpPr>
            <p:cNvPr id="5306" name="Google Shape;5306;p25"/>
            <p:cNvSpPr/>
            <p:nvPr/>
          </p:nvSpPr>
          <p:spPr>
            <a:xfrm>
              <a:off x="-939100" y="812613"/>
              <a:ext cx="1777125" cy="1163775"/>
            </a:xfrm>
            <a:custGeom>
              <a:avLst/>
              <a:gdLst/>
              <a:ahLst/>
              <a:cxnLst/>
              <a:rect l="l" t="t" r="r" b="b"/>
              <a:pathLst>
                <a:path w="71085" h="46551" extrusionOk="0">
                  <a:moveTo>
                    <a:pt x="71051" y="1"/>
                  </a:moveTo>
                  <a:cubicBezTo>
                    <a:pt x="59209" y="601"/>
                    <a:pt x="18213" y="15879"/>
                    <a:pt x="1301" y="29722"/>
                  </a:cubicBezTo>
                  <a:cubicBezTo>
                    <a:pt x="100" y="30723"/>
                    <a:pt x="0" y="32524"/>
                    <a:pt x="1101" y="33625"/>
                  </a:cubicBezTo>
                  <a:cubicBezTo>
                    <a:pt x="3569" y="36060"/>
                    <a:pt x="5371" y="39762"/>
                    <a:pt x="5904" y="44166"/>
                  </a:cubicBezTo>
                  <a:cubicBezTo>
                    <a:pt x="6057" y="45630"/>
                    <a:pt x="7285" y="46551"/>
                    <a:pt x="8555" y="46551"/>
                  </a:cubicBezTo>
                  <a:cubicBezTo>
                    <a:pt x="9222" y="46551"/>
                    <a:pt x="9901" y="46296"/>
                    <a:pt x="10441" y="45733"/>
                  </a:cubicBezTo>
                  <a:cubicBezTo>
                    <a:pt x="24151" y="31390"/>
                    <a:pt x="50203" y="12610"/>
                    <a:pt x="71051" y="568"/>
                  </a:cubicBezTo>
                  <a:cubicBezTo>
                    <a:pt x="71051" y="401"/>
                    <a:pt x="71051" y="201"/>
                    <a:pt x="7108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7" name="Google Shape;5307;p25"/>
            <p:cNvSpPr/>
            <p:nvPr/>
          </p:nvSpPr>
          <p:spPr>
            <a:xfrm>
              <a:off x="-690600" y="826788"/>
              <a:ext cx="1529450" cy="1427300"/>
            </a:xfrm>
            <a:custGeom>
              <a:avLst/>
              <a:gdLst/>
              <a:ahLst/>
              <a:cxnLst/>
              <a:rect l="l" t="t" r="r" b="b"/>
              <a:pathLst>
                <a:path w="61178" h="57092" extrusionOk="0">
                  <a:moveTo>
                    <a:pt x="61111" y="1"/>
                  </a:moveTo>
                  <a:cubicBezTo>
                    <a:pt x="40830" y="11709"/>
                    <a:pt x="15678" y="29789"/>
                    <a:pt x="1668" y="43932"/>
                  </a:cubicBezTo>
                  <a:cubicBezTo>
                    <a:pt x="1" y="45633"/>
                    <a:pt x="1235" y="48435"/>
                    <a:pt x="3603" y="48435"/>
                  </a:cubicBezTo>
                  <a:cubicBezTo>
                    <a:pt x="10441" y="48469"/>
                    <a:pt x="18947" y="51604"/>
                    <a:pt x="23250" y="56208"/>
                  </a:cubicBezTo>
                  <a:cubicBezTo>
                    <a:pt x="23794" y="56806"/>
                    <a:pt x="24517" y="57091"/>
                    <a:pt x="25231" y="57091"/>
                  </a:cubicBezTo>
                  <a:cubicBezTo>
                    <a:pt x="26228" y="57091"/>
                    <a:pt x="27207" y="56537"/>
                    <a:pt x="27654" y="55507"/>
                  </a:cubicBezTo>
                  <a:cubicBezTo>
                    <a:pt x="34525" y="39529"/>
                    <a:pt x="48001" y="18180"/>
                    <a:pt x="61178" y="101"/>
                  </a:cubicBezTo>
                  <a:cubicBezTo>
                    <a:pt x="61144" y="34"/>
                    <a:pt x="61144" y="67"/>
                    <a:pt x="611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8" name="Google Shape;5308;p25"/>
            <p:cNvSpPr/>
            <p:nvPr/>
          </p:nvSpPr>
          <p:spPr>
            <a:xfrm>
              <a:off x="-3925" y="832638"/>
              <a:ext cx="858600" cy="1520275"/>
            </a:xfrm>
            <a:custGeom>
              <a:avLst/>
              <a:gdLst/>
              <a:ahLst/>
              <a:cxnLst/>
              <a:rect l="l" t="t" r="r" b="b"/>
              <a:pathLst>
                <a:path w="34344" h="60811" extrusionOk="0">
                  <a:moveTo>
                    <a:pt x="33610" y="0"/>
                  </a:moveTo>
                  <a:lnTo>
                    <a:pt x="33610" y="0"/>
                  </a:lnTo>
                  <a:cubicBezTo>
                    <a:pt x="20868" y="17479"/>
                    <a:pt x="7859" y="38027"/>
                    <a:pt x="820" y="53805"/>
                  </a:cubicBezTo>
                  <a:cubicBezTo>
                    <a:pt x="1" y="55627"/>
                    <a:pt x="1392" y="57532"/>
                    <a:pt x="3259" y="57532"/>
                  </a:cubicBezTo>
                  <a:cubicBezTo>
                    <a:pt x="3442" y="57532"/>
                    <a:pt x="3631" y="57514"/>
                    <a:pt x="3823" y="57475"/>
                  </a:cubicBezTo>
                  <a:cubicBezTo>
                    <a:pt x="5960" y="57013"/>
                    <a:pt x="8473" y="56796"/>
                    <a:pt x="11131" y="56796"/>
                  </a:cubicBezTo>
                  <a:cubicBezTo>
                    <a:pt x="17887" y="56796"/>
                    <a:pt x="25582" y="58197"/>
                    <a:pt x="30442" y="60543"/>
                  </a:cubicBezTo>
                  <a:cubicBezTo>
                    <a:pt x="30815" y="60727"/>
                    <a:pt x="31200" y="60811"/>
                    <a:pt x="31574" y="60811"/>
                  </a:cubicBezTo>
                  <a:cubicBezTo>
                    <a:pt x="33038" y="60811"/>
                    <a:pt x="34344" y="59529"/>
                    <a:pt x="34211" y="57908"/>
                  </a:cubicBezTo>
                  <a:cubicBezTo>
                    <a:pt x="32443" y="37794"/>
                    <a:pt x="32777" y="16745"/>
                    <a:pt x="3361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9" name="Google Shape;5309;p25"/>
            <p:cNvSpPr/>
            <p:nvPr/>
          </p:nvSpPr>
          <p:spPr>
            <a:xfrm>
              <a:off x="852175" y="811788"/>
              <a:ext cx="1833000" cy="1095200"/>
            </a:xfrm>
            <a:custGeom>
              <a:avLst/>
              <a:gdLst/>
              <a:ahLst/>
              <a:cxnLst/>
              <a:rect l="l" t="t" r="r" b="b"/>
              <a:pathLst>
                <a:path w="73320" h="43808" extrusionOk="0">
                  <a:moveTo>
                    <a:pt x="100" y="0"/>
                  </a:moveTo>
                  <a:lnTo>
                    <a:pt x="0" y="334"/>
                  </a:lnTo>
                  <a:cubicBezTo>
                    <a:pt x="23450" y="12276"/>
                    <a:pt x="51837" y="29588"/>
                    <a:pt x="67248" y="43131"/>
                  </a:cubicBezTo>
                  <a:cubicBezTo>
                    <a:pt x="67767" y="43597"/>
                    <a:pt x="68383" y="43807"/>
                    <a:pt x="68988" y="43807"/>
                  </a:cubicBezTo>
                  <a:cubicBezTo>
                    <a:pt x="70289" y="43807"/>
                    <a:pt x="71538" y="42833"/>
                    <a:pt x="71651" y="41330"/>
                  </a:cubicBezTo>
                  <a:cubicBezTo>
                    <a:pt x="71818" y="38961"/>
                    <a:pt x="72218" y="36326"/>
                    <a:pt x="72986" y="34125"/>
                  </a:cubicBezTo>
                  <a:cubicBezTo>
                    <a:pt x="73319" y="33091"/>
                    <a:pt x="73052" y="31956"/>
                    <a:pt x="72252" y="31256"/>
                  </a:cubicBezTo>
                  <a:cubicBezTo>
                    <a:pt x="56274" y="16712"/>
                    <a:pt x="11275" y="0"/>
                    <a:pt x="10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0" name="Google Shape;5310;p25"/>
            <p:cNvSpPr/>
            <p:nvPr/>
          </p:nvSpPr>
          <p:spPr>
            <a:xfrm>
              <a:off x="848000" y="818463"/>
              <a:ext cx="1687900" cy="1388950"/>
            </a:xfrm>
            <a:custGeom>
              <a:avLst/>
              <a:gdLst/>
              <a:ahLst/>
              <a:cxnLst/>
              <a:rect l="l" t="t" r="r" b="b"/>
              <a:pathLst>
                <a:path w="67516" h="55558" extrusionOk="0">
                  <a:moveTo>
                    <a:pt x="67" y="0"/>
                  </a:moveTo>
                  <a:cubicBezTo>
                    <a:pt x="34" y="67"/>
                    <a:pt x="34" y="33"/>
                    <a:pt x="0" y="67"/>
                  </a:cubicBezTo>
                  <a:cubicBezTo>
                    <a:pt x="16979" y="16979"/>
                    <a:pt x="36593" y="38361"/>
                    <a:pt x="44466" y="54072"/>
                  </a:cubicBezTo>
                  <a:cubicBezTo>
                    <a:pt x="44945" y="55049"/>
                    <a:pt x="45883" y="55558"/>
                    <a:pt x="46835" y="55558"/>
                  </a:cubicBezTo>
                  <a:cubicBezTo>
                    <a:pt x="47605" y="55558"/>
                    <a:pt x="48384" y="55225"/>
                    <a:pt x="48935" y="54539"/>
                  </a:cubicBezTo>
                  <a:cubicBezTo>
                    <a:pt x="53238" y="49135"/>
                    <a:pt x="58676" y="46367"/>
                    <a:pt x="64080" y="46033"/>
                  </a:cubicBezTo>
                  <a:cubicBezTo>
                    <a:pt x="66481" y="45900"/>
                    <a:pt x="67515" y="42931"/>
                    <a:pt x="65681" y="41363"/>
                  </a:cubicBezTo>
                  <a:cubicBezTo>
                    <a:pt x="49936" y="28053"/>
                    <a:pt x="22650" y="11508"/>
                    <a:pt x="6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1" name="Google Shape;5311;p25"/>
            <p:cNvSpPr/>
            <p:nvPr/>
          </p:nvSpPr>
          <p:spPr>
            <a:xfrm>
              <a:off x="807125" y="820113"/>
              <a:ext cx="1148675" cy="1546025"/>
            </a:xfrm>
            <a:custGeom>
              <a:avLst/>
              <a:gdLst/>
              <a:ahLst/>
              <a:cxnLst/>
              <a:rect l="l" t="t" r="r" b="b"/>
              <a:pathLst>
                <a:path w="45947" h="61841" extrusionOk="0">
                  <a:moveTo>
                    <a:pt x="1635" y="1"/>
                  </a:moveTo>
                  <a:cubicBezTo>
                    <a:pt x="1602" y="34"/>
                    <a:pt x="1569" y="34"/>
                    <a:pt x="1502" y="34"/>
                  </a:cubicBezTo>
                  <a:cubicBezTo>
                    <a:pt x="1402" y="168"/>
                    <a:pt x="1302" y="334"/>
                    <a:pt x="1168" y="501"/>
                  </a:cubicBezTo>
                  <a:cubicBezTo>
                    <a:pt x="301" y="17547"/>
                    <a:pt x="1" y="38995"/>
                    <a:pt x="1869" y="59443"/>
                  </a:cubicBezTo>
                  <a:cubicBezTo>
                    <a:pt x="1989" y="60884"/>
                    <a:pt x="3215" y="61841"/>
                    <a:pt x="4515" y="61841"/>
                  </a:cubicBezTo>
                  <a:cubicBezTo>
                    <a:pt x="5021" y="61841"/>
                    <a:pt x="5538" y="61696"/>
                    <a:pt x="6005" y="61378"/>
                  </a:cubicBezTo>
                  <a:cubicBezTo>
                    <a:pt x="12280" y="57075"/>
                    <a:pt x="22400" y="54418"/>
                    <a:pt x="31722" y="54418"/>
                  </a:cubicBezTo>
                  <a:cubicBezTo>
                    <a:pt x="35335" y="54418"/>
                    <a:pt x="38828" y="54817"/>
                    <a:pt x="41931" y="55674"/>
                  </a:cubicBezTo>
                  <a:cubicBezTo>
                    <a:pt x="42172" y="55738"/>
                    <a:pt x="42409" y="55768"/>
                    <a:pt x="42637" y="55768"/>
                  </a:cubicBezTo>
                  <a:cubicBezTo>
                    <a:pt x="44562" y="55768"/>
                    <a:pt x="45947" y="53653"/>
                    <a:pt x="44933" y="51805"/>
                  </a:cubicBezTo>
                  <a:cubicBezTo>
                    <a:pt x="36427" y="36360"/>
                    <a:pt x="17847" y="16112"/>
                    <a:pt x="163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312" name="Google Shape;5312;p25"/>
            <p:cNvGrpSpPr/>
            <p:nvPr/>
          </p:nvGrpSpPr>
          <p:grpSpPr>
            <a:xfrm>
              <a:off x="-939100" y="529913"/>
              <a:ext cx="3624275" cy="1836225"/>
              <a:chOff x="112275" y="2665738"/>
              <a:chExt cx="3624275" cy="1836225"/>
            </a:xfrm>
          </p:grpSpPr>
          <p:sp>
            <p:nvSpPr>
              <p:cNvPr id="5313" name="Google Shape;5313;p25"/>
              <p:cNvSpPr/>
              <p:nvPr/>
            </p:nvSpPr>
            <p:spPr>
              <a:xfrm>
                <a:off x="112275" y="2948438"/>
                <a:ext cx="1777125" cy="1163775"/>
              </a:xfrm>
              <a:custGeom>
                <a:avLst/>
                <a:gdLst/>
                <a:ahLst/>
                <a:cxnLst/>
                <a:rect l="l" t="t" r="r" b="b"/>
                <a:pathLst>
                  <a:path w="71085" h="46551" extrusionOk="0">
                    <a:moveTo>
                      <a:pt x="71051" y="1"/>
                    </a:moveTo>
                    <a:cubicBezTo>
                      <a:pt x="59209" y="601"/>
                      <a:pt x="18213" y="15879"/>
                      <a:pt x="1301" y="29722"/>
                    </a:cubicBezTo>
                    <a:cubicBezTo>
                      <a:pt x="100" y="30723"/>
                      <a:pt x="0" y="32524"/>
                      <a:pt x="1101" y="33625"/>
                    </a:cubicBezTo>
                    <a:cubicBezTo>
                      <a:pt x="3569" y="36060"/>
                      <a:pt x="5371" y="39762"/>
                      <a:pt x="5904" y="44166"/>
                    </a:cubicBezTo>
                    <a:cubicBezTo>
                      <a:pt x="6057" y="45630"/>
                      <a:pt x="7285" y="46551"/>
                      <a:pt x="8555" y="46551"/>
                    </a:cubicBezTo>
                    <a:cubicBezTo>
                      <a:pt x="9222" y="46551"/>
                      <a:pt x="9901" y="46296"/>
                      <a:pt x="10441" y="45733"/>
                    </a:cubicBezTo>
                    <a:cubicBezTo>
                      <a:pt x="24151" y="31390"/>
                      <a:pt x="50203" y="12610"/>
                      <a:pt x="71051" y="568"/>
                    </a:cubicBezTo>
                    <a:cubicBezTo>
                      <a:pt x="71051" y="401"/>
                      <a:pt x="71051" y="201"/>
                      <a:pt x="71084" y="1"/>
                    </a:cubicBezTo>
                    <a:close/>
                  </a:path>
                </a:pathLst>
              </a:custGeom>
              <a:solidFill>
                <a:srgbClr val="191919">
                  <a:alpha val="284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14" name="Google Shape;5314;p25"/>
              <p:cNvSpPr/>
              <p:nvPr/>
            </p:nvSpPr>
            <p:spPr>
              <a:xfrm>
                <a:off x="360775" y="2962613"/>
                <a:ext cx="1529450" cy="1427300"/>
              </a:xfrm>
              <a:custGeom>
                <a:avLst/>
                <a:gdLst/>
                <a:ahLst/>
                <a:cxnLst/>
                <a:rect l="l" t="t" r="r" b="b"/>
                <a:pathLst>
                  <a:path w="61178" h="57092" extrusionOk="0">
                    <a:moveTo>
                      <a:pt x="61111" y="1"/>
                    </a:moveTo>
                    <a:cubicBezTo>
                      <a:pt x="40830" y="11709"/>
                      <a:pt x="15678" y="29789"/>
                      <a:pt x="1668" y="43932"/>
                    </a:cubicBezTo>
                    <a:cubicBezTo>
                      <a:pt x="1" y="45633"/>
                      <a:pt x="1235" y="48435"/>
                      <a:pt x="3603" y="48435"/>
                    </a:cubicBezTo>
                    <a:cubicBezTo>
                      <a:pt x="10441" y="48469"/>
                      <a:pt x="18947" y="51604"/>
                      <a:pt x="23250" y="56208"/>
                    </a:cubicBezTo>
                    <a:cubicBezTo>
                      <a:pt x="23794" y="56806"/>
                      <a:pt x="24517" y="57091"/>
                      <a:pt x="25231" y="57091"/>
                    </a:cubicBezTo>
                    <a:cubicBezTo>
                      <a:pt x="26228" y="57091"/>
                      <a:pt x="27207" y="56537"/>
                      <a:pt x="27654" y="55507"/>
                    </a:cubicBezTo>
                    <a:cubicBezTo>
                      <a:pt x="34525" y="39529"/>
                      <a:pt x="48001" y="18180"/>
                      <a:pt x="61178" y="101"/>
                    </a:cubicBezTo>
                    <a:cubicBezTo>
                      <a:pt x="61144" y="34"/>
                      <a:pt x="61144" y="67"/>
                      <a:pt x="61111" y="1"/>
                    </a:cubicBezTo>
                    <a:close/>
                  </a:path>
                </a:pathLst>
              </a:custGeom>
              <a:solidFill>
                <a:srgbClr val="191919">
                  <a:alpha val="189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15" name="Google Shape;5315;p25"/>
              <p:cNvSpPr/>
              <p:nvPr/>
            </p:nvSpPr>
            <p:spPr>
              <a:xfrm>
                <a:off x="1047450" y="2968463"/>
                <a:ext cx="858600" cy="1520275"/>
              </a:xfrm>
              <a:custGeom>
                <a:avLst/>
                <a:gdLst/>
                <a:ahLst/>
                <a:cxnLst/>
                <a:rect l="l" t="t" r="r" b="b"/>
                <a:pathLst>
                  <a:path w="34344" h="60811" extrusionOk="0">
                    <a:moveTo>
                      <a:pt x="33610" y="0"/>
                    </a:moveTo>
                    <a:lnTo>
                      <a:pt x="33610" y="0"/>
                    </a:lnTo>
                    <a:cubicBezTo>
                      <a:pt x="20868" y="17479"/>
                      <a:pt x="7859" y="38027"/>
                      <a:pt x="820" y="53805"/>
                    </a:cubicBezTo>
                    <a:cubicBezTo>
                      <a:pt x="1" y="55627"/>
                      <a:pt x="1392" y="57532"/>
                      <a:pt x="3259" y="57532"/>
                    </a:cubicBezTo>
                    <a:cubicBezTo>
                      <a:pt x="3442" y="57532"/>
                      <a:pt x="3631" y="57514"/>
                      <a:pt x="3823" y="57475"/>
                    </a:cubicBezTo>
                    <a:cubicBezTo>
                      <a:pt x="5960" y="57013"/>
                      <a:pt x="8473" y="56796"/>
                      <a:pt x="11131" y="56796"/>
                    </a:cubicBezTo>
                    <a:cubicBezTo>
                      <a:pt x="17887" y="56796"/>
                      <a:pt x="25582" y="58197"/>
                      <a:pt x="30442" y="60543"/>
                    </a:cubicBezTo>
                    <a:cubicBezTo>
                      <a:pt x="30815" y="60727"/>
                      <a:pt x="31200" y="60811"/>
                      <a:pt x="31574" y="60811"/>
                    </a:cubicBezTo>
                    <a:cubicBezTo>
                      <a:pt x="33038" y="60811"/>
                      <a:pt x="34344" y="59529"/>
                      <a:pt x="34211" y="57908"/>
                    </a:cubicBezTo>
                    <a:cubicBezTo>
                      <a:pt x="32443" y="37794"/>
                      <a:pt x="32777" y="16745"/>
                      <a:pt x="33610" y="0"/>
                    </a:cubicBezTo>
                    <a:close/>
                  </a:path>
                </a:pathLst>
              </a:custGeom>
              <a:solidFill>
                <a:srgbClr val="191919">
                  <a:alpha val="150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16" name="Google Shape;5316;p25"/>
              <p:cNvSpPr/>
              <p:nvPr/>
            </p:nvSpPr>
            <p:spPr>
              <a:xfrm>
                <a:off x="1903550" y="2947613"/>
                <a:ext cx="1833000" cy="1095200"/>
              </a:xfrm>
              <a:custGeom>
                <a:avLst/>
                <a:gdLst/>
                <a:ahLst/>
                <a:cxnLst/>
                <a:rect l="l" t="t" r="r" b="b"/>
                <a:pathLst>
                  <a:path w="73320" h="43808" extrusionOk="0">
                    <a:moveTo>
                      <a:pt x="100" y="0"/>
                    </a:moveTo>
                    <a:lnTo>
                      <a:pt x="0" y="334"/>
                    </a:lnTo>
                    <a:cubicBezTo>
                      <a:pt x="23450" y="12276"/>
                      <a:pt x="51837" y="29588"/>
                      <a:pt x="67248" y="43131"/>
                    </a:cubicBezTo>
                    <a:cubicBezTo>
                      <a:pt x="67767" y="43597"/>
                      <a:pt x="68383" y="43807"/>
                      <a:pt x="68988" y="43807"/>
                    </a:cubicBezTo>
                    <a:cubicBezTo>
                      <a:pt x="70289" y="43807"/>
                      <a:pt x="71538" y="42833"/>
                      <a:pt x="71651" y="41330"/>
                    </a:cubicBezTo>
                    <a:cubicBezTo>
                      <a:pt x="71818" y="38961"/>
                      <a:pt x="72218" y="36326"/>
                      <a:pt x="72986" y="34125"/>
                    </a:cubicBezTo>
                    <a:cubicBezTo>
                      <a:pt x="73319" y="33091"/>
                      <a:pt x="73052" y="31956"/>
                      <a:pt x="72252" y="31256"/>
                    </a:cubicBezTo>
                    <a:cubicBezTo>
                      <a:pt x="56274" y="16712"/>
                      <a:pt x="11275" y="0"/>
                      <a:pt x="100" y="0"/>
                    </a:cubicBezTo>
                    <a:close/>
                  </a:path>
                </a:pathLst>
              </a:custGeom>
              <a:solidFill>
                <a:srgbClr val="191919">
                  <a:alpha val="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17" name="Google Shape;5317;p25"/>
              <p:cNvSpPr/>
              <p:nvPr/>
            </p:nvSpPr>
            <p:spPr>
              <a:xfrm>
                <a:off x="1899375" y="2954288"/>
                <a:ext cx="1687900" cy="1388950"/>
              </a:xfrm>
              <a:custGeom>
                <a:avLst/>
                <a:gdLst/>
                <a:ahLst/>
                <a:cxnLst/>
                <a:rect l="l" t="t" r="r" b="b"/>
                <a:pathLst>
                  <a:path w="67516" h="55558" extrusionOk="0">
                    <a:moveTo>
                      <a:pt x="67" y="0"/>
                    </a:moveTo>
                    <a:cubicBezTo>
                      <a:pt x="34" y="67"/>
                      <a:pt x="34" y="33"/>
                      <a:pt x="0" y="67"/>
                    </a:cubicBezTo>
                    <a:cubicBezTo>
                      <a:pt x="16979" y="16979"/>
                      <a:pt x="36593" y="38361"/>
                      <a:pt x="44466" y="54072"/>
                    </a:cubicBezTo>
                    <a:cubicBezTo>
                      <a:pt x="44945" y="55049"/>
                      <a:pt x="45883" y="55558"/>
                      <a:pt x="46835" y="55558"/>
                    </a:cubicBezTo>
                    <a:cubicBezTo>
                      <a:pt x="47605" y="55558"/>
                      <a:pt x="48384" y="55225"/>
                      <a:pt x="48935" y="54539"/>
                    </a:cubicBezTo>
                    <a:cubicBezTo>
                      <a:pt x="53238" y="49135"/>
                      <a:pt x="58676" y="46367"/>
                      <a:pt x="64080" y="46033"/>
                    </a:cubicBezTo>
                    <a:cubicBezTo>
                      <a:pt x="66481" y="45900"/>
                      <a:pt x="67515" y="42931"/>
                      <a:pt x="65681" y="41363"/>
                    </a:cubicBezTo>
                    <a:cubicBezTo>
                      <a:pt x="49936" y="28053"/>
                      <a:pt x="22650" y="11508"/>
                      <a:pt x="67" y="0"/>
                    </a:cubicBezTo>
                    <a:close/>
                  </a:path>
                </a:pathLst>
              </a:custGeom>
              <a:solidFill>
                <a:srgbClr val="191919">
                  <a:alpha val="61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18" name="Google Shape;5318;p25"/>
              <p:cNvSpPr/>
              <p:nvPr/>
            </p:nvSpPr>
            <p:spPr>
              <a:xfrm>
                <a:off x="1858500" y="2955938"/>
                <a:ext cx="1148675" cy="1546025"/>
              </a:xfrm>
              <a:custGeom>
                <a:avLst/>
                <a:gdLst/>
                <a:ahLst/>
                <a:cxnLst/>
                <a:rect l="l" t="t" r="r" b="b"/>
                <a:pathLst>
                  <a:path w="45947" h="61841" extrusionOk="0">
                    <a:moveTo>
                      <a:pt x="1635" y="1"/>
                    </a:moveTo>
                    <a:cubicBezTo>
                      <a:pt x="1602" y="34"/>
                      <a:pt x="1569" y="34"/>
                      <a:pt x="1502" y="34"/>
                    </a:cubicBezTo>
                    <a:cubicBezTo>
                      <a:pt x="1402" y="168"/>
                      <a:pt x="1302" y="334"/>
                      <a:pt x="1168" y="501"/>
                    </a:cubicBezTo>
                    <a:cubicBezTo>
                      <a:pt x="301" y="17547"/>
                      <a:pt x="1" y="38995"/>
                      <a:pt x="1869" y="59443"/>
                    </a:cubicBezTo>
                    <a:cubicBezTo>
                      <a:pt x="1989" y="60884"/>
                      <a:pt x="3215" y="61841"/>
                      <a:pt x="4515" y="61841"/>
                    </a:cubicBezTo>
                    <a:cubicBezTo>
                      <a:pt x="5021" y="61841"/>
                      <a:pt x="5538" y="61696"/>
                      <a:pt x="6005" y="61378"/>
                    </a:cubicBezTo>
                    <a:cubicBezTo>
                      <a:pt x="12280" y="57075"/>
                      <a:pt x="22400" y="54418"/>
                      <a:pt x="31722" y="54418"/>
                    </a:cubicBezTo>
                    <a:cubicBezTo>
                      <a:pt x="35335" y="54418"/>
                      <a:pt x="38828" y="54817"/>
                      <a:pt x="41931" y="55674"/>
                    </a:cubicBezTo>
                    <a:cubicBezTo>
                      <a:pt x="42172" y="55738"/>
                      <a:pt x="42409" y="55768"/>
                      <a:pt x="42637" y="55768"/>
                    </a:cubicBezTo>
                    <a:cubicBezTo>
                      <a:pt x="44562" y="55768"/>
                      <a:pt x="45947" y="53653"/>
                      <a:pt x="44933" y="51805"/>
                    </a:cubicBezTo>
                    <a:cubicBezTo>
                      <a:pt x="36427" y="36360"/>
                      <a:pt x="17847" y="16112"/>
                      <a:pt x="1635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19" name="Google Shape;5319;p25"/>
              <p:cNvSpPr/>
              <p:nvPr/>
            </p:nvSpPr>
            <p:spPr>
              <a:xfrm>
                <a:off x="112275" y="2948438"/>
                <a:ext cx="2249125" cy="1553525"/>
              </a:xfrm>
              <a:custGeom>
                <a:avLst/>
                <a:gdLst/>
                <a:ahLst/>
                <a:cxnLst/>
                <a:rect l="l" t="t" r="r" b="b"/>
                <a:pathLst>
                  <a:path w="89965" h="62141" extrusionOk="0">
                    <a:moveTo>
                      <a:pt x="71585" y="58242"/>
                    </a:moveTo>
                    <a:lnTo>
                      <a:pt x="71585" y="58242"/>
                    </a:lnTo>
                    <a:cubicBezTo>
                      <a:pt x="71590" y="58323"/>
                      <a:pt x="71595" y="58404"/>
                      <a:pt x="71601" y="58485"/>
                    </a:cubicBezTo>
                    <a:lnTo>
                      <a:pt x="71601" y="58485"/>
                    </a:lnTo>
                    <a:cubicBezTo>
                      <a:pt x="71593" y="58407"/>
                      <a:pt x="71585" y="58324"/>
                      <a:pt x="71585" y="58242"/>
                    </a:cubicBezTo>
                    <a:close/>
                    <a:moveTo>
                      <a:pt x="71017" y="1"/>
                    </a:moveTo>
                    <a:lnTo>
                      <a:pt x="71017" y="1"/>
                    </a:lnTo>
                    <a:cubicBezTo>
                      <a:pt x="59142" y="634"/>
                      <a:pt x="18180" y="15879"/>
                      <a:pt x="1301" y="29722"/>
                    </a:cubicBezTo>
                    <a:cubicBezTo>
                      <a:pt x="100" y="30723"/>
                      <a:pt x="0" y="32524"/>
                      <a:pt x="1101" y="33625"/>
                    </a:cubicBezTo>
                    <a:cubicBezTo>
                      <a:pt x="3569" y="36060"/>
                      <a:pt x="5371" y="39762"/>
                      <a:pt x="5871" y="44166"/>
                    </a:cubicBezTo>
                    <a:cubicBezTo>
                      <a:pt x="6046" y="45630"/>
                      <a:pt x="7281" y="46551"/>
                      <a:pt x="8544" y="46551"/>
                    </a:cubicBezTo>
                    <a:cubicBezTo>
                      <a:pt x="9208" y="46551"/>
                      <a:pt x="9879" y="46296"/>
                      <a:pt x="10408" y="45733"/>
                    </a:cubicBezTo>
                    <a:cubicBezTo>
                      <a:pt x="10808" y="45333"/>
                      <a:pt x="11208" y="44933"/>
                      <a:pt x="11608" y="44532"/>
                    </a:cubicBezTo>
                    <a:lnTo>
                      <a:pt x="11608" y="44532"/>
                    </a:lnTo>
                    <a:cubicBezTo>
                      <a:pt x="9974" y="46200"/>
                      <a:pt x="11175" y="49002"/>
                      <a:pt x="13543" y="49002"/>
                    </a:cubicBezTo>
                    <a:cubicBezTo>
                      <a:pt x="20381" y="49036"/>
                      <a:pt x="28887" y="52171"/>
                      <a:pt x="33190" y="56775"/>
                    </a:cubicBezTo>
                    <a:cubicBezTo>
                      <a:pt x="33734" y="57373"/>
                      <a:pt x="34457" y="57658"/>
                      <a:pt x="35171" y="57658"/>
                    </a:cubicBezTo>
                    <a:cubicBezTo>
                      <a:pt x="36168" y="57658"/>
                      <a:pt x="37147" y="57104"/>
                      <a:pt x="37594" y="56074"/>
                    </a:cubicBezTo>
                    <a:cubicBezTo>
                      <a:pt x="37794" y="55574"/>
                      <a:pt x="37994" y="55107"/>
                      <a:pt x="38227" y="54606"/>
                    </a:cubicBezTo>
                    <a:lnTo>
                      <a:pt x="38227" y="54606"/>
                    </a:lnTo>
                    <a:cubicBezTo>
                      <a:pt x="37408" y="56428"/>
                      <a:pt x="38799" y="58333"/>
                      <a:pt x="40666" y="58333"/>
                    </a:cubicBezTo>
                    <a:cubicBezTo>
                      <a:pt x="40849" y="58333"/>
                      <a:pt x="41038" y="58315"/>
                      <a:pt x="41230" y="58276"/>
                    </a:cubicBezTo>
                    <a:cubicBezTo>
                      <a:pt x="43367" y="57814"/>
                      <a:pt x="45880" y="57597"/>
                      <a:pt x="48538" y="57597"/>
                    </a:cubicBezTo>
                    <a:cubicBezTo>
                      <a:pt x="55294" y="57597"/>
                      <a:pt x="62989" y="58998"/>
                      <a:pt x="67849" y="61344"/>
                    </a:cubicBezTo>
                    <a:cubicBezTo>
                      <a:pt x="68217" y="61519"/>
                      <a:pt x="68597" y="61599"/>
                      <a:pt x="68967" y="61599"/>
                    </a:cubicBezTo>
                    <a:cubicBezTo>
                      <a:pt x="70405" y="61599"/>
                      <a:pt x="71694" y="60389"/>
                      <a:pt x="71625" y="58814"/>
                    </a:cubicBezTo>
                    <a:lnTo>
                      <a:pt x="71625" y="58814"/>
                    </a:lnTo>
                    <a:cubicBezTo>
                      <a:pt x="71648" y="59124"/>
                      <a:pt x="71677" y="59434"/>
                      <a:pt x="71718" y="59743"/>
                    </a:cubicBezTo>
                    <a:cubicBezTo>
                      <a:pt x="71838" y="61184"/>
                      <a:pt x="73064" y="62141"/>
                      <a:pt x="74364" y="62141"/>
                    </a:cubicBezTo>
                    <a:cubicBezTo>
                      <a:pt x="74870" y="62141"/>
                      <a:pt x="75387" y="61996"/>
                      <a:pt x="75854" y="61678"/>
                    </a:cubicBezTo>
                    <a:cubicBezTo>
                      <a:pt x="79557" y="59143"/>
                      <a:pt x="84560" y="57175"/>
                      <a:pt x="89964" y="56007"/>
                    </a:cubicBezTo>
                    <a:cubicBezTo>
                      <a:pt x="89764" y="55974"/>
                      <a:pt x="89531" y="55874"/>
                      <a:pt x="89331" y="55774"/>
                    </a:cubicBezTo>
                    <a:cubicBezTo>
                      <a:pt x="84466" y="53426"/>
                      <a:pt x="76762" y="52041"/>
                      <a:pt x="70001" y="52041"/>
                    </a:cubicBezTo>
                    <a:cubicBezTo>
                      <a:pt x="67350" y="52041"/>
                      <a:pt x="64844" y="52254"/>
                      <a:pt x="62712" y="52705"/>
                    </a:cubicBezTo>
                    <a:cubicBezTo>
                      <a:pt x="62205" y="52816"/>
                      <a:pt x="61561" y="52870"/>
                      <a:pt x="60853" y="52870"/>
                    </a:cubicBezTo>
                    <a:cubicBezTo>
                      <a:pt x="58578" y="52870"/>
                      <a:pt x="55657" y="52306"/>
                      <a:pt x="54639" y="51237"/>
                    </a:cubicBezTo>
                    <a:cubicBezTo>
                      <a:pt x="50369" y="46601"/>
                      <a:pt x="41830" y="43498"/>
                      <a:pt x="35025" y="43465"/>
                    </a:cubicBezTo>
                    <a:cubicBezTo>
                      <a:pt x="32657" y="43465"/>
                      <a:pt x="27620" y="40863"/>
                      <a:pt x="27353" y="38628"/>
                    </a:cubicBezTo>
                    <a:cubicBezTo>
                      <a:pt x="26853" y="34225"/>
                      <a:pt x="25051" y="30522"/>
                      <a:pt x="22550" y="28054"/>
                    </a:cubicBezTo>
                    <a:cubicBezTo>
                      <a:pt x="21449" y="26987"/>
                      <a:pt x="21582" y="25152"/>
                      <a:pt x="22783" y="24185"/>
                    </a:cubicBezTo>
                    <a:cubicBezTo>
                      <a:pt x="33624" y="15278"/>
                      <a:pt x="54406" y="5805"/>
                      <a:pt x="71017" y="1"/>
                    </a:cubicBezTo>
                    <a:close/>
                  </a:path>
                </a:pathLst>
              </a:custGeom>
              <a:solidFill>
                <a:srgbClr val="191919">
                  <a:alpha val="284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20" name="Google Shape;5320;p25"/>
              <p:cNvSpPr/>
              <p:nvPr/>
            </p:nvSpPr>
            <p:spPr>
              <a:xfrm>
                <a:off x="1820150" y="2665738"/>
                <a:ext cx="184325" cy="255200"/>
              </a:xfrm>
              <a:custGeom>
                <a:avLst/>
                <a:gdLst/>
                <a:ahLst/>
                <a:cxnLst/>
                <a:rect l="l" t="t" r="r" b="b"/>
                <a:pathLst>
                  <a:path w="7373" h="10208" extrusionOk="0">
                    <a:moveTo>
                      <a:pt x="3670" y="0"/>
                    </a:moveTo>
                    <a:cubicBezTo>
                      <a:pt x="1835" y="0"/>
                      <a:pt x="1" y="10208"/>
                      <a:pt x="1" y="10208"/>
                    </a:cubicBezTo>
                    <a:lnTo>
                      <a:pt x="7372" y="10208"/>
                    </a:lnTo>
                    <a:cubicBezTo>
                      <a:pt x="7372" y="10208"/>
                      <a:pt x="5538" y="0"/>
                      <a:pt x="36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21" name="Google Shape;5321;p25"/>
              <p:cNvSpPr/>
              <p:nvPr/>
            </p:nvSpPr>
            <p:spPr>
              <a:xfrm>
                <a:off x="1765100" y="2865038"/>
                <a:ext cx="293575" cy="111775"/>
              </a:xfrm>
              <a:custGeom>
                <a:avLst/>
                <a:gdLst/>
                <a:ahLst/>
                <a:cxnLst/>
                <a:rect l="l" t="t" r="r" b="b"/>
                <a:pathLst>
                  <a:path w="11743" h="4471" extrusionOk="0">
                    <a:moveTo>
                      <a:pt x="2002" y="1"/>
                    </a:moveTo>
                    <a:cubicBezTo>
                      <a:pt x="902" y="1"/>
                      <a:pt x="1" y="902"/>
                      <a:pt x="1" y="2002"/>
                    </a:cubicBezTo>
                    <a:lnTo>
                      <a:pt x="1" y="2469"/>
                    </a:lnTo>
                    <a:cubicBezTo>
                      <a:pt x="1" y="3570"/>
                      <a:pt x="902" y="4471"/>
                      <a:pt x="2002" y="4471"/>
                    </a:cubicBezTo>
                    <a:lnTo>
                      <a:pt x="9741" y="4471"/>
                    </a:lnTo>
                    <a:cubicBezTo>
                      <a:pt x="10875" y="4471"/>
                      <a:pt x="11743" y="3570"/>
                      <a:pt x="11743" y="2469"/>
                    </a:cubicBezTo>
                    <a:lnTo>
                      <a:pt x="11743" y="2002"/>
                    </a:lnTo>
                    <a:cubicBezTo>
                      <a:pt x="11743" y="902"/>
                      <a:pt x="10875" y="1"/>
                      <a:pt x="974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3_1_1">
    <p:spTree>
      <p:nvGrpSpPr>
        <p:cNvPr id="1" name="Shape 5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23" name="Google Shape;5323;p26"/>
          <p:cNvGrpSpPr/>
          <p:nvPr/>
        </p:nvGrpSpPr>
        <p:grpSpPr>
          <a:xfrm>
            <a:off x="50125" y="0"/>
            <a:ext cx="8858300" cy="5317875"/>
            <a:chOff x="50125" y="0"/>
            <a:chExt cx="8858300" cy="5317875"/>
          </a:xfrm>
        </p:grpSpPr>
        <p:sp>
          <p:nvSpPr>
            <p:cNvPr id="5324" name="Google Shape;5324;p26"/>
            <p:cNvSpPr/>
            <p:nvPr/>
          </p:nvSpPr>
          <p:spPr>
            <a:xfrm>
              <a:off x="1626250" y="15512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0"/>
                  </a:moveTo>
                  <a:cubicBezTo>
                    <a:pt x="2001" y="1702"/>
                    <a:pt x="0" y="6505"/>
                    <a:pt x="2569" y="6505"/>
                  </a:cubicBezTo>
                  <a:cubicBezTo>
                    <a:pt x="5137" y="6505"/>
                    <a:pt x="3236" y="1802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5" name="Google Shape;5325;p26"/>
            <p:cNvSpPr/>
            <p:nvPr/>
          </p:nvSpPr>
          <p:spPr>
            <a:xfrm>
              <a:off x="3958725" y="519550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0"/>
                  </a:moveTo>
                  <a:cubicBezTo>
                    <a:pt x="1969" y="1668"/>
                    <a:pt x="1" y="6505"/>
                    <a:pt x="2569" y="6505"/>
                  </a:cubicBezTo>
                  <a:cubicBezTo>
                    <a:pt x="5138" y="6505"/>
                    <a:pt x="3237" y="1802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6" name="Google Shape;5326;p26"/>
            <p:cNvSpPr/>
            <p:nvPr/>
          </p:nvSpPr>
          <p:spPr>
            <a:xfrm>
              <a:off x="1291000" y="1710400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36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7" name="Google Shape;5327;p26"/>
            <p:cNvSpPr/>
            <p:nvPr/>
          </p:nvSpPr>
          <p:spPr>
            <a:xfrm>
              <a:off x="447900" y="0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8" name="Google Shape;5328;p26"/>
            <p:cNvSpPr/>
            <p:nvPr/>
          </p:nvSpPr>
          <p:spPr>
            <a:xfrm>
              <a:off x="50125" y="1522775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2001" y="1701"/>
                    <a:pt x="0" y="6505"/>
                    <a:pt x="2569" y="6505"/>
                  </a:cubicBezTo>
                  <a:cubicBezTo>
                    <a:pt x="5137" y="6505"/>
                    <a:pt x="3269" y="1801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9" name="Google Shape;5329;p26"/>
            <p:cNvSpPr/>
            <p:nvPr/>
          </p:nvSpPr>
          <p:spPr>
            <a:xfrm>
              <a:off x="2361775" y="311075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1968" y="1668"/>
                    <a:pt x="0" y="6505"/>
                    <a:pt x="2569" y="6505"/>
                  </a:cubicBezTo>
                  <a:cubicBezTo>
                    <a:pt x="5137" y="6505"/>
                    <a:pt x="3236" y="1801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0" name="Google Shape;5330;p26"/>
            <p:cNvSpPr/>
            <p:nvPr/>
          </p:nvSpPr>
          <p:spPr>
            <a:xfrm>
              <a:off x="1150075" y="229350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0"/>
                  </a:moveTo>
                  <a:cubicBezTo>
                    <a:pt x="2002" y="1701"/>
                    <a:pt x="0" y="6538"/>
                    <a:pt x="2569" y="6538"/>
                  </a:cubicBezTo>
                  <a:cubicBezTo>
                    <a:pt x="5137" y="6538"/>
                    <a:pt x="3269" y="1801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1" name="Google Shape;5331;p26"/>
            <p:cNvSpPr/>
            <p:nvPr/>
          </p:nvSpPr>
          <p:spPr>
            <a:xfrm>
              <a:off x="3177350" y="203500"/>
              <a:ext cx="131775" cy="167625"/>
            </a:xfrm>
            <a:custGeom>
              <a:avLst/>
              <a:gdLst/>
              <a:ahLst/>
              <a:cxnLst/>
              <a:rect l="l" t="t" r="r" b="b"/>
              <a:pathLst>
                <a:path w="5271" h="6705" extrusionOk="0">
                  <a:moveTo>
                    <a:pt x="2636" y="0"/>
                  </a:moveTo>
                  <a:cubicBezTo>
                    <a:pt x="2035" y="1735"/>
                    <a:pt x="0" y="6705"/>
                    <a:pt x="2636" y="6705"/>
                  </a:cubicBezTo>
                  <a:cubicBezTo>
                    <a:pt x="5271" y="6705"/>
                    <a:pt x="3336" y="1868"/>
                    <a:pt x="2636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2" name="Google Shape;5332;p26"/>
            <p:cNvSpPr/>
            <p:nvPr/>
          </p:nvSpPr>
          <p:spPr>
            <a:xfrm>
              <a:off x="4516625" y="287725"/>
              <a:ext cx="132625" cy="167625"/>
            </a:xfrm>
            <a:custGeom>
              <a:avLst/>
              <a:gdLst/>
              <a:ahLst/>
              <a:cxnLst/>
              <a:rect l="l" t="t" r="r" b="b"/>
              <a:pathLst>
                <a:path w="5305" h="6705" extrusionOk="0">
                  <a:moveTo>
                    <a:pt x="2670" y="0"/>
                  </a:moveTo>
                  <a:cubicBezTo>
                    <a:pt x="2069" y="1735"/>
                    <a:pt x="1" y="6705"/>
                    <a:pt x="2670" y="6705"/>
                  </a:cubicBezTo>
                  <a:cubicBezTo>
                    <a:pt x="5305" y="6705"/>
                    <a:pt x="3370" y="1835"/>
                    <a:pt x="2670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3" name="Google Shape;5333;p26"/>
            <p:cNvSpPr/>
            <p:nvPr/>
          </p:nvSpPr>
          <p:spPr>
            <a:xfrm>
              <a:off x="2141600" y="97487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702"/>
                    <a:pt x="1" y="6505"/>
                    <a:pt x="2569" y="6505"/>
                  </a:cubicBezTo>
                  <a:cubicBezTo>
                    <a:pt x="5138" y="6505"/>
                    <a:pt x="3270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4" name="Google Shape;5334;p26"/>
            <p:cNvSpPr/>
            <p:nvPr/>
          </p:nvSpPr>
          <p:spPr>
            <a:xfrm>
              <a:off x="1764675" y="1737100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2002" y="1668"/>
                    <a:pt x="0" y="6505"/>
                    <a:pt x="2569" y="6505"/>
                  </a:cubicBezTo>
                  <a:cubicBezTo>
                    <a:pt x="5137" y="6505"/>
                    <a:pt x="3269" y="1768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5" name="Google Shape;5335;p26"/>
            <p:cNvSpPr/>
            <p:nvPr/>
          </p:nvSpPr>
          <p:spPr>
            <a:xfrm>
              <a:off x="3074775" y="111997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702"/>
                    <a:pt x="0" y="6505"/>
                    <a:pt x="2569" y="6505"/>
                  </a:cubicBezTo>
                  <a:cubicBezTo>
                    <a:pt x="5137" y="6505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6" name="Google Shape;5336;p26"/>
            <p:cNvSpPr/>
            <p:nvPr/>
          </p:nvSpPr>
          <p:spPr>
            <a:xfrm>
              <a:off x="415375" y="124172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702"/>
                    <a:pt x="0" y="6505"/>
                    <a:pt x="2569" y="6505"/>
                  </a:cubicBezTo>
                  <a:cubicBezTo>
                    <a:pt x="5137" y="6505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7" name="Google Shape;5337;p26"/>
            <p:cNvSpPr/>
            <p:nvPr/>
          </p:nvSpPr>
          <p:spPr>
            <a:xfrm>
              <a:off x="380350" y="2140700"/>
              <a:ext cx="132625" cy="167650"/>
            </a:xfrm>
            <a:custGeom>
              <a:avLst/>
              <a:gdLst/>
              <a:ahLst/>
              <a:cxnLst/>
              <a:rect l="l" t="t" r="r" b="b"/>
              <a:pathLst>
                <a:path w="5305" h="6706" extrusionOk="0">
                  <a:moveTo>
                    <a:pt x="2636" y="1"/>
                  </a:moveTo>
                  <a:cubicBezTo>
                    <a:pt x="2069" y="1735"/>
                    <a:pt x="0" y="6706"/>
                    <a:pt x="2636" y="6706"/>
                  </a:cubicBezTo>
                  <a:cubicBezTo>
                    <a:pt x="5304" y="6706"/>
                    <a:pt x="3370" y="1836"/>
                    <a:pt x="2636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8" name="Google Shape;5338;p26"/>
            <p:cNvSpPr/>
            <p:nvPr/>
          </p:nvSpPr>
          <p:spPr>
            <a:xfrm>
              <a:off x="3653525" y="2276650"/>
              <a:ext cx="132625" cy="167625"/>
            </a:xfrm>
            <a:custGeom>
              <a:avLst/>
              <a:gdLst/>
              <a:ahLst/>
              <a:cxnLst/>
              <a:rect l="l" t="t" r="r" b="b"/>
              <a:pathLst>
                <a:path w="5305" h="6705" extrusionOk="0">
                  <a:moveTo>
                    <a:pt x="2669" y="0"/>
                  </a:moveTo>
                  <a:cubicBezTo>
                    <a:pt x="2068" y="1735"/>
                    <a:pt x="0" y="6705"/>
                    <a:pt x="2669" y="6705"/>
                  </a:cubicBezTo>
                  <a:cubicBezTo>
                    <a:pt x="5304" y="6705"/>
                    <a:pt x="3369" y="1868"/>
                    <a:pt x="26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9" name="Google Shape;5339;p26"/>
            <p:cNvSpPr/>
            <p:nvPr/>
          </p:nvSpPr>
          <p:spPr>
            <a:xfrm>
              <a:off x="2307550" y="155862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668"/>
                    <a:pt x="1" y="6505"/>
                    <a:pt x="2569" y="6505"/>
                  </a:cubicBezTo>
                  <a:cubicBezTo>
                    <a:pt x="5138" y="6505"/>
                    <a:pt x="3270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0" name="Google Shape;5340;p26"/>
            <p:cNvSpPr/>
            <p:nvPr/>
          </p:nvSpPr>
          <p:spPr>
            <a:xfrm>
              <a:off x="3263250" y="1710400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1" name="Google Shape;5341;p26"/>
            <p:cNvSpPr/>
            <p:nvPr/>
          </p:nvSpPr>
          <p:spPr>
            <a:xfrm>
              <a:off x="82625" y="503700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1" y="6539"/>
                    <a:pt x="2569" y="6539"/>
                  </a:cubicBezTo>
                  <a:cubicBezTo>
                    <a:pt x="5138" y="6539"/>
                    <a:pt x="3270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2" name="Google Shape;5342;p26"/>
            <p:cNvSpPr/>
            <p:nvPr/>
          </p:nvSpPr>
          <p:spPr>
            <a:xfrm>
              <a:off x="3912025" y="1474400"/>
              <a:ext cx="131800" cy="167650"/>
            </a:xfrm>
            <a:custGeom>
              <a:avLst/>
              <a:gdLst/>
              <a:ahLst/>
              <a:cxnLst/>
              <a:rect l="l" t="t" r="r" b="b"/>
              <a:pathLst>
                <a:path w="5272" h="6706" extrusionOk="0">
                  <a:moveTo>
                    <a:pt x="2636" y="0"/>
                  </a:moveTo>
                  <a:cubicBezTo>
                    <a:pt x="2036" y="1735"/>
                    <a:pt x="1" y="6705"/>
                    <a:pt x="2636" y="6705"/>
                  </a:cubicBezTo>
                  <a:cubicBezTo>
                    <a:pt x="5271" y="6705"/>
                    <a:pt x="3337" y="1868"/>
                    <a:pt x="2636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3" name="Google Shape;5343;p26"/>
            <p:cNvSpPr/>
            <p:nvPr/>
          </p:nvSpPr>
          <p:spPr>
            <a:xfrm>
              <a:off x="4092800" y="1049300"/>
              <a:ext cx="132600" cy="167650"/>
            </a:xfrm>
            <a:custGeom>
              <a:avLst/>
              <a:gdLst/>
              <a:ahLst/>
              <a:cxnLst/>
              <a:rect l="l" t="t" r="r" b="b"/>
              <a:pathLst>
                <a:path w="5304" h="6706" extrusionOk="0">
                  <a:moveTo>
                    <a:pt x="2669" y="1"/>
                  </a:moveTo>
                  <a:cubicBezTo>
                    <a:pt x="2068" y="1735"/>
                    <a:pt x="0" y="6705"/>
                    <a:pt x="2669" y="6705"/>
                  </a:cubicBezTo>
                  <a:cubicBezTo>
                    <a:pt x="5304" y="6705"/>
                    <a:pt x="3369" y="1835"/>
                    <a:pt x="26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4" name="Google Shape;5344;p26"/>
            <p:cNvSpPr/>
            <p:nvPr/>
          </p:nvSpPr>
          <p:spPr>
            <a:xfrm>
              <a:off x="2616950" y="174042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0"/>
                  </a:moveTo>
                  <a:cubicBezTo>
                    <a:pt x="2002" y="1702"/>
                    <a:pt x="0" y="6505"/>
                    <a:pt x="2569" y="6505"/>
                  </a:cubicBezTo>
                  <a:cubicBezTo>
                    <a:pt x="5137" y="6505"/>
                    <a:pt x="3269" y="1802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189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5" name="Google Shape;5345;p26"/>
            <p:cNvSpPr/>
            <p:nvPr/>
          </p:nvSpPr>
          <p:spPr>
            <a:xfrm>
              <a:off x="3572625" y="189302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669"/>
                    <a:pt x="1" y="6505"/>
                    <a:pt x="2569" y="6505"/>
                  </a:cubicBezTo>
                  <a:cubicBezTo>
                    <a:pt x="5138" y="6505"/>
                    <a:pt x="3270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189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6" name="Google Shape;5346;p26"/>
            <p:cNvSpPr/>
            <p:nvPr/>
          </p:nvSpPr>
          <p:spPr>
            <a:xfrm>
              <a:off x="392025" y="68632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669"/>
                    <a:pt x="0" y="6506"/>
                    <a:pt x="2569" y="6506"/>
                  </a:cubicBezTo>
                  <a:cubicBezTo>
                    <a:pt x="5137" y="6506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7" name="Google Shape;5347;p26"/>
            <p:cNvSpPr/>
            <p:nvPr/>
          </p:nvSpPr>
          <p:spPr>
            <a:xfrm>
              <a:off x="6047850" y="15512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0"/>
                  </a:moveTo>
                  <a:cubicBezTo>
                    <a:pt x="2001" y="1702"/>
                    <a:pt x="0" y="6505"/>
                    <a:pt x="2569" y="6505"/>
                  </a:cubicBezTo>
                  <a:cubicBezTo>
                    <a:pt x="5137" y="6505"/>
                    <a:pt x="3236" y="1802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8" name="Google Shape;5348;p26"/>
            <p:cNvSpPr/>
            <p:nvPr/>
          </p:nvSpPr>
          <p:spPr>
            <a:xfrm>
              <a:off x="8380325" y="519550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0"/>
                  </a:moveTo>
                  <a:cubicBezTo>
                    <a:pt x="1969" y="1668"/>
                    <a:pt x="1" y="6505"/>
                    <a:pt x="2569" y="6505"/>
                  </a:cubicBezTo>
                  <a:cubicBezTo>
                    <a:pt x="5138" y="6505"/>
                    <a:pt x="3237" y="1802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9" name="Google Shape;5349;p26"/>
            <p:cNvSpPr/>
            <p:nvPr/>
          </p:nvSpPr>
          <p:spPr>
            <a:xfrm>
              <a:off x="5712600" y="1710400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36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0" name="Google Shape;5350;p26"/>
            <p:cNvSpPr/>
            <p:nvPr/>
          </p:nvSpPr>
          <p:spPr>
            <a:xfrm>
              <a:off x="4869500" y="0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1" name="Google Shape;5351;p26"/>
            <p:cNvSpPr/>
            <p:nvPr/>
          </p:nvSpPr>
          <p:spPr>
            <a:xfrm>
              <a:off x="4471725" y="1522775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2001" y="1701"/>
                    <a:pt x="0" y="6505"/>
                    <a:pt x="2569" y="6505"/>
                  </a:cubicBezTo>
                  <a:cubicBezTo>
                    <a:pt x="5137" y="6505"/>
                    <a:pt x="3269" y="1801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2" name="Google Shape;5352;p26"/>
            <p:cNvSpPr/>
            <p:nvPr/>
          </p:nvSpPr>
          <p:spPr>
            <a:xfrm>
              <a:off x="6783375" y="311075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1968" y="1668"/>
                    <a:pt x="0" y="6505"/>
                    <a:pt x="2569" y="6505"/>
                  </a:cubicBezTo>
                  <a:cubicBezTo>
                    <a:pt x="5137" y="6505"/>
                    <a:pt x="3236" y="1801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3" name="Google Shape;5353;p26"/>
            <p:cNvSpPr/>
            <p:nvPr/>
          </p:nvSpPr>
          <p:spPr>
            <a:xfrm>
              <a:off x="5571675" y="229350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0"/>
                  </a:moveTo>
                  <a:cubicBezTo>
                    <a:pt x="2002" y="1701"/>
                    <a:pt x="0" y="6538"/>
                    <a:pt x="2569" y="6538"/>
                  </a:cubicBezTo>
                  <a:cubicBezTo>
                    <a:pt x="5137" y="6538"/>
                    <a:pt x="3269" y="1801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4" name="Google Shape;5354;p26"/>
            <p:cNvSpPr/>
            <p:nvPr/>
          </p:nvSpPr>
          <p:spPr>
            <a:xfrm>
              <a:off x="7598950" y="203500"/>
              <a:ext cx="131775" cy="167625"/>
            </a:xfrm>
            <a:custGeom>
              <a:avLst/>
              <a:gdLst/>
              <a:ahLst/>
              <a:cxnLst/>
              <a:rect l="l" t="t" r="r" b="b"/>
              <a:pathLst>
                <a:path w="5271" h="6705" extrusionOk="0">
                  <a:moveTo>
                    <a:pt x="2636" y="0"/>
                  </a:moveTo>
                  <a:cubicBezTo>
                    <a:pt x="2035" y="1735"/>
                    <a:pt x="0" y="6705"/>
                    <a:pt x="2636" y="6705"/>
                  </a:cubicBezTo>
                  <a:cubicBezTo>
                    <a:pt x="5271" y="6705"/>
                    <a:pt x="3336" y="1868"/>
                    <a:pt x="2636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5" name="Google Shape;5355;p26"/>
            <p:cNvSpPr/>
            <p:nvPr/>
          </p:nvSpPr>
          <p:spPr>
            <a:xfrm>
              <a:off x="6563200" y="97487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702"/>
                    <a:pt x="1" y="6505"/>
                    <a:pt x="2569" y="6505"/>
                  </a:cubicBezTo>
                  <a:cubicBezTo>
                    <a:pt x="5138" y="6505"/>
                    <a:pt x="3270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6" name="Google Shape;5356;p26"/>
            <p:cNvSpPr/>
            <p:nvPr/>
          </p:nvSpPr>
          <p:spPr>
            <a:xfrm>
              <a:off x="6186275" y="1737100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2002" y="1668"/>
                    <a:pt x="0" y="6505"/>
                    <a:pt x="2569" y="6505"/>
                  </a:cubicBezTo>
                  <a:cubicBezTo>
                    <a:pt x="5137" y="6505"/>
                    <a:pt x="3269" y="1768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7" name="Google Shape;5357;p26"/>
            <p:cNvSpPr/>
            <p:nvPr/>
          </p:nvSpPr>
          <p:spPr>
            <a:xfrm>
              <a:off x="7496375" y="111997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702"/>
                    <a:pt x="0" y="6505"/>
                    <a:pt x="2569" y="6505"/>
                  </a:cubicBezTo>
                  <a:cubicBezTo>
                    <a:pt x="5137" y="6505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8" name="Google Shape;5358;p26"/>
            <p:cNvSpPr/>
            <p:nvPr/>
          </p:nvSpPr>
          <p:spPr>
            <a:xfrm>
              <a:off x="4760775" y="108932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702"/>
                    <a:pt x="0" y="6505"/>
                    <a:pt x="2569" y="6505"/>
                  </a:cubicBezTo>
                  <a:cubicBezTo>
                    <a:pt x="5137" y="6505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9" name="Google Shape;5359;p26"/>
            <p:cNvSpPr/>
            <p:nvPr/>
          </p:nvSpPr>
          <p:spPr>
            <a:xfrm>
              <a:off x="4801950" y="2140700"/>
              <a:ext cx="132625" cy="167650"/>
            </a:xfrm>
            <a:custGeom>
              <a:avLst/>
              <a:gdLst/>
              <a:ahLst/>
              <a:cxnLst/>
              <a:rect l="l" t="t" r="r" b="b"/>
              <a:pathLst>
                <a:path w="5305" h="6706" extrusionOk="0">
                  <a:moveTo>
                    <a:pt x="2636" y="1"/>
                  </a:moveTo>
                  <a:cubicBezTo>
                    <a:pt x="2069" y="1735"/>
                    <a:pt x="0" y="6706"/>
                    <a:pt x="2636" y="6706"/>
                  </a:cubicBezTo>
                  <a:cubicBezTo>
                    <a:pt x="5304" y="6706"/>
                    <a:pt x="3370" y="1836"/>
                    <a:pt x="2636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0" name="Google Shape;5360;p26"/>
            <p:cNvSpPr/>
            <p:nvPr/>
          </p:nvSpPr>
          <p:spPr>
            <a:xfrm>
              <a:off x="8075125" y="2276650"/>
              <a:ext cx="132625" cy="167625"/>
            </a:xfrm>
            <a:custGeom>
              <a:avLst/>
              <a:gdLst/>
              <a:ahLst/>
              <a:cxnLst/>
              <a:rect l="l" t="t" r="r" b="b"/>
              <a:pathLst>
                <a:path w="5305" h="6705" extrusionOk="0">
                  <a:moveTo>
                    <a:pt x="2669" y="0"/>
                  </a:moveTo>
                  <a:cubicBezTo>
                    <a:pt x="2068" y="1735"/>
                    <a:pt x="0" y="6705"/>
                    <a:pt x="2669" y="6705"/>
                  </a:cubicBezTo>
                  <a:cubicBezTo>
                    <a:pt x="5304" y="6705"/>
                    <a:pt x="3369" y="1868"/>
                    <a:pt x="26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1" name="Google Shape;5361;p26"/>
            <p:cNvSpPr/>
            <p:nvPr/>
          </p:nvSpPr>
          <p:spPr>
            <a:xfrm>
              <a:off x="6729150" y="155862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668"/>
                    <a:pt x="1" y="6505"/>
                    <a:pt x="2569" y="6505"/>
                  </a:cubicBezTo>
                  <a:cubicBezTo>
                    <a:pt x="5138" y="6505"/>
                    <a:pt x="3270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2" name="Google Shape;5362;p26"/>
            <p:cNvSpPr/>
            <p:nvPr/>
          </p:nvSpPr>
          <p:spPr>
            <a:xfrm>
              <a:off x="7684850" y="1710400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3" name="Google Shape;5363;p26"/>
            <p:cNvSpPr/>
            <p:nvPr/>
          </p:nvSpPr>
          <p:spPr>
            <a:xfrm>
              <a:off x="4504225" y="503700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1" y="6539"/>
                    <a:pt x="2569" y="6539"/>
                  </a:cubicBezTo>
                  <a:cubicBezTo>
                    <a:pt x="5138" y="6539"/>
                    <a:pt x="3270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4" name="Google Shape;5364;p26"/>
            <p:cNvSpPr/>
            <p:nvPr/>
          </p:nvSpPr>
          <p:spPr>
            <a:xfrm>
              <a:off x="8333625" y="1474400"/>
              <a:ext cx="131800" cy="167650"/>
            </a:xfrm>
            <a:custGeom>
              <a:avLst/>
              <a:gdLst/>
              <a:ahLst/>
              <a:cxnLst/>
              <a:rect l="l" t="t" r="r" b="b"/>
              <a:pathLst>
                <a:path w="5272" h="6706" extrusionOk="0">
                  <a:moveTo>
                    <a:pt x="2636" y="0"/>
                  </a:moveTo>
                  <a:cubicBezTo>
                    <a:pt x="2036" y="1735"/>
                    <a:pt x="1" y="6705"/>
                    <a:pt x="2636" y="6705"/>
                  </a:cubicBezTo>
                  <a:cubicBezTo>
                    <a:pt x="5271" y="6705"/>
                    <a:pt x="3337" y="1868"/>
                    <a:pt x="2636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5" name="Google Shape;5365;p26"/>
            <p:cNvSpPr/>
            <p:nvPr/>
          </p:nvSpPr>
          <p:spPr>
            <a:xfrm>
              <a:off x="4813625" y="68632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669"/>
                    <a:pt x="0" y="6506"/>
                    <a:pt x="2569" y="6506"/>
                  </a:cubicBezTo>
                  <a:cubicBezTo>
                    <a:pt x="5137" y="6506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6" name="Google Shape;5366;p26"/>
            <p:cNvSpPr/>
            <p:nvPr/>
          </p:nvSpPr>
          <p:spPr>
            <a:xfrm>
              <a:off x="6169800" y="1177000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36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7" name="Google Shape;5367;p26"/>
            <p:cNvSpPr/>
            <p:nvPr/>
          </p:nvSpPr>
          <p:spPr>
            <a:xfrm flipH="1">
              <a:off x="1517850" y="765563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702"/>
                    <a:pt x="0" y="6505"/>
                    <a:pt x="2569" y="6505"/>
                  </a:cubicBezTo>
                  <a:cubicBezTo>
                    <a:pt x="5137" y="6505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8" name="Google Shape;5368;p26"/>
            <p:cNvSpPr/>
            <p:nvPr/>
          </p:nvSpPr>
          <p:spPr>
            <a:xfrm flipH="1">
              <a:off x="1329375" y="1355988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9" name="Google Shape;5369;p26"/>
            <p:cNvSpPr/>
            <p:nvPr/>
          </p:nvSpPr>
          <p:spPr>
            <a:xfrm>
              <a:off x="7751450" y="755550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36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0" name="Google Shape;5370;p26"/>
            <p:cNvSpPr/>
            <p:nvPr/>
          </p:nvSpPr>
          <p:spPr>
            <a:xfrm>
              <a:off x="8225125" y="782250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2002" y="1668"/>
                    <a:pt x="0" y="6505"/>
                    <a:pt x="2569" y="6505"/>
                  </a:cubicBezTo>
                  <a:cubicBezTo>
                    <a:pt x="5137" y="6505"/>
                    <a:pt x="3269" y="1768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1" name="Google Shape;5371;p26"/>
            <p:cNvSpPr/>
            <p:nvPr/>
          </p:nvSpPr>
          <p:spPr>
            <a:xfrm>
              <a:off x="3335788" y="712175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36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2" name="Google Shape;5372;p26"/>
            <p:cNvSpPr/>
            <p:nvPr/>
          </p:nvSpPr>
          <p:spPr>
            <a:xfrm>
              <a:off x="3809463" y="738875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2002" y="1668"/>
                    <a:pt x="0" y="6505"/>
                    <a:pt x="2569" y="6505"/>
                  </a:cubicBezTo>
                  <a:cubicBezTo>
                    <a:pt x="5137" y="6505"/>
                    <a:pt x="3269" y="1768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3" name="Google Shape;5373;p26"/>
            <p:cNvSpPr/>
            <p:nvPr/>
          </p:nvSpPr>
          <p:spPr>
            <a:xfrm>
              <a:off x="1716500" y="2260650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0"/>
                  </a:moveTo>
                  <a:cubicBezTo>
                    <a:pt x="2001" y="1702"/>
                    <a:pt x="0" y="6505"/>
                    <a:pt x="2569" y="6505"/>
                  </a:cubicBezTo>
                  <a:cubicBezTo>
                    <a:pt x="5137" y="6505"/>
                    <a:pt x="3236" y="1802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4" name="Google Shape;5374;p26"/>
            <p:cNvSpPr/>
            <p:nvPr/>
          </p:nvSpPr>
          <p:spPr>
            <a:xfrm>
              <a:off x="4048975" y="262507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0"/>
                  </a:moveTo>
                  <a:cubicBezTo>
                    <a:pt x="1969" y="1668"/>
                    <a:pt x="1" y="6505"/>
                    <a:pt x="2569" y="6505"/>
                  </a:cubicBezTo>
                  <a:cubicBezTo>
                    <a:pt x="5138" y="6505"/>
                    <a:pt x="3237" y="1802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5" name="Google Shape;5375;p26"/>
            <p:cNvSpPr/>
            <p:nvPr/>
          </p:nvSpPr>
          <p:spPr>
            <a:xfrm>
              <a:off x="1381250" y="3815925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36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6" name="Google Shape;5376;p26"/>
            <p:cNvSpPr/>
            <p:nvPr/>
          </p:nvSpPr>
          <p:spPr>
            <a:xfrm>
              <a:off x="538150" y="2105525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7" name="Google Shape;5377;p26"/>
            <p:cNvSpPr/>
            <p:nvPr/>
          </p:nvSpPr>
          <p:spPr>
            <a:xfrm>
              <a:off x="140375" y="3628300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2001" y="1701"/>
                    <a:pt x="0" y="6505"/>
                    <a:pt x="2569" y="6505"/>
                  </a:cubicBezTo>
                  <a:cubicBezTo>
                    <a:pt x="5137" y="6505"/>
                    <a:pt x="3269" y="1801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8" name="Google Shape;5378;p26"/>
            <p:cNvSpPr/>
            <p:nvPr/>
          </p:nvSpPr>
          <p:spPr>
            <a:xfrm>
              <a:off x="2452025" y="2416600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1968" y="1668"/>
                    <a:pt x="0" y="6505"/>
                    <a:pt x="2569" y="6505"/>
                  </a:cubicBezTo>
                  <a:cubicBezTo>
                    <a:pt x="5137" y="6505"/>
                    <a:pt x="3236" y="1801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9" name="Google Shape;5379;p26"/>
            <p:cNvSpPr/>
            <p:nvPr/>
          </p:nvSpPr>
          <p:spPr>
            <a:xfrm>
              <a:off x="1240325" y="2334875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0"/>
                  </a:moveTo>
                  <a:cubicBezTo>
                    <a:pt x="2002" y="1701"/>
                    <a:pt x="0" y="6538"/>
                    <a:pt x="2569" y="6538"/>
                  </a:cubicBezTo>
                  <a:cubicBezTo>
                    <a:pt x="5137" y="6538"/>
                    <a:pt x="3269" y="1801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0" name="Google Shape;5380;p26"/>
            <p:cNvSpPr/>
            <p:nvPr/>
          </p:nvSpPr>
          <p:spPr>
            <a:xfrm>
              <a:off x="3267600" y="2309025"/>
              <a:ext cx="131775" cy="167625"/>
            </a:xfrm>
            <a:custGeom>
              <a:avLst/>
              <a:gdLst/>
              <a:ahLst/>
              <a:cxnLst/>
              <a:rect l="l" t="t" r="r" b="b"/>
              <a:pathLst>
                <a:path w="5271" h="6705" extrusionOk="0">
                  <a:moveTo>
                    <a:pt x="2636" y="0"/>
                  </a:moveTo>
                  <a:cubicBezTo>
                    <a:pt x="2035" y="1735"/>
                    <a:pt x="0" y="6705"/>
                    <a:pt x="2636" y="6705"/>
                  </a:cubicBezTo>
                  <a:cubicBezTo>
                    <a:pt x="5271" y="6705"/>
                    <a:pt x="3336" y="1868"/>
                    <a:pt x="2636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1" name="Google Shape;5381;p26"/>
            <p:cNvSpPr/>
            <p:nvPr/>
          </p:nvSpPr>
          <p:spPr>
            <a:xfrm>
              <a:off x="4606875" y="2393250"/>
              <a:ext cx="132625" cy="167625"/>
            </a:xfrm>
            <a:custGeom>
              <a:avLst/>
              <a:gdLst/>
              <a:ahLst/>
              <a:cxnLst/>
              <a:rect l="l" t="t" r="r" b="b"/>
              <a:pathLst>
                <a:path w="5305" h="6705" extrusionOk="0">
                  <a:moveTo>
                    <a:pt x="2670" y="0"/>
                  </a:moveTo>
                  <a:cubicBezTo>
                    <a:pt x="2069" y="1735"/>
                    <a:pt x="1" y="6705"/>
                    <a:pt x="2670" y="6705"/>
                  </a:cubicBezTo>
                  <a:cubicBezTo>
                    <a:pt x="5305" y="6705"/>
                    <a:pt x="3370" y="1835"/>
                    <a:pt x="2670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2" name="Google Shape;5382;p26"/>
            <p:cNvSpPr/>
            <p:nvPr/>
          </p:nvSpPr>
          <p:spPr>
            <a:xfrm>
              <a:off x="2231850" y="3080400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702"/>
                    <a:pt x="1" y="6505"/>
                    <a:pt x="2569" y="6505"/>
                  </a:cubicBezTo>
                  <a:cubicBezTo>
                    <a:pt x="5138" y="6505"/>
                    <a:pt x="3270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3" name="Google Shape;5383;p26"/>
            <p:cNvSpPr/>
            <p:nvPr/>
          </p:nvSpPr>
          <p:spPr>
            <a:xfrm>
              <a:off x="1854925" y="3842625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2002" y="1668"/>
                    <a:pt x="0" y="6505"/>
                    <a:pt x="2569" y="6505"/>
                  </a:cubicBezTo>
                  <a:cubicBezTo>
                    <a:pt x="5137" y="6505"/>
                    <a:pt x="3269" y="1768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4" name="Google Shape;5384;p26"/>
            <p:cNvSpPr/>
            <p:nvPr/>
          </p:nvSpPr>
          <p:spPr>
            <a:xfrm>
              <a:off x="3165025" y="3225500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702"/>
                    <a:pt x="0" y="6505"/>
                    <a:pt x="2569" y="6505"/>
                  </a:cubicBezTo>
                  <a:cubicBezTo>
                    <a:pt x="5137" y="6505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5" name="Google Shape;5385;p26"/>
            <p:cNvSpPr/>
            <p:nvPr/>
          </p:nvSpPr>
          <p:spPr>
            <a:xfrm>
              <a:off x="505625" y="3347250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702"/>
                    <a:pt x="0" y="6505"/>
                    <a:pt x="2569" y="6505"/>
                  </a:cubicBezTo>
                  <a:cubicBezTo>
                    <a:pt x="5137" y="6505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6" name="Google Shape;5386;p26"/>
            <p:cNvSpPr/>
            <p:nvPr/>
          </p:nvSpPr>
          <p:spPr>
            <a:xfrm>
              <a:off x="470600" y="4246225"/>
              <a:ext cx="132625" cy="167650"/>
            </a:xfrm>
            <a:custGeom>
              <a:avLst/>
              <a:gdLst/>
              <a:ahLst/>
              <a:cxnLst/>
              <a:rect l="l" t="t" r="r" b="b"/>
              <a:pathLst>
                <a:path w="5305" h="6706" extrusionOk="0">
                  <a:moveTo>
                    <a:pt x="2636" y="1"/>
                  </a:moveTo>
                  <a:cubicBezTo>
                    <a:pt x="2069" y="1735"/>
                    <a:pt x="0" y="6706"/>
                    <a:pt x="2636" y="6706"/>
                  </a:cubicBezTo>
                  <a:cubicBezTo>
                    <a:pt x="5304" y="6706"/>
                    <a:pt x="3370" y="1836"/>
                    <a:pt x="2636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7" name="Google Shape;5387;p26"/>
            <p:cNvSpPr/>
            <p:nvPr/>
          </p:nvSpPr>
          <p:spPr>
            <a:xfrm>
              <a:off x="3743775" y="4382175"/>
              <a:ext cx="132625" cy="167625"/>
            </a:xfrm>
            <a:custGeom>
              <a:avLst/>
              <a:gdLst/>
              <a:ahLst/>
              <a:cxnLst/>
              <a:rect l="l" t="t" r="r" b="b"/>
              <a:pathLst>
                <a:path w="5305" h="6705" extrusionOk="0">
                  <a:moveTo>
                    <a:pt x="2669" y="0"/>
                  </a:moveTo>
                  <a:cubicBezTo>
                    <a:pt x="2068" y="1735"/>
                    <a:pt x="0" y="6705"/>
                    <a:pt x="2669" y="6705"/>
                  </a:cubicBezTo>
                  <a:cubicBezTo>
                    <a:pt x="5304" y="6705"/>
                    <a:pt x="3369" y="1868"/>
                    <a:pt x="26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8" name="Google Shape;5388;p26"/>
            <p:cNvSpPr/>
            <p:nvPr/>
          </p:nvSpPr>
          <p:spPr>
            <a:xfrm>
              <a:off x="2397800" y="3664150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668"/>
                    <a:pt x="1" y="6505"/>
                    <a:pt x="2569" y="6505"/>
                  </a:cubicBezTo>
                  <a:cubicBezTo>
                    <a:pt x="5138" y="6505"/>
                    <a:pt x="3270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9" name="Google Shape;5389;p26"/>
            <p:cNvSpPr/>
            <p:nvPr/>
          </p:nvSpPr>
          <p:spPr>
            <a:xfrm>
              <a:off x="3353500" y="3815925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0" name="Google Shape;5390;p26"/>
            <p:cNvSpPr/>
            <p:nvPr/>
          </p:nvSpPr>
          <p:spPr>
            <a:xfrm>
              <a:off x="172875" y="2609225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1" y="6539"/>
                    <a:pt x="2569" y="6539"/>
                  </a:cubicBezTo>
                  <a:cubicBezTo>
                    <a:pt x="5138" y="6539"/>
                    <a:pt x="3270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1" name="Google Shape;5391;p26"/>
            <p:cNvSpPr/>
            <p:nvPr/>
          </p:nvSpPr>
          <p:spPr>
            <a:xfrm>
              <a:off x="4002275" y="3579925"/>
              <a:ext cx="131800" cy="167650"/>
            </a:xfrm>
            <a:custGeom>
              <a:avLst/>
              <a:gdLst/>
              <a:ahLst/>
              <a:cxnLst/>
              <a:rect l="l" t="t" r="r" b="b"/>
              <a:pathLst>
                <a:path w="5272" h="6706" extrusionOk="0">
                  <a:moveTo>
                    <a:pt x="2636" y="0"/>
                  </a:moveTo>
                  <a:cubicBezTo>
                    <a:pt x="2036" y="1735"/>
                    <a:pt x="1" y="6705"/>
                    <a:pt x="2636" y="6705"/>
                  </a:cubicBezTo>
                  <a:cubicBezTo>
                    <a:pt x="5271" y="6705"/>
                    <a:pt x="3337" y="1868"/>
                    <a:pt x="2636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2" name="Google Shape;5392;p26"/>
            <p:cNvSpPr/>
            <p:nvPr/>
          </p:nvSpPr>
          <p:spPr>
            <a:xfrm>
              <a:off x="4183050" y="3154825"/>
              <a:ext cx="132600" cy="167650"/>
            </a:xfrm>
            <a:custGeom>
              <a:avLst/>
              <a:gdLst/>
              <a:ahLst/>
              <a:cxnLst/>
              <a:rect l="l" t="t" r="r" b="b"/>
              <a:pathLst>
                <a:path w="5304" h="6706" extrusionOk="0">
                  <a:moveTo>
                    <a:pt x="2669" y="1"/>
                  </a:moveTo>
                  <a:cubicBezTo>
                    <a:pt x="2068" y="1735"/>
                    <a:pt x="0" y="6705"/>
                    <a:pt x="2669" y="6705"/>
                  </a:cubicBezTo>
                  <a:cubicBezTo>
                    <a:pt x="5304" y="6705"/>
                    <a:pt x="3369" y="1835"/>
                    <a:pt x="26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3" name="Google Shape;5393;p26"/>
            <p:cNvSpPr/>
            <p:nvPr/>
          </p:nvSpPr>
          <p:spPr>
            <a:xfrm>
              <a:off x="2025875" y="244327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1969" y="1668"/>
                    <a:pt x="1" y="6505"/>
                    <a:pt x="2569" y="6505"/>
                  </a:cubicBezTo>
                  <a:cubicBezTo>
                    <a:pt x="5138" y="6505"/>
                    <a:pt x="3236" y="1769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189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4" name="Google Shape;5394;p26"/>
            <p:cNvSpPr/>
            <p:nvPr/>
          </p:nvSpPr>
          <p:spPr>
            <a:xfrm>
              <a:off x="3576975" y="2491650"/>
              <a:ext cx="131800" cy="167650"/>
            </a:xfrm>
            <a:custGeom>
              <a:avLst/>
              <a:gdLst/>
              <a:ahLst/>
              <a:cxnLst/>
              <a:rect l="l" t="t" r="r" b="b"/>
              <a:pathLst>
                <a:path w="5272" h="6706" extrusionOk="0">
                  <a:moveTo>
                    <a:pt x="2636" y="0"/>
                  </a:moveTo>
                  <a:cubicBezTo>
                    <a:pt x="2036" y="1735"/>
                    <a:pt x="1" y="6705"/>
                    <a:pt x="2636" y="6705"/>
                  </a:cubicBezTo>
                  <a:cubicBezTo>
                    <a:pt x="5271" y="6705"/>
                    <a:pt x="3337" y="1835"/>
                    <a:pt x="2636" y="0"/>
                  </a:cubicBezTo>
                  <a:close/>
                </a:path>
              </a:pathLst>
            </a:custGeom>
            <a:solidFill>
              <a:srgbClr val="191919">
                <a:alpha val="189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5" name="Google Shape;5395;p26"/>
            <p:cNvSpPr/>
            <p:nvPr/>
          </p:nvSpPr>
          <p:spPr>
            <a:xfrm>
              <a:off x="2707200" y="3845950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0"/>
                  </a:moveTo>
                  <a:cubicBezTo>
                    <a:pt x="2002" y="1702"/>
                    <a:pt x="0" y="6505"/>
                    <a:pt x="2569" y="6505"/>
                  </a:cubicBezTo>
                  <a:cubicBezTo>
                    <a:pt x="5137" y="6505"/>
                    <a:pt x="3269" y="1802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189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6" name="Google Shape;5396;p26"/>
            <p:cNvSpPr/>
            <p:nvPr/>
          </p:nvSpPr>
          <p:spPr>
            <a:xfrm>
              <a:off x="482275" y="2791850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669"/>
                    <a:pt x="0" y="6506"/>
                    <a:pt x="2569" y="6506"/>
                  </a:cubicBezTo>
                  <a:cubicBezTo>
                    <a:pt x="5137" y="6506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7" name="Google Shape;5397;p26"/>
            <p:cNvSpPr/>
            <p:nvPr/>
          </p:nvSpPr>
          <p:spPr>
            <a:xfrm>
              <a:off x="6138100" y="2260650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0"/>
                  </a:moveTo>
                  <a:cubicBezTo>
                    <a:pt x="2001" y="1702"/>
                    <a:pt x="0" y="6505"/>
                    <a:pt x="2569" y="6505"/>
                  </a:cubicBezTo>
                  <a:cubicBezTo>
                    <a:pt x="5137" y="6505"/>
                    <a:pt x="3236" y="1802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8" name="Google Shape;5398;p26"/>
            <p:cNvSpPr/>
            <p:nvPr/>
          </p:nvSpPr>
          <p:spPr>
            <a:xfrm>
              <a:off x="8470575" y="262507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0"/>
                  </a:moveTo>
                  <a:cubicBezTo>
                    <a:pt x="1969" y="1668"/>
                    <a:pt x="1" y="6505"/>
                    <a:pt x="2569" y="6505"/>
                  </a:cubicBezTo>
                  <a:cubicBezTo>
                    <a:pt x="5138" y="6505"/>
                    <a:pt x="3237" y="1802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9" name="Google Shape;5399;p26"/>
            <p:cNvSpPr/>
            <p:nvPr/>
          </p:nvSpPr>
          <p:spPr>
            <a:xfrm>
              <a:off x="5802850" y="3815925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36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0" name="Google Shape;5400;p26"/>
            <p:cNvSpPr/>
            <p:nvPr/>
          </p:nvSpPr>
          <p:spPr>
            <a:xfrm>
              <a:off x="4959750" y="2105525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1" name="Google Shape;5401;p26"/>
            <p:cNvSpPr/>
            <p:nvPr/>
          </p:nvSpPr>
          <p:spPr>
            <a:xfrm>
              <a:off x="4561975" y="3628300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2001" y="1701"/>
                    <a:pt x="0" y="6505"/>
                    <a:pt x="2569" y="6505"/>
                  </a:cubicBezTo>
                  <a:cubicBezTo>
                    <a:pt x="5137" y="6505"/>
                    <a:pt x="3269" y="1801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2" name="Google Shape;5402;p26"/>
            <p:cNvSpPr/>
            <p:nvPr/>
          </p:nvSpPr>
          <p:spPr>
            <a:xfrm>
              <a:off x="6873625" y="2416600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1968" y="1668"/>
                    <a:pt x="0" y="6505"/>
                    <a:pt x="2569" y="6505"/>
                  </a:cubicBezTo>
                  <a:cubicBezTo>
                    <a:pt x="5137" y="6505"/>
                    <a:pt x="3236" y="1801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3" name="Google Shape;5403;p26"/>
            <p:cNvSpPr/>
            <p:nvPr/>
          </p:nvSpPr>
          <p:spPr>
            <a:xfrm>
              <a:off x="5661925" y="2334875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0"/>
                  </a:moveTo>
                  <a:cubicBezTo>
                    <a:pt x="2002" y="1701"/>
                    <a:pt x="0" y="6538"/>
                    <a:pt x="2569" y="6538"/>
                  </a:cubicBezTo>
                  <a:cubicBezTo>
                    <a:pt x="5137" y="6538"/>
                    <a:pt x="3269" y="1801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4" name="Google Shape;5404;p26"/>
            <p:cNvSpPr/>
            <p:nvPr/>
          </p:nvSpPr>
          <p:spPr>
            <a:xfrm>
              <a:off x="7689200" y="2309025"/>
              <a:ext cx="131775" cy="167625"/>
            </a:xfrm>
            <a:custGeom>
              <a:avLst/>
              <a:gdLst/>
              <a:ahLst/>
              <a:cxnLst/>
              <a:rect l="l" t="t" r="r" b="b"/>
              <a:pathLst>
                <a:path w="5271" h="6705" extrusionOk="0">
                  <a:moveTo>
                    <a:pt x="2636" y="0"/>
                  </a:moveTo>
                  <a:cubicBezTo>
                    <a:pt x="2035" y="1735"/>
                    <a:pt x="0" y="6705"/>
                    <a:pt x="2636" y="6705"/>
                  </a:cubicBezTo>
                  <a:cubicBezTo>
                    <a:pt x="5271" y="6705"/>
                    <a:pt x="3336" y="1868"/>
                    <a:pt x="2636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5" name="Google Shape;5405;p26"/>
            <p:cNvSpPr/>
            <p:nvPr/>
          </p:nvSpPr>
          <p:spPr>
            <a:xfrm>
              <a:off x="6653450" y="3080400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702"/>
                    <a:pt x="1" y="6505"/>
                    <a:pt x="2569" y="6505"/>
                  </a:cubicBezTo>
                  <a:cubicBezTo>
                    <a:pt x="5138" y="6505"/>
                    <a:pt x="3270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6" name="Google Shape;5406;p26"/>
            <p:cNvSpPr/>
            <p:nvPr/>
          </p:nvSpPr>
          <p:spPr>
            <a:xfrm>
              <a:off x="6276525" y="3842625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2002" y="1668"/>
                    <a:pt x="0" y="6505"/>
                    <a:pt x="2569" y="6505"/>
                  </a:cubicBezTo>
                  <a:cubicBezTo>
                    <a:pt x="5137" y="6505"/>
                    <a:pt x="3269" y="1768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7" name="Google Shape;5407;p26"/>
            <p:cNvSpPr/>
            <p:nvPr/>
          </p:nvSpPr>
          <p:spPr>
            <a:xfrm>
              <a:off x="7586625" y="3225500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702"/>
                    <a:pt x="0" y="6505"/>
                    <a:pt x="2569" y="6505"/>
                  </a:cubicBezTo>
                  <a:cubicBezTo>
                    <a:pt x="5137" y="6505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8" name="Google Shape;5408;p26"/>
            <p:cNvSpPr/>
            <p:nvPr/>
          </p:nvSpPr>
          <p:spPr>
            <a:xfrm>
              <a:off x="4851025" y="3194850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702"/>
                    <a:pt x="0" y="6505"/>
                    <a:pt x="2569" y="6505"/>
                  </a:cubicBezTo>
                  <a:cubicBezTo>
                    <a:pt x="5137" y="6505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9" name="Google Shape;5409;p26"/>
            <p:cNvSpPr/>
            <p:nvPr/>
          </p:nvSpPr>
          <p:spPr>
            <a:xfrm>
              <a:off x="4892200" y="4246225"/>
              <a:ext cx="132625" cy="167650"/>
            </a:xfrm>
            <a:custGeom>
              <a:avLst/>
              <a:gdLst/>
              <a:ahLst/>
              <a:cxnLst/>
              <a:rect l="l" t="t" r="r" b="b"/>
              <a:pathLst>
                <a:path w="5305" h="6706" extrusionOk="0">
                  <a:moveTo>
                    <a:pt x="2636" y="1"/>
                  </a:moveTo>
                  <a:cubicBezTo>
                    <a:pt x="2069" y="1735"/>
                    <a:pt x="0" y="6706"/>
                    <a:pt x="2636" y="6706"/>
                  </a:cubicBezTo>
                  <a:cubicBezTo>
                    <a:pt x="5304" y="6706"/>
                    <a:pt x="3370" y="1836"/>
                    <a:pt x="2636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0" name="Google Shape;5410;p26"/>
            <p:cNvSpPr/>
            <p:nvPr/>
          </p:nvSpPr>
          <p:spPr>
            <a:xfrm>
              <a:off x="8165375" y="4382175"/>
              <a:ext cx="132625" cy="167625"/>
            </a:xfrm>
            <a:custGeom>
              <a:avLst/>
              <a:gdLst/>
              <a:ahLst/>
              <a:cxnLst/>
              <a:rect l="l" t="t" r="r" b="b"/>
              <a:pathLst>
                <a:path w="5305" h="6705" extrusionOk="0">
                  <a:moveTo>
                    <a:pt x="2669" y="0"/>
                  </a:moveTo>
                  <a:cubicBezTo>
                    <a:pt x="2068" y="1735"/>
                    <a:pt x="0" y="6705"/>
                    <a:pt x="2669" y="6705"/>
                  </a:cubicBezTo>
                  <a:cubicBezTo>
                    <a:pt x="5304" y="6705"/>
                    <a:pt x="3369" y="1868"/>
                    <a:pt x="26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1" name="Google Shape;5411;p26"/>
            <p:cNvSpPr/>
            <p:nvPr/>
          </p:nvSpPr>
          <p:spPr>
            <a:xfrm>
              <a:off x="6819400" y="3664150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668"/>
                    <a:pt x="1" y="6505"/>
                    <a:pt x="2569" y="6505"/>
                  </a:cubicBezTo>
                  <a:cubicBezTo>
                    <a:pt x="5138" y="6505"/>
                    <a:pt x="3270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2" name="Google Shape;5412;p26"/>
            <p:cNvSpPr/>
            <p:nvPr/>
          </p:nvSpPr>
          <p:spPr>
            <a:xfrm>
              <a:off x="7775100" y="3815925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3" name="Google Shape;5413;p26"/>
            <p:cNvSpPr/>
            <p:nvPr/>
          </p:nvSpPr>
          <p:spPr>
            <a:xfrm>
              <a:off x="4594475" y="2609225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1" y="6539"/>
                    <a:pt x="2569" y="6539"/>
                  </a:cubicBezTo>
                  <a:cubicBezTo>
                    <a:pt x="5138" y="6539"/>
                    <a:pt x="3270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4" name="Google Shape;5414;p26"/>
            <p:cNvSpPr/>
            <p:nvPr/>
          </p:nvSpPr>
          <p:spPr>
            <a:xfrm>
              <a:off x="8423875" y="3579925"/>
              <a:ext cx="131800" cy="167650"/>
            </a:xfrm>
            <a:custGeom>
              <a:avLst/>
              <a:gdLst/>
              <a:ahLst/>
              <a:cxnLst/>
              <a:rect l="l" t="t" r="r" b="b"/>
              <a:pathLst>
                <a:path w="5272" h="6706" extrusionOk="0">
                  <a:moveTo>
                    <a:pt x="2636" y="0"/>
                  </a:moveTo>
                  <a:cubicBezTo>
                    <a:pt x="2036" y="1735"/>
                    <a:pt x="1" y="6705"/>
                    <a:pt x="2636" y="6705"/>
                  </a:cubicBezTo>
                  <a:cubicBezTo>
                    <a:pt x="5271" y="6705"/>
                    <a:pt x="3337" y="1868"/>
                    <a:pt x="2636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5" name="Google Shape;5415;p26"/>
            <p:cNvSpPr/>
            <p:nvPr/>
          </p:nvSpPr>
          <p:spPr>
            <a:xfrm>
              <a:off x="4903875" y="2791850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669"/>
                    <a:pt x="0" y="6506"/>
                    <a:pt x="2569" y="6506"/>
                  </a:cubicBezTo>
                  <a:cubicBezTo>
                    <a:pt x="5137" y="6506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6" name="Google Shape;5416;p26"/>
            <p:cNvSpPr/>
            <p:nvPr/>
          </p:nvSpPr>
          <p:spPr>
            <a:xfrm>
              <a:off x="6260050" y="3282525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36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7" name="Google Shape;5417;p26"/>
            <p:cNvSpPr/>
            <p:nvPr/>
          </p:nvSpPr>
          <p:spPr>
            <a:xfrm flipH="1">
              <a:off x="1608100" y="2871088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702"/>
                    <a:pt x="0" y="6505"/>
                    <a:pt x="2569" y="6505"/>
                  </a:cubicBezTo>
                  <a:cubicBezTo>
                    <a:pt x="5137" y="6505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8" name="Google Shape;5418;p26"/>
            <p:cNvSpPr/>
            <p:nvPr/>
          </p:nvSpPr>
          <p:spPr>
            <a:xfrm flipH="1">
              <a:off x="1419625" y="3461513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69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9" name="Google Shape;5419;p26"/>
            <p:cNvSpPr/>
            <p:nvPr/>
          </p:nvSpPr>
          <p:spPr>
            <a:xfrm>
              <a:off x="7841700" y="2861075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36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0" name="Google Shape;5420;p26"/>
            <p:cNvSpPr/>
            <p:nvPr/>
          </p:nvSpPr>
          <p:spPr>
            <a:xfrm>
              <a:off x="8315375" y="2887775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2002" y="1668"/>
                    <a:pt x="0" y="6505"/>
                    <a:pt x="2569" y="6505"/>
                  </a:cubicBezTo>
                  <a:cubicBezTo>
                    <a:pt x="5137" y="6505"/>
                    <a:pt x="3269" y="1768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1" name="Google Shape;5421;p26"/>
            <p:cNvSpPr/>
            <p:nvPr/>
          </p:nvSpPr>
          <p:spPr>
            <a:xfrm>
              <a:off x="3426038" y="2817700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0" y="6539"/>
                    <a:pt x="2569" y="6539"/>
                  </a:cubicBezTo>
                  <a:cubicBezTo>
                    <a:pt x="5137" y="6539"/>
                    <a:pt x="3236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2" name="Google Shape;5422;p26"/>
            <p:cNvSpPr/>
            <p:nvPr/>
          </p:nvSpPr>
          <p:spPr>
            <a:xfrm>
              <a:off x="3899713" y="2844400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2002" y="1668"/>
                    <a:pt x="0" y="6505"/>
                    <a:pt x="2569" y="6505"/>
                  </a:cubicBezTo>
                  <a:cubicBezTo>
                    <a:pt x="5137" y="6505"/>
                    <a:pt x="3269" y="1768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61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423" name="Google Shape;5423;p26"/>
            <p:cNvGrpSpPr/>
            <p:nvPr/>
          </p:nvGrpSpPr>
          <p:grpSpPr>
            <a:xfrm>
              <a:off x="359500" y="182650"/>
              <a:ext cx="8548925" cy="3978550"/>
              <a:chOff x="359500" y="182650"/>
              <a:chExt cx="8548925" cy="3978550"/>
            </a:xfrm>
          </p:grpSpPr>
          <p:sp>
            <p:nvSpPr>
              <p:cNvPr id="5424" name="Google Shape;5424;p26"/>
              <p:cNvSpPr/>
              <p:nvPr/>
            </p:nvSpPr>
            <p:spPr>
              <a:xfrm>
                <a:off x="1935625" y="337750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1969" y="1668"/>
                      <a:pt x="1" y="6505"/>
                      <a:pt x="2569" y="6505"/>
                    </a:cubicBezTo>
                    <a:cubicBezTo>
                      <a:pt x="5138" y="6505"/>
                      <a:pt x="3236" y="1769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25" name="Google Shape;5425;p26"/>
              <p:cNvSpPr/>
              <p:nvPr/>
            </p:nvSpPr>
            <p:spPr>
              <a:xfrm>
                <a:off x="4268125" y="701350"/>
                <a:ext cx="128450" cy="16262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5" extrusionOk="0">
                    <a:moveTo>
                      <a:pt x="2569" y="0"/>
                    </a:moveTo>
                    <a:cubicBezTo>
                      <a:pt x="1969" y="1702"/>
                      <a:pt x="0" y="6505"/>
                      <a:pt x="2569" y="6505"/>
                    </a:cubicBezTo>
                    <a:cubicBezTo>
                      <a:pt x="5137" y="6505"/>
                      <a:pt x="3236" y="1802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26" name="Google Shape;5426;p26"/>
              <p:cNvSpPr/>
              <p:nvPr/>
            </p:nvSpPr>
            <p:spPr>
              <a:xfrm>
                <a:off x="1600375" y="1893025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1969" y="1669"/>
                      <a:pt x="1" y="6505"/>
                      <a:pt x="2569" y="6505"/>
                    </a:cubicBezTo>
                    <a:cubicBezTo>
                      <a:pt x="5138" y="6505"/>
                      <a:pt x="3237" y="1802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27" name="Google Shape;5427;p26"/>
              <p:cNvSpPr/>
              <p:nvPr/>
            </p:nvSpPr>
            <p:spPr>
              <a:xfrm>
                <a:off x="757275" y="182650"/>
                <a:ext cx="128450" cy="16262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5" extrusionOk="0">
                    <a:moveTo>
                      <a:pt x="2569" y="0"/>
                    </a:moveTo>
                    <a:cubicBezTo>
                      <a:pt x="2002" y="1668"/>
                      <a:pt x="1" y="6505"/>
                      <a:pt x="2569" y="6505"/>
                    </a:cubicBezTo>
                    <a:cubicBezTo>
                      <a:pt x="5138" y="6505"/>
                      <a:pt x="3270" y="1801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28" name="Google Shape;5428;p26"/>
              <p:cNvSpPr/>
              <p:nvPr/>
            </p:nvSpPr>
            <p:spPr>
              <a:xfrm>
                <a:off x="359500" y="1704575"/>
                <a:ext cx="128450" cy="16347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39" extrusionOk="0">
                    <a:moveTo>
                      <a:pt x="2569" y="0"/>
                    </a:moveTo>
                    <a:cubicBezTo>
                      <a:pt x="2002" y="1701"/>
                      <a:pt x="1" y="6538"/>
                      <a:pt x="2569" y="6538"/>
                    </a:cubicBezTo>
                    <a:cubicBezTo>
                      <a:pt x="5138" y="6538"/>
                      <a:pt x="3270" y="1801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29" name="Google Shape;5429;p26"/>
              <p:cNvSpPr/>
              <p:nvPr/>
            </p:nvSpPr>
            <p:spPr>
              <a:xfrm>
                <a:off x="2670325" y="492875"/>
                <a:ext cx="128450" cy="16262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5" extrusionOk="0">
                    <a:moveTo>
                      <a:pt x="2569" y="0"/>
                    </a:moveTo>
                    <a:cubicBezTo>
                      <a:pt x="2002" y="1701"/>
                      <a:pt x="0" y="6505"/>
                      <a:pt x="2569" y="6505"/>
                    </a:cubicBezTo>
                    <a:cubicBezTo>
                      <a:pt x="5137" y="6505"/>
                      <a:pt x="3269" y="1801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30" name="Google Shape;5430;p26"/>
              <p:cNvSpPr/>
              <p:nvPr/>
            </p:nvSpPr>
            <p:spPr>
              <a:xfrm>
                <a:off x="1459450" y="411975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0"/>
                    </a:moveTo>
                    <a:cubicBezTo>
                      <a:pt x="2002" y="1668"/>
                      <a:pt x="1" y="6505"/>
                      <a:pt x="2569" y="6505"/>
                    </a:cubicBezTo>
                    <a:cubicBezTo>
                      <a:pt x="5138" y="6505"/>
                      <a:pt x="3270" y="1802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31" name="Google Shape;5431;p26"/>
              <p:cNvSpPr/>
              <p:nvPr/>
            </p:nvSpPr>
            <p:spPr>
              <a:xfrm>
                <a:off x="3486725" y="386125"/>
                <a:ext cx="131800" cy="167650"/>
              </a:xfrm>
              <a:custGeom>
                <a:avLst/>
                <a:gdLst/>
                <a:ahLst/>
                <a:cxnLst/>
                <a:rect l="l" t="t" r="r" b="b"/>
                <a:pathLst>
                  <a:path w="5272" h="6706" extrusionOk="0">
                    <a:moveTo>
                      <a:pt x="2636" y="0"/>
                    </a:moveTo>
                    <a:cubicBezTo>
                      <a:pt x="2036" y="1735"/>
                      <a:pt x="1" y="6705"/>
                      <a:pt x="2636" y="6705"/>
                    </a:cubicBezTo>
                    <a:cubicBezTo>
                      <a:pt x="5271" y="6705"/>
                      <a:pt x="3337" y="1835"/>
                      <a:pt x="2636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32" name="Google Shape;5432;p26"/>
              <p:cNvSpPr/>
              <p:nvPr/>
            </p:nvSpPr>
            <p:spPr>
              <a:xfrm>
                <a:off x="4826025" y="469525"/>
                <a:ext cx="132625" cy="167625"/>
              </a:xfrm>
              <a:custGeom>
                <a:avLst/>
                <a:gdLst/>
                <a:ahLst/>
                <a:cxnLst/>
                <a:rect l="l" t="t" r="r" b="b"/>
                <a:pathLst>
                  <a:path w="5305" h="6705" extrusionOk="0">
                    <a:moveTo>
                      <a:pt x="2669" y="0"/>
                    </a:moveTo>
                    <a:cubicBezTo>
                      <a:pt x="2069" y="1735"/>
                      <a:pt x="0" y="6705"/>
                      <a:pt x="2669" y="6705"/>
                    </a:cubicBezTo>
                    <a:cubicBezTo>
                      <a:pt x="5304" y="6705"/>
                      <a:pt x="3370" y="1868"/>
                      <a:pt x="26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33" name="Google Shape;5433;p26"/>
              <p:cNvSpPr/>
              <p:nvPr/>
            </p:nvSpPr>
            <p:spPr>
              <a:xfrm>
                <a:off x="2451000" y="1156675"/>
                <a:ext cx="128450" cy="16347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39" extrusionOk="0">
                    <a:moveTo>
                      <a:pt x="2569" y="0"/>
                    </a:moveTo>
                    <a:cubicBezTo>
                      <a:pt x="2002" y="1702"/>
                      <a:pt x="0" y="6538"/>
                      <a:pt x="2569" y="6538"/>
                    </a:cubicBezTo>
                    <a:cubicBezTo>
                      <a:pt x="5137" y="6538"/>
                      <a:pt x="3269" y="1802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34" name="Google Shape;5434;p26"/>
              <p:cNvSpPr/>
              <p:nvPr/>
            </p:nvSpPr>
            <p:spPr>
              <a:xfrm>
                <a:off x="3384150" y="1302600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2002" y="1669"/>
                      <a:pt x="1" y="6506"/>
                      <a:pt x="2569" y="6506"/>
                    </a:cubicBezTo>
                    <a:cubicBezTo>
                      <a:pt x="5138" y="6506"/>
                      <a:pt x="3270" y="1769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35" name="Google Shape;5435;p26"/>
              <p:cNvSpPr/>
              <p:nvPr/>
            </p:nvSpPr>
            <p:spPr>
              <a:xfrm>
                <a:off x="724750" y="1423525"/>
                <a:ext cx="128450" cy="16347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39" extrusionOk="0">
                    <a:moveTo>
                      <a:pt x="2569" y="1"/>
                    </a:moveTo>
                    <a:cubicBezTo>
                      <a:pt x="2002" y="1702"/>
                      <a:pt x="1" y="6539"/>
                      <a:pt x="2569" y="6539"/>
                    </a:cubicBezTo>
                    <a:cubicBezTo>
                      <a:pt x="5138" y="6539"/>
                      <a:pt x="3270" y="1802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36" name="Google Shape;5436;p26"/>
              <p:cNvSpPr/>
              <p:nvPr/>
            </p:nvSpPr>
            <p:spPr>
              <a:xfrm>
                <a:off x="4220600" y="1657025"/>
                <a:ext cx="132600" cy="167650"/>
              </a:xfrm>
              <a:custGeom>
                <a:avLst/>
                <a:gdLst/>
                <a:ahLst/>
                <a:cxnLst/>
                <a:rect l="l" t="t" r="r" b="b"/>
                <a:pathLst>
                  <a:path w="5304" h="6706" extrusionOk="0">
                    <a:moveTo>
                      <a:pt x="2669" y="1"/>
                    </a:moveTo>
                    <a:cubicBezTo>
                      <a:pt x="2068" y="1735"/>
                      <a:pt x="0" y="6706"/>
                      <a:pt x="2669" y="6706"/>
                    </a:cubicBezTo>
                    <a:cubicBezTo>
                      <a:pt x="5304" y="6706"/>
                      <a:pt x="3369" y="1835"/>
                      <a:pt x="26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37" name="Google Shape;5437;p26"/>
              <p:cNvSpPr/>
              <p:nvPr/>
            </p:nvSpPr>
            <p:spPr>
              <a:xfrm>
                <a:off x="4859375" y="1383500"/>
                <a:ext cx="132625" cy="167650"/>
              </a:xfrm>
              <a:custGeom>
                <a:avLst/>
                <a:gdLst/>
                <a:ahLst/>
                <a:cxnLst/>
                <a:rect l="l" t="t" r="r" b="b"/>
                <a:pathLst>
                  <a:path w="5305" h="6706" extrusionOk="0">
                    <a:moveTo>
                      <a:pt x="2669" y="1"/>
                    </a:moveTo>
                    <a:cubicBezTo>
                      <a:pt x="2069" y="1735"/>
                      <a:pt x="1" y="6705"/>
                      <a:pt x="2669" y="6705"/>
                    </a:cubicBezTo>
                    <a:cubicBezTo>
                      <a:pt x="5305" y="6705"/>
                      <a:pt x="3370" y="1869"/>
                      <a:pt x="26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38" name="Google Shape;5438;p26"/>
              <p:cNvSpPr/>
              <p:nvPr/>
            </p:nvSpPr>
            <p:spPr>
              <a:xfrm>
                <a:off x="6357225" y="337750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1969" y="1668"/>
                      <a:pt x="1" y="6505"/>
                      <a:pt x="2569" y="6505"/>
                    </a:cubicBezTo>
                    <a:cubicBezTo>
                      <a:pt x="5138" y="6505"/>
                      <a:pt x="3236" y="1769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39" name="Google Shape;5439;p26"/>
              <p:cNvSpPr/>
              <p:nvPr/>
            </p:nvSpPr>
            <p:spPr>
              <a:xfrm>
                <a:off x="8689725" y="701350"/>
                <a:ext cx="128450" cy="16262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5" extrusionOk="0">
                    <a:moveTo>
                      <a:pt x="2569" y="0"/>
                    </a:moveTo>
                    <a:cubicBezTo>
                      <a:pt x="1969" y="1702"/>
                      <a:pt x="0" y="6505"/>
                      <a:pt x="2569" y="6505"/>
                    </a:cubicBezTo>
                    <a:cubicBezTo>
                      <a:pt x="5137" y="6505"/>
                      <a:pt x="3236" y="1802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40" name="Google Shape;5440;p26"/>
              <p:cNvSpPr/>
              <p:nvPr/>
            </p:nvSpPr>
            <p:spPr>
              <a:xfrm>
                <a:off x="6021975" y="1893025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1969" y="1669"/>
                      <a:pt x="1" y="6505"/>
                      <a:pt x="2569" y="6505"/>
                    </a:cubicBezTo>
                    <a:cubicBezTo>
                      <a:pt x="5138" y="6505"/>
                      <a:pt x="3237" y="1802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41" name="Google Shape;5441;p26"/>
              <p:cNvSpPr/>
              <p:nvPr/>
            </p:nvSpPr>
            <p:spPr>
              <a:xfrm>
                <a:off x="5178875" y="182650"/>
                <a:ext cx="128450" cy="16262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5" extrusionOk="0">
                    <a:moveTo>
                      <a:pt x="2569" y="0"/>
                    </a:moveTo>
                    <a:cubicBezTo>
                      <a:pt x="2002" y="1668"/>
                      <a:pt x="1" y="6505"/>
                      <a:pt x="2569" y="6505"/>
                    </a:cubicBezTo>
                    <a:cubicBezTo>
                      <a:pt x="5138" y="6505"/>
                      <a:pt x="3270" y="1801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42" name="Google Shape;5442;p26"/>
              <p:cNvSpPr/>
              <p:nvPr/>
            </p:nvSpPr>
            <p:spPr>
              <a:xfrm>
                <a:off x="4781100" y="1704575"/>
                <a:ext cx="128450" cy="16347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39" extrusionOk="0">
                    <a:moveTo>
                      <a:pt x="2569" y="0"/>
                    </a:moveTo>
                    <a:cubicBezTo>
                      <a:pt x="2002" y="1701"/>
                      <a:pt x="1" y="6538"/>
                      <a:pt x="2569" y="6538"/>
                    </a:cubicBezTo>
                    <a:cubicBezTo>
                      <a:pt x="5138" y="6538"/>
                      <a:pt x="3270" y="1801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43" name="Google Shape;5443;p26"/>
              <p:cNvSpPr/>
              <p:nvPr/>
            </p:nvSpPr>
            <p:spPr>
              <a:xfrm>
                <a:off x="7091925" y="492875"/>
                <a:ext cx="128450" cy="16262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5" extrusionOk="0">
                    <a:moveTo>
                      <a:pt x="2569" y="0"/>
                    </a:moveTo>
                    <a:cubicBezTo>
                      <a:pt x="2002" y="1701"/>
                      <a:pt x="0" y="6505"/>
                      <a:pt x="2569" y="6505"/>
                    </a:cubicBezTo>
                    <a:cubicBezTo>
                      <a:pt x="5137" y="6505"/>
                      <a:pt x="3269" y="1801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44" name="Google Shape;5444;p26"/>
              <p:cNvSpPr/>
              <p:nvPr/>
            </p:nvSpPr>
            <p:spPr>
              <a:xfrm>
                <a:off x="5881050" y="411975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0"/>
                    </a:moveTo>
                    <a:cubicBezTo>
                      <a:pt x="2002" y="1668"/>
                      <a:pt x="1" y="6505"/>
                      <a:pt x="2569" y="6505"/>
                    </a:cubicBezTo>
                    <a:cubicBezTo>
                      <a:pt x="5138" y="6505"/>
                      <a:pt x="3270" y="1802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45" name="Google Shape;5445;p26"/>
              <p:cNvSpPr/>
              <p:nvPr/>
            </p:nvSpPr>
            <p:spPr>
              <a:xfrm>
                <a:off x="7908325" y="386125"/>
                <a:ext cx="131800" cy="167650"/>
              </a:xfrm>
              <a:custGeom>
                <a:avLst/>
                <a:gdLst/>
                <a:ahLst/>
                <a:cxnLst/>
                <a:rect l="l" t="t" r="r" b="b"/>
                <a:pathLst>
                  <a:path w="5272" h="6706" extrusionOk="0">
                    <a:moveTo>
                      <a:pt x="2636" y="0"/>
                    </a:moveTo>
                    <a:cubicBezTo>
                      <a:pt x="2036" y="1735"/>
                      <a:pt x="1" y="6705"/>
                      <a:pt x="2636" y="6705"/>
                    </a:cubicBezTo>
                    <a:cubicBezTo>
                      <a:pt x="5271" y="6705"/>
                      <a:pt x="3337" y="1835"/>
                      <a:pt x="2636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46" name="Google Shape;5446;p26"/>
              <p:cNvSpPr/>
              <p:nvPr/>
            </p:nvSpPr>
            <p:spPr>
              <a:xfrm>
                <a:off x="6872600" y="1156675"/>
                <a:ext cx="128450" cy="16347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39" extrusionOk="0">
                    <a:moveTo>
                      <a:pt x="2569" y="0"/>
                    </a:moveTo>
                    <a:cubicBezTo>
                      <a:pt x="2002" y="1702"/>
                      <a:pt x="0" y="6538"/>
                      <a:pt x="2569" y="6538"/>
                    </a:cubicBezTo>
                    <a:cubicBezTo>
                      <a:pt x="5137" y="6538"/>
                      <a:pt x="3269" y="1802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47" name="Google Shape;5447;p26"/>
              <p:cNvSpPr/>
              <p:nvPr/>
            </p:nvSpPr>
            <p:spPr>
              <a:xfrm>
                <a:off x="7805750" y="1302600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2002" y="1669"/>
                      <a:pt x="1" y="6506"/>
                      <a:pt x="2569" y="6506"/>
                    </a:cubicBezTo>
                    <a:cubicBezTo>
                      <a:pt x="5138" y="6506"/>
                      <a:pt x="3270" y="1769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48" name="Google Shape;5448;p26"/>
              <p:cNvSpPr/>
              <p:nvPr/>
            </p:nvSpPr>
            <p:spPr>
              <a:xfrm>
                <a:off x="5146350" y="1423525"/>
                <a:ext cx="128450" cy="16347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39" extrusionOk="0">
                    <a:moveTo>
                      <a:pt x="2569" y="1"/>
                    </a:moveTo>
                    <a:cubicBezTo>
                      <a:pt x="2002" y="1702"/>
                      <a:pt x="1" y="6539"/>
                      <a:pt x="2569" y="6539"/>
                    </a:cubicBezTo>
                    <a:cubicBezTo>
                      <a:pt x="5138" y="6539"/>
                      <a:pt x="3270" y="1802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49" name="Google Shape;5449;p26"/>
              <p:cNvSpPr/>
              <p:nvPr/>
            </p:nvSpPr>
            <p:spPr>
              <a:xfrm>
                <a:off x="7038550" y="1740425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0"/>
                    </a:moveTo>
                    <a:cubicBezTo>
                      <a:pt x="2002" y="1702"/>
                      <a:pt x="0" y="6505"/>
                      <a:pt x="2569" y="6505"/>
                    </a:cubicBezTo>
                    <a:cubicBezTo>
                      <a:pt x="5137" y="6505"/>
                      <a:pt x="3269" y="1802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50" name="Google Shape;5450;p26"/>
              <p:cNvSpPr/>
              <p:nvPr/>
            </p:nvSpPr>
            <p:spPr>
              <a:xfrm>
                <a:off x="7994225" y="1893025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2002" y="1669"/>
                      <a:pt x="1" y="6505"/>
                      <a:pt x="2569" y="6505"/>
                    </a:cubicBezTo>
                    <a:cubicBezTo>
                      <a:pt x="5138" y="6505"/>
                      <a:pt x="3270" y="1802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51" name="Google Shape;5451;p26"/>
              <p:cNvSpPr/>
              <p:nvPr/>
            </p:nvSpPr>
            <p:spPr>
              <a:xfrm>
                <a:off x="8642200" y="1657025"/>
                <a:ext cx="132600" cy="167650"/>
              </a:xfrm>
              <a:custGeom>
                <a:avLst/>
                <a:gdLst/>
                <a:ahLst/>
                <a:cxnLst/>
                <a:rect l="l" t="t" r="r" b="b"/>
                <a:pathLst>
                  <a:path w="5304" h="6706" extrusionOk="0">
                    <a:moveTo>
                      <a:pt x="2669" y="1"/>
                    </a:moveTo>
                    <a:cubicBezTo>
                      <a:pt x="2068" y="1735"/>
                      <a:pt x="0" y="6706"/>
                      <a:pt x="2669" y="6706"/>
                    </a:cubicBezTo>
                    <a:cubicBezTo>
                      <a:pt x="5304" y="6706"/>
                      <a:pt x="3369" y="1835"/>
                      <a:pt x="26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52" name="Google Shape;5452;p26"/>
              <p:cNvSpPr/>
              <p:nvPr/>
            </p:nvSpPr>
            <p:spPr>
              <a:xfrm>
                <a:off x="5374950" y="966325"/>
                <a:ext cx="128450" cy="16347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39" extrusionOk="0">
                    <a:moveTo>
                      <a:pt x="2569" y="1"/>
                    </a:moveTo>
                    <a:cubicBezTo>
                      <a:pt x="2002" y="1702"/>
                      <a:pt x="1" y="6539"/>
                      <a:pt x="2569" y="6539"/>
                    </a:cubicBezTo>
                    <a:cubicBezTo>
                      <a:pt x="5138" y="6539"/>
                      <a:pt x="3270" y="1802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53" name="Google Shape;5453;p26"/>
              <p:cNvSpPr/>
              <p:nvPr/>
            </p:nvSpPr>
            <p:spPr>
              <a:xfrm>
                <a:off x="5679750" y="1271125"/>
                <a:ext cx="128450" cy="16347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39" extrusionOk="0">
                    <a:moveTo>
                      <a:pt x="2569" y="1"/>
                    </a:moveTo>
                    <a:cubicBezTo>
                      <a:pt x="2002" y="1702"/>
                      <a:pt x="1" y="6539"/>
                      <a:pt x="2569" y="6539"/>
                    </a:cubicBezTo>
                    <a:cubicBezTo>
                      <a:pt x="5138" y="6539"/>
                      <a:pt x="3270" y="1802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54" name="Google Shape;5454;p26"/>
              <p:cNvSpPr/>
              <p:nvPr/>
            </p:nvSpPr>
            <p:spPr>
              <a:xfrm flipH="1">
                <a:off x="1208475" y="948188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2002" y="1669"/>
                      <a:pt x="1" y="6506"/>
                      <a:pt x="2569" y="6506"/>
                    </a:cubicBezTo>
                    <a:cubicBezTo>
                      <a:pt x="5138" y="6506"/>
                      <a:pt x="3270" y="1769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55" name="Google Shape;5455;p26"/>
              <p:cNvSpPr/>
              <p:nvPr/>
            </p:nvSpPr>
            <p:spPr>
              <a:xfrm>
                <a:off x="8060825" y="938175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1969" y="1669"/>
                      <a:pt x="1" y="6505"/>
                      <a:pt x="2569" y="6505"/>
                    </a:cubicBezTo>
                    <a:cubicBezTo>
                      <a:pt x="5138" y="6505"/>
                      <a:pt x="3237" y="1802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56" name="Google Shape;5456;p26"/>
              <p:cNvSpPr/>
              <p:nvPr/>
            </p:nvSpPr>
            <p:spPr>
              <a:xfrm>
                <a:off x="3645163" y="894800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1969" y="1669"/>
                      <a:pt x="1" y="6505"/>
                      <a:pt x="2569" y="6505"/>
                    </a:cubicBezTo>
                    <a:cubicBezTo>
                      <a:pt x="5138" y="6505"/>
                      <a:pt x="3237" y="1802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57" name="Google Shape;5457;p26"/>
              <p:cNvSpPr/>
              <p:nvPr/>
            </p:nvSpPr>
            <p:spPr>
              <a:xfrm>
                <a:off x="4358375" y="2806875"/>
                <a:ext cx="128450" cy="16262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5" extrusionOk="0">
                    <a:moveTo>
                      <a:pt x="2569" y="0"/>
                    </a:moveTo>
                    <a:cubicBezTo>
                      <a:pt x="1969" y="1702"/>
                      <a:pt x="0" y="6505"/>
                      <a:pt x="2569" y="6505"/>
                    </a:cubicBezTo>
                    <a:cubicBezTo>
                      <a:pt x="5137" y="6505"/>
                      <a:pt x="3236" y="1802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58" name="Google Shape;5458;p26"/>
              <p:cNvSpPr/>
              <p:nvPr/>
            </p:nvSpPr>
            <p:spPr>
              <a:xfrm>
                <a:off x="1690625" y="3998550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1969" y="1669"/>
                      <a:pt x="1" y="6505"/>
                      <a:pt x="2569" y="6505"/>
                    </a:cubicBezTo>
                    <a:cubicBezTo>
                      <a:pt x="5138" y="6505"/>
                      <a:pt x="3237" y="1802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59" name="Google Shape;5459;p26"/>
              <p:cNvSpPr/>
              <p:nvPr/>
            </p:nvSpPr>
            <p:spPr>
              <a:xfrm>
                <a:off x="847525" y="2288175"/>
                <a:ext cx="128450" cy="16262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5" extrusionOk="0">
                    <a:moveTo>
                      <a:pt x="2569" y="0"/>
                    </a:moveTo>
                    <a:cubicBezTo>
                      <a:pt x="2002" y="1668"/>
                      <a:pt x="1" y="6505"/>
                      <a:pt x="2569" y="6505"/>
                    </a:cubicBezTo>
                    <a:cubicBezTo>
                      <a:pt x="5138" y="6505"/>
                      <a:pt x="3270" y="1801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60" name="Google Shape;5460;p26"/>
              <p:cNvSpPr/>
              <p:nvPr/>
            </p:nvSpPr>
            <p:spPr>
              <a:xfrm>
                <a:off x="449750" y="3810100"/>
                <a:ext cx="128450" cy="16347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39" extrusionOk="0">
                    <a:moveTo>
                      <a:pt x="2569" y="0"/>
                    </a:moveTo>
                    <a:cubicBezTo>
                      <a:pt x="2002" y="1701"/>
                      <a:pt x="1" y="6538"/>
                      <a:pt x="2569" y="6538"/>
                    </a:cubicBezTo>
                    <a:cubicBezTo>
                      <a:pt x="5138" y="6538"/>
                      <a:pt x="3270" y="1801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61" name="Google Shape;5461;p26"/>
              <p:cNvSpPr/>
              <p:nvPr/>
            </p:nvSpPr>
            <p:spPr>
              <a:xfrm>
                <a:off x="2760575" y="2598400"/>
                <a:ext cx="128450" cy="16262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5" extrusionOk="0">
                    <a:moveTo>
                      <a:pt x="2569" y="0"/>
                    </a:moveTo>
                    <a:cubicBezTo>
                      <a:pt x="2002" y="1701"/>
                      <a:pt x="0" y="6505"/>
                      <a:pt x="2569" y="6505"/>
                    </a:cubicBezTo>
                    <a:cubicBezTo>
                      <a:pt x="5137" y="6505"/>
                      <a:pt x="3269" y="1801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62" name="Google Shape;5462;p26"/>
              <p:cNvSpPr/>
              <p:nvPr/>
            </p:nvSpPr>
            <p:spPr>
              <a:xfrm>
                <a:off x="1549700" y="2517500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0"/>
                    </a:moveTo>
                    <a:cubicBezTo>
                      <a:pt x="2002" y="1668"/>
                      <a:pt x="1" y="6505"/>
                      <a:pt x="2569" y="6505"/>
                    </a:cubicBezTo>
                    <a:cubicBezTo>
                      <a:pt x="5138" y="6505"/>
                      <a:pt x="3270" y="1802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63" name="Google Shape;5463;p26"/>
              <p:cNvSpPr/>
              <p:nvPr/>
            </p:nvSpPr>
            <p:spPr>
              <a:xfrm>
                <a:off x="4916275" y="2575050"/>
                <a:ext cx="132625" cy="167625"/>
              </a:xfrm>
              <a:custGeom>
                <a:avLst/>
                <a:gdLst/>
                <a:ahLst/>
                <a:cxnLst/>
                <a:rect l="l" t="t" r="r" b="b"/>
                <a:pathLst>
                  <a:path w="5305" h="6705" extrusionOk="0">
                    <a:moveTo>
                      <a:pt x="2669" y="0"/>
                    </a:moveTo>
                    <a:cubicBezTo>
                      <a:pt x="2069" y="1735"/>
                      <a:pt x="0" y="6705"/>
                      <a:pt x="2669" y="6705"/>
                    </a:cubicBezTo>
                    <a:cubicBezTo>
                      <a:pt x="5304" y="6705"/>
                      <a:pt x="3370" y="1868"/>
                      <a:pt x="26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64" name="Google Shape;5464;p26"/>
              <p:cNvSpPr/>
              <p:nvPr/>
            </p:nvSpPr>
            <p:spPr>
              <a:xfrm>
                <a:off x="2541250" y="3262200"/>
                <a:ext cx="128450" cy="16347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39" extrusionOk="0">
                    <a:moveTo>
                      <a:pt x="2569" y="0"/>
                    </a:moveTo>
                    <a:cubicBezTo>
                      <a:pt x="2002" y="1702"/>
                      <a:pt x="0" y="6538"/>
                      <a:pt x="2569" y="6538"/>
                    </a:cubicBezTo>
                    <a:cubicBezTo>
                      <a:pt x="5137" y="6538"/>
                      <a:pt x="3269" y="1802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65" name="Google Shape;5465;p26"/>
              <p:cNvSpPr/>
              <p:nvPr/>
            </p:nvSpPr>
            <p:spPr>
              <a:xfrm>
                <a:off x="3474400" y="3408125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2002" y="1669"/>
                      <a:pt x="1" y="6506"/>
                      <a:pt x="2569" y="6506"/>
                    </a:cubicBezTo>
                    <a:cubicBezTo>
                      <a:pt x="5138" y="6506"/>
                      <a:pt x="3270" y="1769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66" name="Google Shape;5466;p26"/>
              <p:cNvSpPr/>
              <p:nvPr/>
            </p:nvSpPr>
            <p:spPr>
              <a:xfrm>
                <a:off x="815000" y="3529050"/>
                <a:ext cx="128450" cy="16347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39" extrusionOk="0">
                    <a:moveTo>
                      <a:pt x="2569" y="1"/>
                    </a:moveTo>
                    <a:cubicBezTo>
                      <a:pt x="2002" y="1702"/>
                      <a:pt x="1" y="6539"/>
                      <a:pt x="2569" y="6539"/>
                    </a:cubicBezTo>
                    <a:cubicBezTo>
                      <a:pt x="5138" y="6539"/>
                      <a:pt x="3270" y="1802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67" name="Google Shape;5467;p26"/>
              <p:cNvSpPr/>
              <p:nvPr/>
            </p:nvSpPr>
            <p:spPr>
              <a:xfrm>
                <a:off x="3662875" y="3998550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2002" y="1669"/>
                      <a:pt x="1" y="6505"/>
                      <a:pt x="2569" y="6505"/>
                    </a:cubicBezTo>
                    <a:cubicBezTo>
                      <a:pt x="5138" y="6505"/>
                      <a:pt x="3270" y="1802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68" name="Google Shape;5468;p26"/>
              <p:cNvSpPr/>
              <p:nvPr/>
            </p:nvSpPr>
            <p:spPr>
              <a:xfrm>
                <a:off x="4310850" y="3762550"/>
                <a:ext cx="132600" cy="167650"/>
              </a:xfrm>
              <a:custGeom>
                <a:avLst/>
                <a:gdLst/>
                <a:ahLst/>
                <a:cxnLst/>
                <a:rect l="l" t="t" r="r" b="b"/>
                <a:pathLst>
                  <a:path w="5304" h="6706" extrusionOk="0">
                    <a:moveTo>
                      <a:pt x="2669" y="1"/>
                    </a:moveTo>
                    <a:cubicBezTo>
                      <a:pt x="2068" y="1735"/>
                      <a:pt x="0" y="6706"/>
                      <a:pt x="2669" y="6706"/>
                    </a:cubicBezTo>
                    <a:cubicBezTo>
                      <a:pt x="5304" y="6706"/>
                      <a:pt x="3369" y="1835"/>
                      <a:pt x="26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69" name="Google Shape;5469;p26"/>
              <p:cNvSpPr/>
              <p:nvPr/>
            </p:nvSpPr>
            <p:spPr>
              <a:xfrm>
                <a:off x="4949625" y="3489025"/>
                <a:ext cx="132625" cy="167650"/>
              </a:xfrm>
              <a:custGeom>
                <a:avLst/>
                <a:gdLst/>
                <a:ahLst/>
                <a:cxnLst/>
                <a:rect l="l" t="t" r="r" b="b"/>
                <a:pathLst>
                  <a:path w="5305" h="6706" extrusionOk="0">
                    <a:moveTo>
                      <a:pt x="2669" y="1"/>
                    </a:moveTo>
                    <a:cubicBezTo>
                      <a:pt x="2069" y="1735"/>
                      <a:pt x="1" y="6705"/>
                      <a:pt x="2669" y="6705"/>
                    </a:cubicBezTo>
                    <a:cubicBezTo>
                      <a:pt x="5305" y="6705"/>
                      <a:pt x="3370" y="1869"/>
                      <a:pt x="26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70" name="Google Shape;5470;p26"/>
              <p:cNvSpPr/>
              <p:nvPr/>
            </p:nvSpPr>
            <p:spPr>
              <a:xfrm>
                <a:off x="6447475" y="2443275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1969" y="1668"/>
                      <a:pt x="1" y="6505"/>
                      <a:pt x="2569" y="6505"/>
                    </a:cubicBezTo>
                    <a:cubicBezTo>
                      <a:pt x="5138" y="6505"/>
                      <a:pt x="3236" y="1769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71" name="Google Shape;5471;p26"/>
              <p:cNvSpPr/>
              <p:nvPr/>
            </p:nvSpPr>
            <p:spPr>
              <a:xfrm>
                <a:off x="8779975" y="2806875"/>
                <a:ext cx="128450" cy="16262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5" extrusionOk="0">
                    <a:moveTo>
                      <a:pt x="2569" y="0"/>
                    </a:moveTo>
                    <a:cubicBezTo>
                      <a:pt x="1969" y="1702"/>
                      <a:pt x="0" y="6505"/>
                      <a:pt x="2569" y="6505"/>
                    </a:cubicBezTo>
                    <a:cubicBezTo>
                      <a:pt x="5137" y="6505"/>
                      <a:pt x="3236" y="1802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72" name="Google Shape;5472;p26"/>
              <p:cNvSpPr/>
              <p:nvPr/>
            </p:nvSpPr>
            <p:spPr>
              <a:xfrm>
                <a:off x="6112225" y="3998550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1969" y="1669"/>
                      <a:pt x="1" y="6505"/>
                      <a:pt x="2569" y="6505"/>
                    </a:cubicBezTo>
                    <a:cubicBezTo>
                      <a:pt x="5138" y="6505"/>
                      <a:pt x="3237" y="1802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73" name="Google Shape;5473;p26"/>
              <p:cNvSpPr/>
              <p:nvPr/>
            </p:nvSpPr>
            <p:spPr>
              <a:xfrm>
                <a:off x="5269125" y="2288175"/>
                <a:ext cx="128450" cy="16262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5" extrusionOk="0">
                    <a:moveTo>
                      <a:pt x="2569" y="0"/>
                    </a:moveTo>
                    <a:cubicBezTo>
                      <a:pt x="2002" y="1668"/>
                      <a:pt x="1" y="6505"/>
                      <a:pt x="2569" y="6505"/>
                    </a:cubicBezTo>
                    <a:cubicBezTo>
                      <a:pt x="5138" y="6505"/>
                      <a:pt x="3270" y="1801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74" name="Google Shape;5474;p26"/>
              <p:cNvSpPr/>
              <p:nvPr/>
            </p:nvSpPr>
            <p:spPr>
              <a:xfrm>
                <a:off x="4871350" y="3810100"/>
                <a:ext cx="128450" cy="16347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39" extrusionOk="0">
                    <a:moveTo>
                      <a:pt x="2569" y="0"/>
                    </a:moveTo>
                    <a:cubicBezTo>
                      <a:pt x="2002" y="1701"/>
                      <a:pt x="1" y="6538"/>
                      <a:pt x="2569" y="6538"/>
                    </a:cubicBezTo>
                    <a:cubicBezTo>
                      <a:pt x="5138" y="6538"/>
                      <a:pt x="3270" y="1801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75" name="Google Shape;5475;p26"/>
              <p:cNvSpPr/>
              <p:nvPr/>
            </p:nvSpPr>
            <p:spPr>
              <a:xfrm>
                <a:off x="7182175" y="2598400"/>
                <a:ext cx="128450" cy="16262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5" extrusionOk="0">
                    <a:moveTo>
                      <a:pt x="2569" y="0"/>
                    </a:moveTo>
                    <a:cubicBezTo>
                      <a:pt x="2002" y="1701"/>
                      <a:pt x="0" y="6505"/>
                      <a:pt x="2569" y="6505"/>
                    </a:cubicBezTo>
                    <a:cubicBezTo>
                      <a:pt x="5137" y="6505"/>
                      <a:pt x="3269" y="1801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76" name="Google Shape;5476;p26"/>
              <p:cNvSpPr/>
              <p:nvPr/>
            </p:nvSpPr>
            <p:spPr>
              <a:xfrm>
                <a:off x="5971300" y="2517500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0"/>
                    </a:moveTo>
                    <a:cubicBezTo>
                      <a:pt x="2002" y="1668"/>
                      <a:pt x="1" y="6505"/>
                      <a:pt x="2569" y="6505"/>
                    </a:cubicBezTo>
                    <a:cubicBezTo>
                      <a:pt x="5138" y="6505"/>
                      <a:pt x="3270" y="1802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77" name="Google Shape;5477;p26"/>
              <p:cNvSpPr/>
              <p:nvPr/>
            </p:nvSpPr>
            <p:spPr>
              <a:xfrm>
                <a:off x="7998575" y="2491650"/>
                <a:ext cx="131800" cy="167650"/>
              </a:xfrm>
              <a:custGeom>
                <a:avLst/>
                <a:gdLst/>
                <a:ahLst/>
                <a:cxnLst/>
                <a:rect l="l" t="t" r="r" b="b"/>
                <a:pathLst>
                  <a:path w="5272" h="6706" extrusionOk="0">
                    <a:moveTo>
                      <a:pt x="2636" y="0"/>
                    </a:moveTo>
                    <a:cubicBezTo>
                      <a:pt x="2036" y="1735"/>
                      <a:pt x="1" y="6705"/>
                      <a:pt x="2636" y="6705"/>
                    </a:cubicBezTo>
                    <a:cubicBezTo>
                      <a:pt x="5271" y="6705"/>
                      <a:pt x="3337" y="1835"/>
                      <a:pt x="2636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78" name="Google Shape;5478;p26"/>
              <p:cNvSpPr/>
              <p:nvPr/>
            </p:nvSpPr>
            <p:spPr>
              <a:xfrm>
                <a:off x="6962850" y="3262200"/>
                <a:ext cx="128450" cy="16347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39" extrusionOk="0">
                    <a:moveTo>
                      <a:pt x="2569" y="0"/>
                    </a:moveTo>
                    <a:cubicBezTo>
                      <a:pt x="2002" y="1702"/>
                      <a:pt x="0" y="6538"/>
                      <a:pt x="2569" y="6538"/>
                    </a:cubicBezTo>
                    <a:cubicBezTo>
                      <a:pt x="5137" y="6538"/>
                      <a:pt x="3269" y="1802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79" name="Google Shape;5479;p26"/>
              <p:cNvSpPr/>
              <p:nvPr/>
            </p:nvSpPr>
            <p:spPr>
              <a:xfrm>
                <a:off x="7896000" y="3408125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2002" y="1669"/>
                      <a:pt x="1" y="6506"/>
                      <a:pt x="2569" y="6506"/>
                    </a:cubicBezTo>
                    <a:cubicBezTo>
                      <a:pt x="5138" y="6506"/>
                      <a:pt x="3270" y="1769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80" name="Google Shape;5480;p26"/>
              <p:cNvSpPr/>
              <p:nvPr/>
            </p:nvSpPr>
            <p:spPr>
              <a:xfrm>
                <a:off x="5236600" y="3529050"/>
                <a:ext cx="128450" cy="16347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39" extrusionOk="0">
                    <a:moveTo>
                      <a:pt x="2569" y="1"/>
                    </a:moveTo>
                    <a:cubicBezTo>
                      <a:pt x="2002" y="1702"/>
                      <a:pt x="1" y="6539"/>
                      <a:pt x="2569" y="6539"/>
                    </a:cubicBezTo>
                    <a:cubicBezTo>
                      <a:pt x="5138" y="6539"/>
                      <a:pt x="3270" y="1802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81" name="Google Shape;5481;p26"/>
              <p:cNvSpPr/>
              <p:nvPr/>
            </p:nvSpPr>
            <p:spPr>
              <a:xfrm>
                <a:off x="7128800" y="3845950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0"/>
                    </a:moveTo>
                    <a:cubicBezTo>
                      <a:pt x="2002" y="1702"/>
                      <a:pt x="0" y="6505"/>
                      <a:pt x="2569" y="6505"/>
                    </a:cubicBezTo>
                    <a:cubicBezTo>
                      <a:pt x="5137" y="6505"/>
                      <a:pt x="3269" y="1802"/>
                      <a:pt x="2569" y="0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82" name="Google Shape;5482;p26"/>
              <p:cNvSpPr/>
              <p:nvPr/>
            </p:nvSpPr>
            <p:spPr>
              <a:xfrm>
                <a:off x="8084475" y="3998550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2002" y="1669"/>
                      <a:pt x="1" y="6505"/>
                      <a:pt x="2569" y="6505"/>
                    </a:cubicBezTo>
                    <a:cubicBezTo>
                      <a:pt x="5138" y="6505"/>
                      <a:pt x="3270" y="1802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83" name="Google Shape;5483;p26"/>
              <p:cNvSpPr/>
              <p:nvPr/>
            </p:nvSpPr>
            <p:spPr>
              <a:xfrm>
                <a:off x="8732450" y="3762550"/>
                <a:ext cx="132600" cy="167650"/>
              </a:xfrm>
              <a:custGeom>
                <a:avLst/>
                <a:gdLst/>
                <a:ahLst/>
                <a:cxnLst/>
                <a:rect l="l" t="t" r="r" b="b"/>
                <a:pathLst>
                  <a:path w="5304" h="6706" extrusionOk="0">
                    <a:moveTo>
                      <a:pt x="2669" y="1"/>
                    </a:moveTo>
                    <a:cubicBezTo>
                      <a:pt x="2068" y="1735"/>
                      <a:pt x="0" y="6706"/>
                      <a:pt x="2669" y="6706"/>
                    </a:cubicBezTo>
                    <a:cubicBezTo>
                      <a:pt x="5304" y="6706"/>
                      <a:pt x="3369" y="1835"/>
                      <a:pt x="26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84" name="Google Shape;5484;p26"/>
              <p:cNvSpPr/>
              <p:nvPr/>
            </p:nvSpPr>
            <p:spPr>
              <a:xfrm>
                <a:off x="5465200" y="3071850"/>
                <a:ext cx="128450" cy="16347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39" extrusionOk="0">
                    <a:moveTo>
                      <a:pt x="2569" y="1"/>
                    </a:moveTo>
                    <a:cubicBezTo>
                      <a:pt x="2002" y="1702"/>
                      <a:pt x="1" y="6539"/>
                      <a:pt x="2569" y="6539"/>
                    </a:cubicBezTo>
                    <a:cubicBezTo>
                      <a:pt x="5138" y="6539"/>
                      <a:pt x="3270" y="1802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85" name="Google Shape;5485;p26"/>
              <p:cNvSpPr/>
              <p:nvPr/>
            </p:nvSpPr>
            <p:spPr>
              <a:xfrm>
                <a:off x="5770000" y="3376650"/>
                <a:ext cx="128450" cy="163475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39" extrusionOk="0">
                    <a:moveTo>
                      <a:pt x="2569" y="1"/>
                    </a:moveTo>
                    <a:cubicBezTo>
                      <a:pt x="2002" y="1702"/>
                      <a:pt x="1" y="6539"/>
                      <a:pt x="2569" y="6539"/>
                    </a:cubicBezTo>
                    <a:cubicBezTo>
                      <a:pt x="5138" y="6539"/>
                      <a:pt x="3270" y="1802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86" name="Google Shape;5486;p26"/>
              <p:cNvSpPr/>
              <p:nvPr/>
            </p:nvSpPr>
            <p:spPr>
              <a:xfrm flipH="1">
                <a:off x="1298725" y="3053713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2002" y="1669"/>
                      <a:pt x="1" y="6506"/>
                      <a:pt x="2569" y="6506"/>
                    </a:cubicBezTo>
                    <a:cubicBezTo>
                      <a:pt x="5138" y="6506"/>
                      <a:pt x="3270" y="1769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87" name="Google Shape;5487;p26"/>
              <p:cNvSpPr/>
              <p:nvPr/>
            </p:nvSpPr>
            <p:spPr>
              <a:xfrm>
                <a:off x="8151075" y="3043700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1969" y="1669"/>
                      <a:pt x="1" y="6505"/>
                      <a:pt x="2569" y="6505"/>
                    </a:cubicBezTo>
                    <a:cubicBezTo>
                      <a:pt x="5138" y="6505"/>
                      <a:pt x="3237" y="1802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88" name="Google Shape;5488;p26"/>
              <p:cNvSpPr/>
              <p:nvPr/>
            </p:nvSpPr>
            <p:spPr>
              <a:xfrm>
                <a:off x="3735413" y="3000325"/>
                <a:ext cx="128450" cy="1626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6506" extrusionOk="0">
                    <a:moveTo>
                      <a:pt x="2569" y="1"/>
                    </a:moveTo>
                    <a:cubicBezTo>
                      <a:pt x="1969" y="1669"/>
                      <a:pt x="1" y="6505"/>
                      <a:pt x="2569" y="6505"/>
                    </a:cubicBezTo>
                    <a:cubicBezTo>
                      <a:pt x="5138" y="6505"/>
                      <a:pt x="3237" y="1802"/>
                      <a:pt x="2569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489" name="Google Shape;5489;p26"/>
            <p:cNvSpPr/>
            <p:nvPr/>
          </p:nvSpPr>
          <p:spPr>
            <a:xfrm>
              <a:off x="2011825" y="433547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1969" y="1668"/>
                    <a:pt x="1" y="6505"/>
                    <a:pt x="2569" y="6505"/>
                  </a:cubicBezTo>
                  <a:cubicBezTo>
                    <a:pt x="5138" y="6505"/>
                    <a:pt x="3236" y="1769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0" name="Google Shape;5490;p26"/>
            <p:cNvSpPr/>
            <p:nvPr/>
          </p:nvSpPr>
          <p:spPr>
            <a:xfrm>
              <a:off x="4344325" y="4699075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1969" y="1702"/>
                    <a:pt x="0" y="6505"/>
                    <a:pt x="2569" y="6505"/>
                  </a:cubicBezTo>
                  <a:cubicBezTo>
                    <a:pt x="5137" y="6505"/>
                    <a:pt x="3236" y="1802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1" name="Google Shape;5491;p26"/>
            <p:cNvSpPr/>
            <p:nvPr/>
          </p:nvSpPr>
          <p:spPr>
            <a:xfrm>
              <a:off x="833475" y="4180375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2002" y="1668"/>
                    <a:pt x="1" y="6505"/>
                    <a:pt x="2569" y="6505"/>
                  </a:cubicBezTo>
                  <a:cubicBezTo>
                    <a:pt x="5138" y="6505"/>
                    <a:pt x="3270" y="1801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2" name="Google Shape;5492;p26"/>
            <p:cNvSpPr/>
            <p:nvPr/>
          </p:nvSpPr>
          <p:spPr>
            <a:xfrm>
              <a:off x="2746525" y="4490600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2002" y="1701"/>
                    <a:pt x="0" y="6505"/>
                    <a:pt x="2569" y="6505"/>
                  </a:cubicBezTo>
                  <a:cubicBezTo>
                    <a:pt x="5137" y="6505"/>
                    <a:pt x="3269" y="1801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3" name="Google Shape;5493;p26"/>
            <p:cNvSpPr/>
            <p:nvPr/>
          </p:nvSpPr>
          <p:spPr>
            <a:xfrm>
              <a:off x="1535650" y="4409700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0"/>
                  </a:moveTo>
                  <a:cubicBezTo>
                    <a:pt x="2002" y="1668"/>
                    <a:pt x="1" y="6505"/>
                    <a:pt x="2569" y="6505"/>
                  </a:cubicBezTo>
                  <a:cubicBezTo>
                    <a:pt x="5138" y="6505"/>
                    <a:pt x="3270" y="1802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4" name="Google Shape;5494;p26"/>
            <p:cNvSpPr/>
            <p:nvPr/>
          </p:nvSpPr>
          <p:spPr>
            <a:xfrm>
              <a:off x="3562925" y="4383850"/>
              <a:ext cx="131800" cy="167650"/>
            </a:xfrm>
            <a:custGeom>
              <a:avLst/>
              <a:gdLst/>
              <a:ahLst/>
              <a:cxnLst/>
              <a:rect l="l" t="t" r="r" b="b"/>
              <a:pathLst>
                <a:path w="5272" h="6706" extrusionOk="0">
                  <a:moveTo>
                    <a:pt x="2636" y="0"/>
                  </a:moveTo>
                  <a:cubicBezTo>
                    <a:pt x="2036" y="1735"/>
                    <a:pt x="1" y="6705"/>
                    <a:pt x="2636" y="6705"/>
                  </a:cubicBezTo>
                  <a:cubicBezTo>
                    <a:pt x="5271" y="6705"/>
                    <a:pt x="3337" y="1835"/>
                    <a:pt x="2636" y="0"/>
                  </a:cubicBezTo>
                  <a:close/>
                </a:path>
              </a:pathLst>
            </a:custGeom>
            <a:solidFill>
              <a:srgbClr val="191919">
                <a:alpha val="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5" name="Google Shape;5495;p26"/>
            <p:cNvSpPr/>
            <p:nvPr/>
          </p:nvSpPr>
          <p:spPr>
            <a:xfrm>
              <a:off x="4902225" y="4467250"/>
              <a:ext cx="132625" cy="167625"/>
            </a:xfrm>
            <a:custGeom>
              <a:avLst/>
              <a:gdLst/>
              <a:ahLst/>
              <a:cxnLst/>
              <a:rect l="l" t="t" r="r" b="b"/>
              <a:pathLst>
                <a:path w="5305" h="6705" extrusionOk="0">
                  <a:moveTo>
                    <a:pt x="2669" y="0"/>
                  </a:moveTo>
                  <a:cubicBezTo>
                    <a:pt x="2069" y="1735"/>
                    <a:pt x="0" y="6705"/>
                    <a:pt x="2669" y="6705"/>
                  </a:cubicBezTo>
                  <a:cubicBezTo>
                    <a:pt x="5304" y="6705"/>
                    <a:pt x="3370" y="1868"/>
                    <a:pt x="2669" y="0"/>
                  </a:cubicBezTo>
                  <a:close/>
                </a:path>
              </a:pathLst>
            </a:custGeom>
            <a:solidFill>
              <a:srgbClr val="191919">
                <a:alpha val="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6" name="Google Shape;5496;p26"/>
            <p:cNvSpPr/>
            <p:nvPr/>
          </p:nvSpPr>
          <p:spPr>
            <a:xfrm>
              <a:off x="2527200" y="5154400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0"/>
                  </a:moveTo>
                  <a:cubicBezTo>
                    <a:pt x="2002" y="1702"/>
                    <a:pt x="0" y="6538"/>
                    <a:pt x="2569" y="6538"/>
                  </a:cubicBezTo>
                  <a:cubicBezTo>
                    <a:pt x="5137" y="6538"/>
                    <a:pt x="3269" y="1802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7" name="Google Shape;5497;p26"/>
            <p:cNvSpPr/>
            <p:nvPr/>
          </p:nvSpPr>
          <p:spPr>
            <a:xfrm>
              <a:off x="6433425" y="433547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1969" y="1668"/>
                    <a:pt x="1" y="6505"/>
                    <a:pt x="2569" y="6505"/>
                  </a:cubicBezTo>
                  <a:cubicBezTo>
                    <a:pt x="5138" y="6505"/>
                    <a:pt x="3236" y="1769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8" name="Google Shape;5498;p26"/>
            <p:cNvSpPr/>
            <p:nvPr/>
          </p:nvSpPr>
          <p:spPr>
            <a:xfrm>
              <a:off x="8765925" y="4699075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1969" y="1702"/>
                    <a:pt x="0" y="6505"/>
                    <a:pt x="2569" y="6505"/>
                  </a:cubicBezTo>
                  <a:cubicBezTo>
                    <a:pt x="5137" y="6505"/>
                    <a:pt x="3236" y="1802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9" name="Google Shape;5499;p26"/>
            <p:cNvSpPr/>
            <p:nvPr/>
          </p:nvSpPr>
          <p:spPr>
            <a:xfrm>
              <a:off x="5255075" y="4180375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2002" y="1668"/>
                    <a:pt x="1" y="6505"/>
                    <a:pt x="2569" y="6505"/>
                  </a:cubicBezTo>
                  <a:cubicBezTo>
                    <a:pt x="5138" y="6505"/>
                    <a:pt x="3270" y="1801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0" name="Google Shape;5500;p26"/>
            <p:cNvSpPr/>
            <p:nvPr/>
          </p:nvSpPr>
          <p:spPr>
            <a:xfrm>
              <a:off x="7168125" y="4490600"/>
              <a:ext cx="128450" cy="162625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2002" y="1701"/>
                    <a:pt x="0" y="6505"/>
                    <a:pt x="2569" y="6505"/>
                  </a:cubicBezTo>
                  <a:cubicBezTo>
                    <a:pt x="5137" y="6505"/>
                    <a:pt x="3269" y="1801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1" name="Google Shape;5501;p26"/>
            <p:cNvSpPr/>
            <p:nvPr/>
          </p:nvSpPr>
          <p:spPr>
            <a:xfrm>
              <a:off x="5957250" y="4409700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0"/>
                  </a:moveTo>
                  <a:cubicBezTo>
                    <a:pt x="2002" y="1668"/>
                    <a:pt x="1" y="6505"/>
                    <a:pt x="2569" y="6505"/>
                  </a:cubicBezTo>
                  <a:cubicBezTo>
                    <a:pt x="5138" y="6505"/>
                    <a:pt x="3270" y="1802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2" name="Google Shape;5502;p26"/>
            <p:cNvSpPr/>
            <p:nvPr/>
          </p:nvSpPr>
          <p:spPr>
            <a:xfrm>
              <a:off x="7984525" y="4383850"/>
              <a:ext cx="131800" cy="167650"/>
            </a:xfrm>
            <a:custGeom>
              <a:avLst/>
              <a:gdLst/>
              <a:ahLst/>
              <a:cxnLst/>
              <a:rect l="l" t="t" r="r" b="b"/>
              <a:pathLst>
                <a:path w="5272" h="6706" extrusionOk="0">
                  <a:moveTo>
                    <a:pt x="2636" y="0"/>
                  </a:moveTo>
                  <a:cubicBezTo>
                    <a:pt x="2036" y="1735"/>
                    <a:pt x="1" y="6705"/>
                    <a:pt x="2636" y="6705"/>
                  </a:cubicBezTo>
                  <a:cubicBezTo>
                    <a:pt x="5271" y="6705"/>
                    <a:pt x="3337" y="1835"/>
                    <a:pt x="2636" y="0"/>
                  </a:cubicBezTo>
                  <a:close/>
                </a:path>
              </a:pathLst>
            </a:custGeom>
            <a:solidFill>
              <a:srgbClr val="191919">
                <a:alpha val="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3" name="Google Shape;5503;p26"/>
            <p:cNvSpPr/>
            <p:nvPr/>
          </p:nvSpPr>
          <p:spPr>
            <a:xfrm>
              <a:off x="6948800" y="5154400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0"/>
                  </a:moveTo>
                  <a:cubicBezTo>
                    <a:pt x="2002" y="1702"/>
                    <a:pt x="0" y="6538"/>
                    <a:pt x="2569" y="6538"/>
                  </a:cubicBezTo>
                  <a:cubicBezTo>
                    <a:pt x="5137" y="6538"/>
                    <a:pt x="3269" y="1802"/>
                    <a:pt x="2569" y="0"/>
                  </a:cubicBezTo>
                  <a:close/>
                </a:path>
              </a:pathLst>
            </a:custGeom>
            <a:solidFill>
              <a:srgbClr val="191919">
                <a:alpha val="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4" name="Google Shape;5504;p26"/>
            <p:cNvSpPr/>
            <p:nvPr/>
          </p:nvSpPr>
          <p:spPr>
            <a:xfrm>
              <a:off x="5451150" y="4964050"/>
              <a:ext cx="128450" cy="163475"/>
            </a:xfrm>
            <a:custGeom>
              <a:avLst/>
              <a:gdLst/>
              <a:ahLst/>
              <a:cxnLst/>
              <a:rect l="l" t="t" r="r" b="b"/>
              <a:pathLst>
                <a:path w="5138" h="6539" extrusionOk="0">
                  <a:moveTo>
                    <a:pt x="2569" y="1"/>
                  </a:moveTo>
                  <a:cubicBezTo>
                    <a:pt x="2002" y="1702"/>
                    <a:pt x="1" y="6539"/>
                    <a:pt x="2569" y="6539"/>
                  </a:cubicBezTo>
                  <a:cubicBezTo>
                    <a:pt x="5138" y="6539"/>
                    <a:pt x="3270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5" name="Google Shape;5505;p26"/>
            <p:cNvSpPr/>
            <p:nvPr/>
          </p:nvSpPr>
          <p:spPr>
            <a:xfrm flipH="1">
              <a:off x="1284675" y="4945913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2002" y="1669"/>
                    <a:pt x="1" y="6506"/>
                    <a:pt x="2569" y="6506"/>
                  </a:cubicBezTo>
                  <a:cubicBezTo>
                    <a:pt x="5138" y="6506"/>
                    <a:pt x="3270" y="1769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6" name="Google Shape;5506;p26"/>
            <p:cNvSpPr/>
            <p:nvPr/>
          </p:nvSpPr>
          <p:spPr>
            <a:xfrm>
              <a:off x="8137025" y="4935900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1969" y="1669"/>
                    <a:pt x="1" y="6505"/>
                    <a:pt x="2569" y="6505"/>
                  </a:cubicBezTo>
                  <a:cubicBezTo>
                    <a:pt x="5138" y="6505"/>
                    <a:pt x="3237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7" name="Google Shape;5507;p26"/>
            <p:cNvSpPr/>
            <p:nvPr/>
          </p:nvSpPr>
          <p:spPr>
            <a:xfrm>
              <a:off x="3721363" y="4892525"/>
              <a:ext cx="128450" cy="162650"/>
            </a:xfrm>
            <a:custGeom>
              <a:avLst/>
              <a:gdLst/>
              <a:ahLst/>
              <a:cxnLst/>
              <a:rect l="l" t="t" r="r" b="b"/>
              <a:pathLst>
                <a:path w="5138" h="6506" extrusionOk="0">
                  <a:moveTo>
                    <a:pt x="2569" y="1"/>
                  </a:moveTo>
                  <a:cubicBezTo>
                    <a:pt x="1969" y="1669"/>
                    <a:pt x="1" y="6505"/>
                    <a:pt x="2569" y="6505"/>
                  </a:cubicBezTo>
                  <a:cubicBezTo>
                    <a:pt x="5138" y="6505"/>
                    <a:pt x="3237" y="1802"/>
                    <a:pt x="2569" y="1"/>
                  </a:cubicBezTo>
                  <a:close/>
                </a:path>
              </a:pathLst>
            </a:custGeom>
            <a:solidFill>
              <a:srgbClr val="191919">
                <a:alpha val="9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508" name="Google Shape;5508;p26"/>
          <p:cNvGrpSpPr/>
          <p:nvPr/>
        </p:nvGrpSpPr>
        <p:grpSpPr>
          <a:xfrm>
            <a:off x="5064546" y="4152368"/>
            <a:ext cx="3369488" cy="1707138"/>
            <a:chOff x="4915213" y="3574313"/>
            <a:chExt cx="3624275" cy="1836225"/>
          </a:xfrm>
        </p:grpSpPr>
        <p:grpSp>
          <p:nvGrpSpPr>
            <p:cNvPr id="5509" name="Google Shape;5509;p26"/>
            <p:cNvGrpSpPr/>
            <p:nvPr/>
          </p:nvGrpSpPr>
          <p:grpSpPr>
            <a:xfrm>
              <a:off x="4915213" y="3574313"/>
              <a:ext cx="3624275" cy="1836225"/>
              <a:chOff x="6533200" y="2928913"/>
              <a:chExt cx="3624275" cy="1836225"/>
            </a:xfrm>
          </p:grpSpPr>
          <p:sp>
            <p:nvSpPr>
              <p:cNvPr id="5510" name="Google Shape;5510;p26"/>
              <p:cNvSpPr/>
              <p:nvPr/>
            </p:nvSpPr>
            <p:spPr>
              <a:xfrm>
                <a:off x="6533200" y="3211613"/>
                <a:ext cx="1777125" cy="1163775"/>
              </a:xfrm>
              <a:custGeom>
                <a:avLst/>
                <a:gdLst/>
                <a:ahLst/>
                <a:cxnLst/>
                <a:rect l="l" t="t" r="r" b="b"/>
                <a:pathLst>
                  <a:path w="71085" h="46551" extrusionOk="0">
                    <a:moveTo>
                      <a:pt x="71051" y="1"/>
                    </a:moveTo>
                    <a:cubicBezTo>
                      <a:pt x="59209" y="601"/>
                      <a:pt x="18213" y="15879"/>
                      <a:pt x="1301" y="29722"/>
                    </a:cubicBezTo>
                    <a:cubicBezTo>
                      <a:pt x="100" y="30723"/>
                      <a:pt x="0" y="32524"/>
                      <a:pt x="1101" y="33625"/>
                    </a:cubicBezTo>
                    <a:cubicBezTo>
                      <a:pt x="3569" y="36060"/>
                      <a:pt x="5371" y="39762"/>
                      <a:pt x="5904" y="44166"/>
                    </a:cubicBezTo>
                    <a:cubicBezTo>
                      <a:pt x="6057" y="45630"/>
                      <a:pt x="7285" y="46551"/>
                      <a:pt x="8555" y="46551"/>
                    </a:cubicBezTo>
                    <a:cubicBezTo>
                      <a:pt x="9222" y="46551"/>
                      <a:pt x="9901" y="46296"/>
                      <a:pt x="10441" y="45733"/>
                    </a:cubicBezTo>
                    <a:cubicBezTo>
                      <a:pt x="24151" y="31390"/>
                      <a:pt x="50203" y="12610"/>
                      <a:pt x="71051" y="568"/>
                    </a:cubicBezTo>
                    <a:cubicBezTo>
                      <a:pt x="71051" y="401"/>
                      <a:pt x="71051" y="201"/>
                      <a:pt x="71084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11" name="Google Shape;5511;p26"/>
              <p:cNvSpPr/>
              <p:nvPr/>
            </p:nvSpPr>
            <p:spPr>
              <a:xfrm>
                <a:off x="6781700" y="3225788"/>
                <a:ext cx="1529450" cy="1427300"/>
              </a:xfrm>
              <a:custGeom>
                <a:avLst/>
                <a:gdLst/>
                <a:ahLst/>
                <a:cxnLst/>
                <a:rect l="l" t="t" r="r" b="b"/>
                <a:pathLst>
                  <a:path w="61178" h="57092" extrusionOk="0">
                    <a:moveTo>
                      <a:pt x="61111" y="1"/>
                    </a:moveTo>
                    <a:cubicBezTo>
                      <a:pt x="40830" y="11709"/>
                      <a:pt x="15678" y="29789"/>
                      <a:pt x="1668" y="43932"/>
                    </a:cubicBezTo>
                    <a:cubicBezTo>
                      <a:pt x="1" y="45633"/>
                      <a:pt x="1235" y="48435"/>
                      <a:pt x="3603" y="48435"/>
                    </a:cubicBezTo>
                    <a:cubicBezTo>
                      <a:pt x="10441" y="48469"/>
                      <a:pt x="18947" y="51604"/>
                      <a:pt x="23250" y="56208"/>
                    </a:cubicBezTo>
                    <a:cubicBezTo>
                      <a:pt x="23794" y="56806"/>
                      <a:pt x="24517" y="57091"/>
                      <a:pt x="25231" y="57091"/>
                    </a:cubicBezTo>
                    <a:cubicBezTo>
                      <a:pt x="26228" y="57091"/>
                      <a:pt x="27207" y="56537"/>
                      <a:pt x="27654" y="55507"/>
                    </a:cubicBezTo>
                    <a:cubicBezTo>
                      <a:pt x="34525" y="39529"/>
                      <a:pt x="48001" y="18180"/>
                      <a:pt x="61178" y="101"/>
                    </a:cubicBezTo>
                    <a:cubicBezTo>
                      <a:pt x="61144" y="34"/>
                      <a:pt x="61144" y="67"/>
                      <a:pt x="61111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12" name="Google Shape;5512;p26"/>
              <p:cNvSpPr/>
              <p:nvPr/>
            </p:nvSpPr>
            <p:spPr>
              <a:xfrm>
                <a:off x="7468375" y="3231638"/>
                <a:ext cx="858600" cy="1520275"/>
              </a:xfrm>
              <a:custGeom>
                <a:avLst/>
                <a:gdLst/>
                <a:ahLst/>
                <a:cxnLst/>
                <a:rect l="l" t="t" r="r" b="b"/>
                <a:pathLst>
                  <a:path w="34344" h="60811" extrusionOk="0">
                    <a:moveTo>
                      <a:pt x="33610" y="0"/>
                    </a:moveTo>
                    <a:lnTo>
                      <a:pt x="33610" y="0"/>
                    </a:lnTo>
                    <a:cubicBezTo>
                      <a:pt x="20868" y="17479"/>
                      <a:pt x="7859" y="38027"/>
                      <a:pt x="820" y="53805"/>
                    </a:cubicBezTo>
                    <a:cubicBezTo>
                      <a:pt x="1" y="55627"/>
                      <a:pt x="1392" y="57532"/>
                      <a:pt x="3259" y="57532"/>
                    </a:cubicBezTo>
                    <a:cubicBezTo>
                      <a:pt x="3442" y="57532"/>
                      <a:pt x="3631" y="57514"/>
                      <a:pt x="3823" y="57475"/>
                    </a:cubicBezTo>
                    <a:cubicBezTo>
                      <a:pt x="5960" y="57013"/>
                      <a:pt x="8473" y="56796"/>
                      <a:pt x="11131" y="56796"/>
                    </a:cubicBezTo>
                    <a:cubicBezTo>
                      <a:pt x="17887" y="56796"/>
                      <a:pt x="25582" y="58197"/>
                      <a:pt x="30442" y="60543"/>
                    </a:cubicBezTo>
                    <a:cubicBezTo>
                      <a:pt x="30815" y="60727"/>
                      <a:pt x="31200" y="60811"/>
                      <a:pt x="31574" y="60811"/>
                    </a:cubicBezTo>
                    <a:cubicBezTo>
                      <a:pt x="33038" y="60811"/>
                      <a:pt x="34344" y="59529"/>
                      <a:pt x="34211" y="57908"/>
                    </a:cubicBezTo>
                    <a:cubicBezTo>
                      <a:pt x="32443" y="37794"/>
                      <a:pt x="32777" y="16745"/>
                      <a:pt x="33610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13" name="Google Shape;5513;p26"/>
              <p:cNvSpPr/>
              <p:nvPr/>
            </p:nvSpPr>
            <p:spPr>
              <a:xfrm>
                <a:off x="8324475" y="3210788"/>
                <a:ext cx="1833000" cy="1095200"/>
              </a:xfrm>
              <a:custGeom>
                <a:avLst/>
                <a:gdLst/>
                <a:ahLst/>
                <a:cxnLst/>
                <a:rect l="l" t="t" r="r" b="b"/>
                <a:pathLst>
                  <a:path w="73320" h="43808" extrusionOk="0">
                    <a:moveTo>
                      <a:pt x="100" y="0"/>
                    </a:moveTo>
                    <a:lnTo>
                      <a:pt x="0" y="334"/>
                    </a:lnTo>
                    <a:cubicBezTo>
                      <a:pt x="23450" y="12276"/>
                      <a:pt x="51837" y="29588"/>
                      <a:pt x="67248" y="43131"/>
                    </a:cubicBezTo>
                    <a:cubicBezTo>
                      <a:pt x="67767" y="43597"/>
                      <a:pt x="68383" y="43807"/>
                      <a:pt x="68988" y="43807"/>
                    </a:cubicBezTo>
                    <a:cubicBezTo>
                      <a:pt x="70289" y="43807"/>
                      <a:pt x="71538" y="42833"/>
                      <a:pt x="71651" y="41330"/>
                    </a:cubicBezTo>
                    <a:cubicBezTo>
                      <a:pt x="71818" y="38961"/>
                      <a:pt x="72218" y="36326"/>
                      <a:pt x="72986" y="34125"/>
                    </a:cubicBezTo>
                    <a:cubicBezTo>
                      <a:pt x="73319" y="33091"/>
                      <a:pt x="73052" y="31956"/>
                      <a:pt x="72252" y="31256"/>
                    </a:cubicBezTo>
                    <a:cubicBezTo>
                      <a:pt x="56274" y="16712"/>
                      <a:pt x="11275" y="0"/>
                      <a:pt x="100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14" name="Google Shape;5514;p26"/>
              <p:cNvSpPr/>
              <p:nvPr/>
            </p:nvSpPr>
            <p:spPr>
              <a:xfrm>
                <a:off x="8320300" y="3217463"/>
                <a:ext cx="1687900" cy="1388950"/>
              </a:xfrm>
              <a:custGeom>
                <a:avLst/>
                <a:gdLst/>
                <a:ahLst/>
                <a:cxnLst/>
                <a:rect l="l" t="t" r="r" b="b"/>
                <a:pathLst>
                  <a:path w="67516" h="55558" extrusionOk="0">
                    <a:moveTo>
                      <a:pt x="67" y="0"/>
                    </a:moveTo>
                    <a:cubicBezTo>
                      <a:pt x="34" y="67"/>
                      <a:pt x="34" y="33"/>
                      <a:pt x="0" y="67"/>
                    </a:cubicBezTo>
                    <a:cubicBezTo>
                      <a:pt x="16979" y="16979"/>
                      <a:pt x="36593" y="38361"/>
                      <a:pt x="44466" y="54072"/>
                    </a:cubicBezTo>
                    <a:cubicBezTo>
                      <a:pt x="44945" y="55049"/>
                      <a:pt x="45883" y="55558"/>
                      <a:pt x="46835" y="55558"/>
                    </a:cubicBezTo>
                    <a:cubicBezTo>
                      <a:pt x="47605" y="55558"/>
                      <a:pt x="48384" y="55225"/>
                      <a:pt x="48935" y="54539"/>
                    </a:cubicBezTo>
                    <a:cubicBezTo>
                      <a:pt x="53238" y="49135"/>
                      <a:pt x="58676" y="46367"/>
                      <a:pt x="64080" y="46033"/>
                    </a:cubicBezTo>
                    <a:cubicBezTo>
                      <a:pt x="66481" y="45900"/>
                      <a:pt x="67515" y="42931"/>
                      <a:pt x="65681" y="41363"/>
                    </a:cubicBezTo>
                    <a:cubicBezTo>
                      <a:pt x="49936" y="28053"/>
                      <a:pt x="22650" y="11508"/>
                      <a:pt x="67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15" name="Google Shape;5515;p26"/>
              <p:cNvSpPr/>
              <p:nvPr/>
            </p:nvSpPr>
            <p:spPr>
              <a:xfrm>
                <a:off x="8279425" y="3219113"/>
                <a:ext cx="1148675" cy="1546025"/>
              </a:xfrm>
              <a:custGeom>
                <a:avLst/>
                <a:gdLst/>
                <a:ahLst/>
                <a:cxnLst/>
                <a:rect l="l" t="t" r="r" b="b"/>
                <a:pathLst>
                  <a:path w="45947" h="61841" extrusionOk="0">
                    <a:moveTo>
                      <a:pt x="1635" y="1"/>
                    </a:moveTo>
                    <a:cubicBezTo>
                      <a:pt x="1602" y="34"/>
                      <a:pt x="1569" y="34"/>
                      <a:pt x="1502" y="34"/>
                    </a:cubicBezTo>
                    <a:cubicBezTo>
                      <a:pt x="1402" y="168"/>
                      <a:pt x="1302" y="334"/>
                      <a:pt x="1168" y="501"/>
                    </a:cubicBezTo>
                    <a:cubicBezTo>
                      <a:pt x="301" y="17547"/>
                      <a:pt x="1" y="38995"/>
                      <a:pt x="1869" y="59443"/>
                    </a:cubicBezTo>
                    <a:cubicBezTo>
                      <a:pt x="1989" y="60884"/>
                      <a:pt x="3215" y="61841"/>
                      <a:pt x="4515" y="61841"/>
                    </a:cubicBezTo>
                    <a:cubicBezTo>
                      <a:pt x="5021" y="61841"/>
                      <a:pt x="5538" y="61696"/>
                      <a:pt x="6005" y="61378"/>
                    </a:cubicBezTo>
                    <a:cubicBezTo>
                      <a:pt x="12280" y="57075"/>
                      <a:pt x="22400" y="54418"/>
                      <a:pt x="31722" y="54418"/>
                    </a:cubicBezTo>
                    <a:cubicBezTo>
                      <a:pt x="35335" y="54418"/>
                      <a:pt x="38828" y="54817"/>
                      <a:pt x="41931" y="55674"/>
                    </a:cubicBezTo>
                    <a:cubicBezTo>
                      <a:pt x="42172" y="55738"/>
                      <a:pt x="42409" y="55768"/>
                      <a:pt x="42637" y="55768"/>
                    </a:cubicBezTo>
                    <a:cubicBezTo>
                      <a:pt x="44562" y="55768"/>
                      <a:pt x="45947" y="53653"/>
                      <a:pt x="44933" y="51805"/>
                    </a:cubicBezTo>
                    <a:cubicBezTo>
                      <a:pt x="36427" y="36360"/>
                      <a:pt x="17847" y="16112"/>
                      <a:pt x="1635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5516" name="Google Shape;5516;p26"/>
              <p:cNvGrpSpPr/>
              <p:nvPr/>
            </p:nvGrpSpPr>
            <p:grpSpPr>
              <a:xfrm>
                <a:off x="6533200" y="2928913"/>
                <a:ext cx="3624275" cy="1836225"/>
                <a:chOff x="112275" y="2665738"/>
                <a:chExt cx="3624275" cy="1836225"/>
              </a:xfrm>
            </p:grpSpPr>
            <p:sp>
              <p:nvSpPr>
                <p:cNvPr id="5517" name="Google Shape;5517;p26"/>
                <p:cNvSpPr/>
                <p:nvPr/>
              </p:nvSpPr>
              <p:spPr>
                <a:xfrm>
                  <a:off x="112275" y="2948438"/>
                  <a:ext cx="1777125" cy="1163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085" h="46551" extrusionOk="0">
                      <a:moveTo>
                        <a:pt x="71051" y="1"/>
                      </a:moveTo>
                      <a:cubicBezTo>
                        <a:pt x="59209" y="601"/>
                        <a:pt x="18213" y="15879"/>
                        <a:pt x="1301" y="29722"/>
                      </a:cubicBezTo>
                      <a:cubicBezTo>
                        <a:pt x="100" y="30723"/>
                        <a:pt x="0" y="32524"/>
                        <a:pt x="1101" y="33625"/>
                      </a:cubicBezTo>
                      <a:cubicBezTo>
                        <a:pt x="3569" y="36060"/>
                        <a:pt x="5371" y="39762"/>
                        <a:pt x="5904" y="44166"/>
                      </a:cubicBezTo>
                      <a:cubicBezTo>
                        <a:pt x="6057" y="45630"/>
                        <a:pt x="7285" y="46551"/>
                        <a:pt x="8555" y="46551"/>
                      </a:cubicBezTo>
                      <a:cubicBezTo>
                        <a:pt x="9222" y="46551"/>
                        <a:pt x="9901" y="46296"/>
                        <a:pt x="10441" y="45733"/>
                      </a:cubicBezTo>
                      <a:cubicBezTo>
                        <a:pt x="24151" y="31390"/>
                        <a:pt x="50203" y="12610"/>
                        <a:pt x="71051" y="568"/>
                      </a:cubicBezTo>
                      <a:cubicBezTo>
                        <a:pt x="71051" y="401"/>
                        <a:pt x="71051" y="201"/>
                        <a:pt x="71084" y="1"/>
                      </a:cubicBezTo>
                      <a:close/>
                    </a:path>
                  </a:pathLst>
                </a:custGeom>
                <a:solidFill>
                  <a:srgbClr val="191919">
                    <a:alpha val="2849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518" name="Google Shape;5518;p26"/>
                <p:cNvSpPr/>
                <p:nvPr/>
              </p:nvSpPr>
              <p:spPr>
                <a:xfrm>
                  <a:off x="360775" y="2962613"/>
                  <a:ext cx="1529450" cy="1427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178" h="57092" extrusionOk="0">
                      <a:moveTo>
                        <a:pt x="61111" y="1"/>
                      </a:moveTo>
                      <a:cubicBezTo>
                        <a:pt x="40830" y="11709"/>
                        <a:pt x="15678" y="29789"/>
                        <a:pt x="1668" y="43932"/>
                      </a:cubicBezTo>
                      <a:cubicBezTo>
                        <a:pt x="1" y="45633"/>
                        <a:pt x="1235" y="48435"/>
                        <a:pt x="3603" y="48435"/>
                      </a:cubicBezTo>
                      <a:cubicBezTo>
                        <a:pt x="10441" y="48469"/>
                        <a:pt x="18947" y="51604"/>
                        <a:pt x="23250" y="56208"/>
                      </a:cubicBezTo>
                      <a:cubicBezTo>
                        <a:pt x="23794" y="56806"/>
                        <a:pt x="24517" y="57091"/>
                        <a:pt x="25231" y="57091"/>
                      </a:cubicBezTo>
                      <a:cubicBezTo>
                        <a:pt x="26228" y="57091"/>
                        <a:pt x="27207" y="56537"/>
                        <a:pt x="27654" y="55507"/>
                      </a:cubicBezTo>
                      <a:cubicBezTo>
                        <a:pt x="34525" y="39529"/>
                        <a:pt x="48001" y="18180"/>
                        <a:pt x="61178" y="101"/>
                      </a:cubicBezTo>
                      <a:cubicBezTo>
                        <a:pt x="61144" y="34"/>
                        <a:pt x="61144" y="67"/>
                        <a:pt x="61111" y="1"/>
                      </a:cubicBezTo>
                      <a:close/>
                    </a:path>
                  </a:pathLst>
                </a:custGeom>
                <a:solidFill>
                  <a:srgbClr val="191919">
                    <a:alpha val="1899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519" name="Google Shape;5519;p26"/>
                <p:cNvSpPr/>
                <p:nvPr/>
              </p:nvSpPr>
              <p:spPr>
                <a:xfrm>
                  <a:off x="1047450" y="2968463"/>
                  <a:ext cx="858600" cy="1520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344" h="60811" extrusionOk="0">
                      <a:moveTo>
                        <a:pt x="33610" y="0"/>
                      </a:moveTo>
                      <a:lnTo>
                        <a:pt x="33610" y="0"/>
                      </a:lnTo>
                      <a:cubicBezTo>
                        <a:pt x="20868" y="17479"/>
                        <a:pt x="7859" y="38027"/>
                        <a:pt x="820" y="53805"/>
                      </a:cubicBezTo>
                      <a:cubicBezTo>
                        <a:pt x="1" y="55627"/>
                        <a:pt x="1392" y="57532"/>
                        <a:pt x="3259" y="57532"/>
                      </a:cubicBezTo>
                      <a:cubicBezTo>
                        <a:pt x="3442" y="57532"/>
                        <a:pt x="3631" y="57514"/>
                        <a:pt x="3823" y="57475"/>
                      </a:cubicBezTo>
                      <a:cubicBezTo>
                        <a:pt x="5960" y="57013"/>
                        <a:pt x="8473" y="56796"/>
                        <a:pt x="11131" y="56796"/>
                      </a:cubicBezTo>
                      <a:cubicBezTo>
                        <a:pt x="17887" y="56796"/>
                        <a:pt x="25582" y="58197"/>
                        <a:pt x="30442" y="60543"/>
                      </a:cubicBezTo>
                      <a:cubicBezTo>
                        <a:pt x="30815" y="60727"/>
                        <a:pt x="31200" y="60811"/>
                        <a:pt x="31574" y="60811"/>
                      </a:cubicBezTo>
                      <a:cubicBezTo>
                        <a:pt x="33038" y="60811"/>
                        <a:pt x="34344" y="59529"/>
                        <a:pt x="34211" y="57908"/>
                      </a:cubicBezTo>
                      <a:cubicBezTo>
                        <a:pt x="32443" y="37794"/>
                        <a:pt x="32777" y="16745"/>
                        <a:pt x="33610" y="0"/>
                      </a:cubicBezTo>
                      <a:close/>
                    </a:path>
                  </a:pathLst>
                </a:custGeom>
                <a:solidFill>
                  <a:srgbClr val="191919">
                    <a:alpha val="1508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520" name="Google Shape;5520;p26"/>
                <p:cNvSpPr/>
                <p:nvPr/>
              </p:nvSpPr>
              <p:spPr>
                <a:xfrm>
                  <a:off x="1903550" y="2947613"/>
                  <a:ext cx="1833000" cy="1095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320" h="43808" extrusionOk="0">
                      <a:moveTo>
                        <a:pt x="100" y="0"/>
                      </a:moveTo>
                      <a:lnTo>
                        <a:pt x="0" y="334"/>
                      </a:lnTo>
                      <a:cubicBezTo>
                        <a:pt x="23450" y="12276"/>
                        <a:pt x="51837" y="29588"/>
                        <a:pt x="67248" y="43131"/>
                      </a:cubicBezTo>
                      <a:cubicBezTo>
                        <a:pt x="67767" y="43597"/>
                        <a:pt x="68383" y="43807"/>
                        <a:pt x="68988" y="43807"/>
                      </a:cubicBezTo>
                      <a:cubicBezTo>
                        <a:pt x="70289" y="43807"/>
                        <a:pt x="71538" y="42833"/>
                        <a:pt x="71651" y="41330"/>
                      </a:cubicBezTo>
                      <a:cubicBezTo>
                        <a:pt x="71818" y="38961"/>
                        <a:pt x="72218" y="36326"/>
                        <a:pt x="72986" y="34125"/>
                      </a:cubicBezTo>
                      <a:cubicBezTo>
                        <a:pt x="73319" y="33091"/>
                        <a:pt x="73052" y="31956"/>
                        <a:pt x="72252" y="31256"/>
                      </a:cubicBezTo>
                      <a:cubicBezTo>
                        <a:pt x="56274" y="16712"/>
                        <a:pt x="11275" y="0"/>
                        <a:pt x="100" y="0"/>
                      </a:cubicBezTo>
                      <a:close/>
                    </a:path>
                  </a:pathLst>
                </a:custGeom>
                <a:solidFill>
                  <a:srgbClr val="191919">
                    <a:alpha val="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521" name="Google Shape;5521;p26"/>
                <p:cNvSpPr/>
                <p:nvPr/>
              </p:nvSpPr>
              <p:spPr>
                <a:xfrm>
                  <a:off x="1899375" y="2954288"/>
                  <a:ext cx="1687900" cy="1388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516" h="55558" extrusionOk="0">
                      <a:moveTo>
                        <a:pt x="67" y="0"/>
                      </a:moveTo>
                      <a:cubicBezTo>
                        <a:pt x="34" y="67"/>
                        <a:pt x="34" y="33"/>
                        <a:pt x="0" y="67"/>
                      </a:cubicBezTo>
                      <a:cubicBezTo>
                        <a:pt x="16979" y="16979"/>
                        <a:pt x="36593" y="38361"/>
                        <a:pt x="44466" y="54072"/>
                      </a:cubicBezTo>
                      <a:cubicBezTo>
                        <a:pt x="44945" y="55049"/>
                        <a:pt x="45883" y="55558"/>
                        <a:pt x="46835" y="55558"/>
                      </a:cubicBezTo>
                      <a:cubicBezTo>
                        <a:pt x="47605" y="55558"/>
                        <a:pt x="48384" y="55225"/>
                        <a:pt x="48935" y="54539"/>
                      </a:cubicBezTo>
                      <a:cubicBezTo>
                        <a:pt x="53238" y="49135"/>
                        <a:pt x="58676" y="46367"/>
                        <a:pt x="64080" y="46033"/>
                      </a:cubicBezTo>
                      <a:cubicBezTo>
                        <a:pt x="66481" y="45900"/>
                        <a:pt x="67515" y="42931"/>
                        <a:pt x="65681" y="41363"/>
                      </a:cubicBezTo>
                      <a:cubicBezTo>
                        <a:pt x="49936" y="28053"/>
                        <a:pt x="22650" y="11508"/>
                        <a:pt x="67" y="0"/>
                      </a:cubicBezTo>
                      <a:close/>
                    </a:path>
                  </a:pathLst>
                </a:custGeom>
                <a:solidFill>
                  <a:srgbClr val="191919">
                    <a:alpha val="615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522" name="Google Shape;5522;p26"/>
                <p:cNvSpPr/>
                <p:nvPr/>
              </p:nvSpPr>
              <p:spPr>
                <a:xfrm>
                  <a:off x="1858500" y="2955938"/>
                  <a:ext cx="1148675" cy="1546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47" h="61841" extrusionOk="0">
                      <a:moveTo>
                        <a:pt x="1635" y="1"/>
                      </a:moveTo>
                      <a:cubicBezTo>
                        <a:pt x="1602" y="34"/>
                        <a:pt x="1569" y="34"/>
                        <a:pt x="1502" y="34"/>
                      </a:cubicBezTo>
                      <a:cubicBezTo>
                        <a:pt x="1402" y="168"/>
                        <a:pt x="1302" y="334"/>
                        <a:pt x="1168" y="501"/>
                      </a:cubicBezTo>
                      <a:cubicBezTo>
                        <a:pt x="301" y="17547"/>
                        <a:pt x="1" y="38995"/>
                        <a:pt x="1869" y="59443"/>
                      </a:cubicBezTo>
                      <a:cubicBezTo>
                        <a:pt x="1989" y="60884"/>
                        <a:pt x="3215" y="61841"/>
                        <a:pt x="4515" y="61841"/>
                      </a:cubicBezTo>
                      <a:cubicBezTo>
                        <a:pt x="5021" y="61841"/>
                        <a:pt x="5538" y="61696"/>
                        <a:pt x="6005" y="61378"/>
                      </a:cubicBezTo>
                      <a:cubicBezTo>
                        <a:pt x="12280" y="57075"/>
                        <a:pt x="22400" y="54418"/>
                        <a:pt x="31722" y="54418"/>
                      </a:cubicBezTo>
                      <a:cubicBezTo>
                        <a:pt x="35335" y="54418"/>
                        <a:pt x="38828" y="54817"/>
                        <a:pt x="41931" y="55674"/>
                      </a:cubicBezTo>
                      <a:cubicBezTo>
                        <a:pt x="42172" y="55738"/>
                        <a:pt x="42409" y="55768"/>
                        <a:pt x="42637" y="55768"/>
                      </a:cubicBezTo>
                      <a:cubicBezTo>
                        <a:pt x="44562" y="55768"/>
                        <a:pt x="45947" y="53653"/>
                        <a:pt x="44933" y="51805"/>
                      </a:cubicBezTo>
                      <a:cubicBezTo>
                        <a:pt x="36427" y="36360"/>
                        <a:pt x="17847" y="16112"/>
                        <a:pt x="1635" y="1"/>
                      </a:cubicBezTo>
                      <a:close/>
                    </a:path>
                  </a:pathLst>
                </a:custGeom>
                <a:solidFill>
                  <a:srgbClr val="191919">
                    <a:alpha val="95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523" name="Google Shape;5523;p26"/>
                <p:cNvSpPr/>
                <p:nvPr/>
              </p:nvSpPr>
              <p:spPr>
                <a:xfrm>
                  <a:off x="112275" y="2948438"/>
                  <a:ext cx="2249125" cy="1553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965" h="62141" extrusionOk="0">
                      <a:moveTo>
                        <a:pt x="71585" y="58242"/>
                      </a:moveTo>
                      <a:lnTo>
                        <a:pt x="71585" y="58242"/>
                      </a:lnTo>
                      <a:cubicBezTo>
                        <a:pt x="71590" y="58323"/>
                        <a:pt x="71595" y="58404"/>
                        <a:pt x="71601" y="58485"/>
                      </a:cubicBezTo>
                      <a:lnTo>
                        <a:pt x="71601" y="58485"/>
                      </a:lnTo>
                      <a:cubicBezTo>
                        <a:pt x="71593" y="58407"/>
                        <a:pt x="71585" y="58324"/>
                        <a:pt x="71585" y="58242"/>
                      </a:cubicBezTo>
                      <a:close/>
                      <a:moveTo>
                        <a:pt x="71017" y="1"/>
                      </a:moveTo>
                      <a:lnTo>
                        <a:pt x="71017" y="1"/>
                      </a:lnTo>
                      <a:cubicBezTo>
                        <a:pt x="59142" y="634"/>
                        <a:pt x="18180" y="15879"/>
                        <a:pt x="1301" y="29722"/>
                      </a:cubicBezTo>
                      <a:cubicBezTo>
                        <a:pt x="100" y="30723"/>
                        <a:pt x="0" y="32524"/>
                        <a:pt x="1101" y="33625"/>
                      </a:cubicBezTo>
                      <a:cubicBezTo>
                        <a:pt x="3569" y="36060"/>
                        <a:pt x="5371" y="39762"/>
                        <a:pt x="5871" y="44166"/>
                      </a:cubicBezTo>
                      <a:cubicBezTo>
                        <a:pt x="6046" y="45630"/>
                        <a:pt x="7281" y="46551"/>
                        <a:pt x="8544" y="46551"/>
                      </a:cubicBezTo>
                      <a:cubicBezTo>
                        <a:pt x="9208" y="46551"/>
                        <a:pt x="9879" y="46296"/>
                        <a:pt x="10408" y="45733"/>
                      </a:cubicBezTo>
                      <a:cubicBezTo>
                        <a:pt x="10808" y="45333"/>
                        <a:pt x="11208" y="44933"/>
                        <a:pt x="11608" y="44532"/>
                      </a:cubicBezTo>
                      <a:lnTo>
                        <a:pt x="11608" y="44532"/>
                      </a:lnTo>
                      <a:cubicBezTo>
                        <a:pt x="9974" y="46200"/>
                        <a:pt x="11175" y="49002"/>
                        <a:pt x="13543" y="49002"/>
                      </a:cubicBezTo>
                      <a:cubicBezTo>
                        <a:pt x="20381" y="49036"/>
                        <a:pt x="28887" y="52171"/>
                        <a:pt x="33190" y="56775"/>
                      </a:cubicBezTo>
                      <a:cubicBezTo>
                        <a:pt x="33734" y="57373"/>
                        <a:pt x="34457" y="57658"/>
                        <a:pt x="35171" y="57658"/>
                      </a:cubicBezTo>
                      <a:cubicBezTo>
                        <a:pt x="36168" y="57658"/>
                        <a:pt x="37147" y="57104"/>
                        <a:pt x="37594" y="56074"/>
                      </a:cubicBezTo>
                      <a:cubicBezTo>
                        <a:pt x="37794" y="55574"/>
                        <a:pt x="37994" y="55107"/>
                        <a:pt x="38227" y="54606"/>
                      </a:cubicBezTo>
                      <a:lnTo>
                        <a:pt x="38227" y="54606"/>
                      </a:lnTo>
                      <a:cubicBezTo>
                        <a:pt x="37408" y="56428"/>
                        <a:pt x="38799" y="58333"/>
                        <a:pt x="40666" y="58333"/>
                      </a:cubicBezTo>
                      <a:cubicBezTo>
                        <a:pt x="40849" y="58333"/>
                        <a:pt x="41038" y="58315"/>
                        <a:pt x="41230" y="58276"/>
                      </a:cubicBezTo>
                      <a:cubicBezTo>
                        <a:pt x="43367" y="57814"/>
                        <a:pt x="45880" y="57597"/>
                        <a:pt x="48538" y="57597"/>
                      </a:cubicBezTo>
                      <a:cubicBezTo>
                        <a:pt x="55294" y="57597"/>
                        <a:pt x="62989" y="58998"/>
                        <a:pt x="67849" y="61344"/>
                      </a:cubicBezTo>
                      <a:cubicBezTo>
                        <a:pt x="68217" y="61519"/>
                        <a:pt x="68597" y="61599"/>
                        <a:pt x="68967" y="61599"/>
                      </a:cubicBezTo>
                      <a:cubicBezTo>
                        <a:pt x="70405" y="61599"/>
                        <a:pt x="71694" y="60389"/>
                        <a:pt x="71625" y="58814"/>
                      </a:cubicBezTo>
                      <a:lnTo>
                        <a:pt x="71625" y="58814"/>
                      </a:lnTo>
                      <a:cubicBezTo>
                        <a:pt x="71648" y="59124"/>
                        <a:pt x="71677" y="59434"/>
                        <a:pt x="71718" y="59743"/>
                      </a:cubicBezTo>
                      <a:cubicBezTo>
                        <a:pt x="71838" y="61184"/>
                        <a:pt x="73064" y="62141"/>
                        <a:pt x="74364" y="62141"/>
                      </a:cubicBezTo>
                      <a:cubicBezTo>
                        <a:pt x="74870" y="62141"/>
                        <a:pt x="75387" y="61996"/>
                        <a:pt x="75854" y="61678"/>
                      </a:cubicBezTo>
                      <a:cubicBezTo>
                        <a:pt x="79557" y="59143"/>
                        <a:pt x="84560" y="57175"/>
                        <a:pt x="89964" y="56007"/>
                      </a:cubicBezTo>
                      <a:cubicBezTo>
                        <a:pt x="89764" y="55974"/>
                        <a:pt x="89531" y="55874"/>
                        <a:pt x="89331" y="55774"/>
                      </a:cubicBezTo>
                      <a:cubicBezTo>
                        <a:pt x="84466" y="53426"/>
                        <a:pt x="76762" y="52041"/>
                        <a:pt x="70001" y="52041"/>
                      </a:cubicBezTo>
                      <a:cubicBezTo>
                        <a:pt x="67350" y="52041"/>
                        <a:pt x="64844" y="52254"/>
                        <a:pt x="62712" y="52705"/>
                      </a:cubicBezTo>
                      <a:cubicBezTo>
                        <a:pt x="62205" y="52816"/>
                        <a:pt x="61561" y="52870"/>
                        <a:pt x="60853" y="52870"/>
                      </a:cubicBezTo>
                      <a:cubicBezTo>
                        <a:pt x="58578" y="52870"/>
                        <a:pt x="55657" y="52306"/>
                        <a:pt x="54639" y="51237"/>
                      </a:cubicBezTo>
                      <a:cubicBezTo>
                        <a:pt x="50369" y="46601"/>
                        <a:pt x="41830" y="43498"/>
                        <a:pt x="35025" y="43465"/>
                      </a:cubicBezTo>
                      <a:cubicBezTo>
                        <a:pt x="32657" y="43465"/>
                        <a:pt x="27620" y="40863"/>
                        <a:pt x="27353" y="38628"/>
                      </a:cubicBezTo>
                      <a:cubicBezTo>
                        <a:pt x="26853" y="34225"/>
                        <a:pt x="25051" y="30522"/>
                        <a:pt x="22550" y="28054"/>
                      </a:cubicBezTo>
                      <a:cubicBezTo>
                        <a:pt x="21449" y="26987"/>
                        <a:pt x="21582" y="25152"/>
                        <a:pt x="22783" y="24185"/>
                      </a:cubicBezTo>
                      <a:cubicBezTo>
                        <a:pt x="33624" y="15278"/>
                        <a:pt x="54406" y="5805"/>
                        <a:pt x="71017" y="1"/>
                      </a:cubicBezTo>
                      <a:close/>
                    </a:path>
                  </a:pathLst>
                </a:custGeom>
                <a:solidFill>
                  <a:srgbClr val="191919">
                    <a:alpha val="2849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524" name="Google Shape;5524;p26"/>
                <p:cNvSpPr/>
                <p:nvPr/>
              </p:nvSpPr>
              <p:spPr>
                <a:xfrm>
                  <a:off x="1820150" y="2665738"/>
                  <a:ext cx="184325" cy="255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73" h="10208" extrusionOk="0">
                      <a:moveTo>
                        <a:pt x="3670" y="0"/>
                      </a:moveTo>
                      <a:cubicBezTo>
                        <a:pt x="1835" y="0"/>
                        <a:pt x="1" y="10208"/>
                        <a:pt x="1" y="10208"/>
                      </a:cubicBezTo>
                      <a:lnTo>
                        <a:pt x="7372" y="10208"/>
                      </a:lnTo>
                      <a:cubicBezTo>
                        <a:pt x="7372" y="10208"/>
                        <a:pt x="5538" y="0"/>
                        <a:pt x="367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5525" name="Google Shape;5525;p26"/>
            <p:cNvSpPr/>
            <p:nvPr/>
          </p:nvSpPr>
          <p:spPr>
            <a:xfrm>
              <a:off x="6580563" y="3762025"/>
              <a:ext cx="293575" cy="111775"/>
            </a:xfrm>
            <a:custGeom>
              <a:avLst/>
              <a:gdLst/>
              <a:ahLst/>
              <a:cxnLst/>
              <a:rect l="l" t="t" r="r" b="b"/>
              <a:pathLst>
                <a:path w="11743" h="4471" extrusionOk="0">
                  <a:moveTo>
                    <a:pt x="2002" y="1"/>
                  </a:moveTo>
                  <a:cubicBezTo>
                    <a:pt x="902" y="1"/>
                    <a:pt x="1" y="902"/>
                    <a:pt x="1" y="2002"/>
                  </a:cubicBezTo>
                  <a:lnTo>
                    <a:pt x="1" y="2469"/>
                  </a:lnTo>
                  <a:cubicBezTo>
                    <a:pt x="1" y="3570"/>
                    <a:pt x="902" y="4471"/>
                    <a:pt x="2002" y="4471"/>
                  </a:cubicBezTo>
                  <a:lnTo>
                    <a:pt x="9741" y="4471"/>
                  </a:lnTo>
                  <a:cubicBezTo>
                    <a:pt x="10875" y="4471"/>
                    <a:pt x="11743" y="3570"/>
                    <a:pt x="11743" y="2469"/>
                  </a:cubicBezTo>
                  <a:lnTo>
                    <a:pt x="11743" y="2002"/>
                  </a:lnTo>
                  <a:cubicBezTo>
                    <a:pt x="11743" y="902"/>
                    <a:pt x="10875" y="1"/>
                    <a:pt x="97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526" name="Google Shape;5526;p26"/>
          <p:cNvGrpSpPr/>
          <p:nvPr/>
        </p:nvGrpSpPr>
        <p:grpSpPr>
          <a:xfrm>
            <a:off x="2023804" y="4488761"/>
            <a:ext cx="3369488" cy="1707138"/>
            <a:chOff x="4054650" y="529913"/>
            <a:chExt cx="3624275" cy="1836225"/>
          </a:xfrm>
        </p:grpSpPr>
        <p:sp>
          <p:nvSpPr>
            <p:cNvPr id="5527" name="Google Shape;5527;p26"/>
            <p:cNvSpPr/>
            <p:nvPr/>
          </p:nvSpPr>
          <p:spPr>
            <a:xfrm>
              <a:off x="4054650" y="812613"/>
              <a:ext cx="1777125" cy="1163775"/>
            </a:xfrm>
            <a:custGeom>
              <a:avLst/>
              <a:gdLst/>
              <a:ahLst/>
              <a:cxnLst/>
              <a:rect l="l" t="t" r="r" b="b"/>
              <a:pathLst>
                <a:path w="71085" h="46551" extrusionOk="0">
                  <a:moveTo>
                    <a:pt x="71051" y="1"/>
                  </a:moveTo>
                  <a:cubicBezTo>
                    <a:pt x="59209" y="601"/>
                    <a:pt x="18213" y="15879"/>
                    <a:pt x="1301" y="29722"/>
                  </a:cubicBezTo>
                  <a:cubicBezTo>
                    <a:pt x="100" y="30723"/>
                    <a:pt x="0" y="32524"/>
                    <a:pt x="1101" y="33625"/>
                  </a:cubicBezTo>
                  <a:cubicBezTo>
                    <a:pt x="3569" y="36060"/>
                    <a:pt x="5371" y="39762"/>
                    <a:pt x="5904" y="44166"/>
                  </a:cubicBezTo>
                  <a:cubicBezTo>
                    <a:pt x="6057" y="45630"/>
                    <a:pt x="7285" y="46551"/>
                    <a:pt x="8555" y="46551"/>
                  </a:cubicBezTo>
                  <a:cubicBezTo>
                    <a:pt x="9222" y="46551"/>
                    <a:pt x="9901" y="46296"/>
                    <a:pt x="10441" y="45733"/>
                  </a:cubicBezTo>
                  <a:cubicBezTo>
                    <a:pt x="24151" y="31390"/>
                    <a:pt x="50203" y="12610"/>
                    <a:pt x="71051" y="568"/>
                  </a:cubicBezTo>
                  <a:cubicBezTo>
                    <a:pt x="71051" y="401"/>
                    <a:pt x="71051" y="201"/>
                    <a:pt x="7108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8" name="Google Shape;5528;p26"/>
            <p:cNvSpPr/>
            <p:nvPr/>
          </p:nvSpPr>
          <p:spPr>
            <a:xfrm>
              <a:off x="4303150" y="826788"/>
              <a:ext cx="1529450" cy="1427300"/>
            </a:xfrm>
            <a:custGeom>
              <a:avLst/>
              <a:gdLst/>
              <a:ahLst/>
              <a:cxnLst/>
              <a:rect l="l" t="t" r="r" b="b"/>
              <a:pathLst>
                <a:path w="61178" h="57092" extrusionOk="0">
                  <a:moveTo>
                    <a:pt x="61111" y="1"/>
                  </a:moveTo>
                  <a:cubicBezTo>
                    <a:pt x="40830" y="11709"/>
                    <a:pt x="15678" y="29789"/>
                    <a:pt x="1668" y="43932"/>
                  </a:cubicBezTo>
                  <a:cubicBezTo>
                    <a:pt x="1" y="45633"/>
                    <a:pt x="1235" y="48435"/>
                    <a:pt x="3603" y="48435"/>
                  </a:cubicBezTo>
                  <a:cubicBezTo>
                    <a:pt x="10441" y="48469"/>
                    <a:pt x="18947" y="51604"/>
                    <a:pt x="23250" y="56208"/>
                  </a:cubicBezTo>
                  <a:cubicBezTo>
                    <a:pt x="23794" y="56806"/>
                    <a:pt x="24517" y="57091"/>
                    <a:pt x="25231" y="57091"/>
                  </a:cubicBezTo>
                  <a:cubicBezTo>
                    <a:pt x="26228" y="57091"/>
                    <a:pt x="27207" y="56537"/>
                    <a:pt x="27654" y="55507"/>
                  </a:cubicBezTo>
                  <a:cubicBezTo>
                    <a:pt x="34525" y="39529"/>
                    <a:pt x="48001" y="18180"/>
                    <a:pt x="61178" y="101"/>
                  </a:cubicBezTo>
                  <a:cubicBezTo>
                    <a:pt x="61144" y="34"/>
                    <a:pt x="61144" y="67"/>
                    <a:pt x="6111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9" name="Google Shape;5529;p26"/>
            <p:cNvSpPr/>
            <p:nvPr/>
          </p:nvSpPr>
          <p:spPr>
            <a:xfrm>
              <a:off x="4989825" y="832638"/>
              <a:ext cx="858600" cy="1520275"/>
            </a:xfrm>
            <a:custGeom>
              <a:avLst/>
              <a:gdLst/>
              <a:ahLst/>
              <a:cxnLst/>
              <a:rect l="l" t="t" r="r" b="b"/>
              <a:pathLst>
                <a:path w="34344" h="60811" extrusionOk="0">
                  <a:moveTo>
                    <a:pt x="33610" y="0"/>
                  </a:moveTo>
                  <a:lnTo>
                    <a:pt x="33610" y="0"/>
                  </a:lnTo>
                  <a:cubicBezTo>
                    <a:pt x="20868" y="17479"/>
                    <a:pt x="7859" y="38027"/>
                    <a:pt x="820" y="53805"/>
                  </a:cubicBezTo>
                  <a:cubicBezTo>
                    <a:pt x="1" y="55627"/>
                    <a:pt x="1392" y="57532"/>
                    <a:pt x="3259" y="57532"/>
                  </a:cubicBezTo>
                  <a:cubicBezTo>
                    <a:pt x="3442" y="57532"/>
                    <a:pt x="3631" y="57514"/>
                    <a:pt x="3823" y="57475"/>
                  </a:cubicBezTo>
                  <a:cubicBezTo>
                    <a:pt x="5960" y="57013"/>
                    <a:pt x="8473" y="56796"/>
                    <a:pt x="11131" y="56796"/>
                  </a:cubicBezTo>
                  <a:cubicBezTo>
                    <a:pt x="17887" y="56796"/>
                    <a:pt x="25582" y="58197"/>
                    <a:pt x="30442" y="60543"/>
                  </a:cubicBezTo>
                  <a:cubicBezTo>
                    <a:pt x="30815" y="60727"/>
                    <a:pt x="31200" y="60811"/>
                    <a:pt x="31574" y="60811"/>
                  </a:cubicBezTo>
                  <a:cubicBezTo>
                    <a:pt x="33038" y="60811"/>
                    <a:pt x="34344" y="59529"/>
                    <a:pt x="34211" y="57908"/>
                  </a:cubicBezTo>
                  <a:cubicBezTo>
                    <a:pt x="32443" y="37794"/>
                    <a:pt x="32777" y="16745"/>
                    <a:pt x="3361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0" name="Google Shape;5530;p26"/>
            <p:cNvSpPr/>
            <p:nvPr/>
          </p:nvSpPr>
          <p:spPr>
            <a:xfrm>
              <a:off x="5845925" y="811788"/>
              <a:ext cx="1833000" cy="1095200"/>
            </a:xfrm>
            <a:custGeom>
              <a:avLst/>
              <a:gdLst/>
              <a:ahLst/>
              <a:cxnLst/>
              <a:rect l="l" t="t" r="r" b="b"/>
              <a:pathLst>
                <a:path w="73320" h="43808" extrusionOk="0">
                  <a:moveTo>
                    <a:pt x="100" y="0"/>
                  </a:moveTo>
                  <a:lnTo>
                    <a:pt x="0" y="334"/>
                  </a:lnTo>
                  <a:cubicBezTo>
                    <a:pt x="23450" y="12276"/>
                    <a:pt x="51837" y="29588"/>
                    <a:pt x="67248" y="43131"/>
                  </a:cubicBezTo>
                  <a:cubicBezTo>
                    <a:pt x="67767" y="43597"/>
                    <a:pt x="68383" y="43807"/>
                    <a:pt x="68988" y="43807"/>
                  </a:cubicBezTo>
                  <a:cubicBezTo>
                    <a:pt x="70289" y="43807"/>
                    <a:pt x="71538" y="42833"/>
                    <a:pt x="71651" y="41330"/>
                  </a:cubicBezTo>
                  <a:cubicBezTo>
                    <a:pt x="71818" y="38961"/>
                    <a:pt x="72218" y="36326"/>
                    <a:pt x="72986" y="34125"/>
                  </a:cubicBezTo>
                  <a:cubicBezTo>
                    <a:pt x="73319" y="33091"/>
                    <a:pt x="73052" y="31956"/>
                    <a:pt x="72252" y="31256"/>
                  </a:cubicBezTo>
                  <a:cubicBezTo>
                    <a:pt x="56274" y="16712"/>
                    <a:pt x="11275" y="0"/>
                    <a:pt x="10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1" name="Google Shape;5531;p26"/>
            <p:cNvSpPr/>
            <p:nvPr/>
          </p:nvSpPr>
          <p:spPr>
            <a:xfrm>
              <a:off x="5841750" y="818463"/>
              <a:ext cx="1687900" cy="1388950"/>
            </a:xfrm>
            <a:custGeom>
              <a:avLst/>
              <a:gdLst/>
              <a:ahLst/>
              <a:cxnLst/>
              <a:rect l="l" t="t" r="r" b="b"/>
              <a:pathLst>
                <a:path w="67516" h="55558" extrusionOk="0">
                  <a:moveTo>
                    <a:pt x="67" y="0"/>
                  </a:moveTo>
                  <a:cubicBezTo>
                    <a:pt x="34" y="67"/>
                    <a:pt x="34" y="33"/>
                    <a:pt x="0" y="67"/>
                  </a:cubicBezTo>
                  <a:cubicBezTo>
                    <a:pt x="16979" y="16979"/>
                    <a:pt x="36593" y="38361"/>
                    <a:pt x="44466" y="54072"/>
                  </a:cubicBezTo>
                  <a:cubicBezTo>
                    <a:pt x="44945" y="55049"/>
                    <a:pt x="45883" y="55558"/>
                    <a:pt x="46835" y="55558"/>
                  </a:cubicBezTo>
                  <a:cubicBezTo>
                    <a:pt x="47605" y="55558"/>
                    <a:pt x="48384" y="55225"/>
                    <a:pt x="48935" y="54539"/>
                  </a:cubicBezTo>
                  <a:cubicBezTo>
                    <a:pt x="53238" y="49135"/>
                    <a:pt x="58676" y="46367"/>
                    <a:pt x="64080" y="46033"/>
                  </a:cubicBezTo>
                  <a:cubicBezTo>
                    <a:pt x="66481" y="45900"/>
                    <a:pt x="67515" y="42931"/>
                    <a:pt x="65681" y="41363"/>
                  </a:cubicBezTo>
                  <a:cubicBezTo>
                    <a:pt x="49936" y="28053"/>
                    <a:pt x="22650" y="11508"/>
                    <a:pt x="6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2" name="Google Shape;5532;p26"/>
            <p:cNvSpPr/>
            <p:nvPr/>
          </p:nvSpPr>
          <p:spPr>
            <a:xfrm>
              <a:off x="5800875" y="820113"/>
              <a:ext cx="1148675" cy="1546025"/>
            </a:xfrm>
            <a:custGeom>
              <a:avLst/>
              <a:gdLst/>
              <a:ahLst/>
              <a:cxnLst/>
              <a:rect l="l" t="t" r="r" b="b"/>
              <a:pathLst>
                <a:path w="45947" h="61841" extrusionOk="0">
                  <a:moveTo>
                    <a:pt x="1635" y="1"/>
                  </a:moveTo>
                  <a:cubicBezTo>
                    <a:pt x="1602" y="34"/>
                    <a:pt x="1569" y="34"/>
                    <a:pt x="1502" y="34"/>
                  </a:cubicBezTo>
                  <a:cubicBezTo>
                    <a:pt x="1402" y="168"/>
                    <a:pt x="1302" y="334"/>
                    <a:pt x="1168" y="501"/>
                  </a:cubicBezTo>
                  <a:cubicBezTo>
                    <a:pt x="301" y="17547"/>
                    <a:pt x="1" y="38995"/>
                    <a:pt x="1869" y="59443"/>
                  </a:cubicBezTo>
                  <a:cubicBezTo>
                    <a:pt x="1989" y="60884"/>
                    <a:pt x="3215" y="61841"/>
                    <a:pt x="4515" y="61841"/>
                  </a:cubicBezTo>
                  <a:cubicBezTo>
                    <a:pt x="5021" y="61841"/>
                    <a:pt x="5538" y="61696"/>
                    <a:pt x="6005" y="61378"/>
                  </a:cubicBezTo>
                  <a:cubicBezTo>
                    <a:pt x="12280" y="57075"/>
                    <a:pt x="22400" y="54418"/>
                    <a:pt x="31722" y="54418"/>
                  </a:cubicBezTo>
                  <a:cubicBezTo>
                    <a:pt x="35335" y="54418"/>
                    <a:pt x="38828" y="54817"/>
                    <a:pt x="41931" y="55674"/>
                  </a:cubicBezTo>
                  <a:cubicBezTo>
                    <a:pt x="42172" y="55738"/>
                    <a:pt x="42409" y="55768"/>
                    <a:pt x="42637" y="55768"/>
                  </a:cubicBezTo>
                  <a:cubicBezTo>
                    <a:pt x="44562" y="55768"/>
                    <a:pt x="45947" y="53653"/>
                    <a:pt x="44933" y="51805"/>
                  </a:cubicBezTo>
                  <a:cubicBezTo>
                    <a:pt x="36427" y="36360"/>
                    <a:pt x="17847" y="16112"/>
                    <a:pt x="163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533" name="Google Shape;5533;p26"/>
            <p:cNvGrpSpPr/>
            <p:nvPr/>
          </p:nvGrpSpPr>
          <p:grpSpPr>
            <a:xfrm>
              <a:off x="4054650" y="529913"/>
              <a:ext cx="3624275" cy="1836225"/>
              <a:chOff x="112275" y="2665738"/>
              <a:chExt cx="3624275" cy="1836225"/>
            </a:xfrm>
          </p:grpSpPr>
          <p:sp>
            <p:nvSpPr>
              <p:cNvPr id="5534" name="Google Shape;5534;p26"/>
              <p:cNvSpPr/>
              <p:nvPr/>
            </p:nvSpPr>
            <p:spPr>
              <a:xfrm>
                <a:off x="112275" y="2948438"/>
                <a:ext cx="1777125" cy="1163775"/>
              </a:xfrm>
              <a:custGeom>
                <a:avLst/>
                <a:gdLst/>
                <a:ahLst/>
                <a:cxnLst/>
                <a:rect l="l" t="t" r="r" b="b"/>
                <a:pathLst>
                  <a:path w="71085" h="46551" extrusionOk="0">
                    <a:moveTo>
                      <a:pt x="71051" y="1"/>
                    </a:moveTo>
                    <a:cubicBezTo>
                      <a:pt x="59209" y="601"/>
                      <a:pt x="18213" y="15879"/>
                      <a:pt x="1301" y="29722"/>
                    </a:cubicBezTo>
                    <a:cubicBezTo>
                      <a:pt x="100" y="30723"/>
                      <a:pt x="0" y="32524"/>
                      <a:pt x="1101" y="33625"/>
                    </a:cubicBezTo>
                    <a:cubicBezTo>
                      <a:pt x="3569" y="36060"/>
                      <a:pt x="5371" y="39762"/>
                      <a:pt x="5904" y="44166"/>
                    </a:cubicBezTo>
                    <a:cubicBezTo>
                      <a:pt x="6057" y="45630"/>
                      <a:pt x="7285" y="46551"/>
                      <a:pt x="8555" y="46551"/>
                    </a:cubicBezTo>
                    <a:cubicBezTo>
                      <a:pt x="9222" y="46551"/>
                      <a:pt x="9901" y="46296"/>
                      <a:pt x="10441" y="45733"/>
                    </a:cubicBezTo>
                    <a:cubicBezTo>
                      <a:pt x="24151" y="31390"/>
                      <a:pt x="50203" y="12610"/>
                      <a:pt x="71051" y="568"/>
                    </a:cubicBezTo>
                    <a:cubicBezTo>
                      <a:pt x="71051" y="401"/>
                      <a:pt x="71051" y="201"/>
                      <a:pt x="71084" y="1"/>
                    </a:cubicBezTo>
                    <a:close/>
                  </a:path>
                </a:pathLst>
              </a:custGeom>
              <a:solidFill>
                <a:srgbClr val="191919">
                  <a:alpha val="284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35" name="Google Shape;5535;p26"/>
              <p:cNvSpPr/>
              <p:nvPr/>
            </p:nvSpPr>
            <p:spPr>
              <a:xfrm>
                <a:off x="360775" y="2962613"/>
                <a:ext cx="1529450" cy="1427300"/>
              </a:xfrm>
              <a:custGeom>
                <a:avLst/>
                <a:gdLst/>
                <a:ahLst/>
                <a:cxnLst/>
                <a:rect l="l" t="t" r="r" b="b"/>
                <a:pathLst>
                  <a:path w="61178" h="57092" extrusionOk="0">
                    <a:moveTo>
                      <a:pt x="61111" y="1"/>
                    </a:moveTo>
                    <a:cubicBezTo>
                      <a:pt x="40830" y="11709"/>
                      <a:pt x="15678" y="29789"/>
                      <a:pt x="1668" y="43932"/>
                    </a:cubicBezTo>
                    <a:cubicBezTo>
                      <a:pt x="1" y="45633"/>
                      <a:pt x="1235" y="48435"/>
                      <a:pt x="3603" y="48435"/>
                    </a:cubicBezTo>
                    <a:cubicBezTo>
                      <a:pt x="10441" y="48469"/>
                      <a:pt x="18947" y="51604"/>
                      <a:pt x="23250" y="56208"/>
                    </a:cubicBezTo>
                    <a:cubicBezTo>
                      <a:pt x="23794" y="56806"/>
                      <a:pt x="24517" y="57091"/>
                      <a:pt x="25231" y="57091"/>
                    </a:cubicBezTo>
                    <a:cubicBezTo>
                      <a:pt x="26228" y="57091"/>
                      <a:pt x="27207" y="56537"/>
                      <a:pt x="27654" y="55507"/>
                    </a:cubicBezTo>
                    <a:cubicBezTo>
                      <a:pt x="34525" y="39529"/>
                      <a:pt x="48001" y="18180"/>
                      <a:pt x="61178" y="101"/>
                    </a:cubicBezTo>
                    <a:cubicBezTo>
                      <a:pt x="61144" y="34"/>
                      <a:pt x="61144" y="67"/>
                      <a:pt x="61111" y="1"/>
                    </a:cubicBezTo>
                    <a:close/>
                  </a:path>
                </a:pathLst>
              </a:custGeom>
              <a:solidFill>
                <a:srgbClr val="191919">
                  <a:alpha val="189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36" name="Google Shape;5536;p26"/>
              <p:cNvSpPr/>
              <p:nvPr/>
            </p:nvSpPr>
            <p:spPr>
              <a:xfrm>
                <a:off x="1047450" y="2968463"/>
                <a:ext cx="858600" cy="1520275"/>
              </a:xfrm>
              <a:custGeom>
                <a:avLst/>
                <a:gdLst/>
                <a:ahLst/>
                <a:cxnLst/>
                <a:rect l="l" t="t" r="r" b="b"/>
                <a:pathLst>
                  <a:path w="34344" h="60811" extrusionOk="0">
                    <a:moveTo>
                      <a:pt x="33610" y="0"/>
                    </a:moveTo>
                    <a:lnTo>
                      <a:pt x="33610" y="0"/>
                    </a:lnTo>
                    <a:cubicBezTo>
                      <a:pt x="20868" y="17479"/>
                      <a:pt x="7859" y="38027"/>
                      <a:pt x="820" y="53805"/>
                    </a:cubicBezTo>
                    <a:cubicBezTo>
                      <a:pt x="1" y="55627"/>
                      <a:pt x="1392" y="57532"/>
                      <a:pt x="3259" y="57532"/>
                    </a:cubicBezTo>
                    <a:cubicBezTo>
                      <a:pt x="3442" y="57532"/>
                      <a:pt x="3631" y="57514"/>
                      <a:pt x="3823" y="57475"/>
                    </a:cubicBezTo>
                    <a:cubicBezTo>
                      <a:pt x="5960" y="57013"/>
                      <a:pt x="8473" y="56796"/>
                      <a:pt x="11131" y="56796"/>
                    </a:cubicBezTo>
                    <a:cubicBezTo>
                      <a:pt x="17887" y="56796"/>
                      <a:pt x="25582" y="58197"/>
                      <a:pt x="30442" y="60543"/>
                    </a:cubicBezTo>
                    <a:cubicBezTo>
                      <a:pt x="30815" y="60727"/>
                      <a:pt x="31200" y="60811"/>
                      <a:pt x="31574" y="60811"/>
                    </a:cubicBezTo>
                    <a:cubicBezTo>
                      <a:pt x="33038" y="60811"/>
                      <a:pt x="34344" y="59529"/>
                      <a:pt x="34211" y="57908"/>
                    </a:cubicBezTo>
                    <a:cubicBezTo>
                      <a:pt x="32443" y="37794"/>
                      <a:pt x="32777" y="16745"/>
                      <a:pt x="33610" y="0"/>
                    </a:cubicBezTo>
                    <a:close/>
                  </a:path>
                </a:pathLst>
              </a:custGeom>
              <a:solidFill>
                <a:srgbClr val="191919">
                  <a:alpha val="150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37" name="Google Shape;5537;p26"/>
              <p:cNvSpPr/>
              <p:nvPr/>
            </p:nvSpPr>
            <p:spPr>
              <a:xfrm>
                <a:off x="1903550" y="2947613"/>
                <a:ext cx="1833000" cy="1095200"/>
              </a:xfrm>
              <a:custGeom>
                <a:avLst/>
                <a:gdLst/>
                <a:ahLst/>
                <a:cxnLst/>
                <a:rect l="l" t="t" r="r" b="b"/>
                <a:pathLst>
                  <a:path w="73320" h="43808" extrusionOk="0">
                    <a:moveTo>
                      <a:pt x="100" y="0"/>
                    </a:moveTo>
                    <a:lnTo>
                      <a:pt x="0" y="334"/>
                    </a:lnTo>
                    <a:cubicBezTo>
                      <a:pt x="23450" y="12276"/>
                      <a:pt x="51837" y="29588"/>
                      <a:pt x="67248" y="43131"/>
                    </a:cubicBezTo>
                    <a:cubicBezTo>
                      <a:pt x="67767" y="43597"/>
                      <a:pt x="68383" y="43807"/>
                      <a:pt x="68988" y="43807"/>
                    </a:cubicBezTo>
                    <a:cubicBezTo>
                      <a:pt x="70289" y="43807"/>
                      <a:pt x="71538" y="42833"/>
                      <a:pt x="71651" y="41330"/>
                    </a:cubicBezTo>
                    <a:cubicBezTo>
                      <a:pt x="71818" y="38961"/>
                      <a:pt x="72218" y="36326"/>
                      <a:pt x="72986" y="34125"/>
                    </a:cubicBezTo>
                    <a:cubicBezTo>
                      <a:pt x="73319" y="33091"/>
                      <a:pt x="73052" y="31956"/>
                      <a:pt x="72252" y="31256"/>
                    </a:cubicBezTo>
                    <a:cubicBezTo>
                      <a:pt x="56274" y="16712"/>
                      <a:pt x="11275" y="0"/>
                      <a:pt x="100" y="0"/>
                    </a:cubicBezTo>
                    <a:close/>
                  </a:path>
                </a:pathLst>
              </a:custGeom>
              <a:solidFill>
                <a:srgbClr val="191919">
                  <a:alpha val="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38" name="Google Shape;5538;p26"/>
              <p:cNvSpPr/>
              <p:nvPr/>
            </p:nvSpPr>
            <p:spPr>
              <a:xfrm>
                <a:off x="1899375" y="2954288"/>
                <a:ext cx="1687900" cy="1388950"/>
              </a:xfrm>
              <a:custGeom>
                <a:avLst/>
                <a:gdLst/>
                <a:ahLst/>
                <a:cxnLst/>
                <a:rect l="l" t="t" r="r" b="b"/>
                <a:pathLst>
                  <a:path w="67516" h="55558" extrusionOk="0">
                    <a:moveTo>
                      <a:pt x="67" y="0"/>
                    </a:moveTo>
                    <a:cubicBezTo>
                      <a:pt x="34" y="67"/>
                      <a:pt x="34" y="33"/>
                      <a:pt x="0" y="67"/>
                    </a:cubicBezTo>
                    <a:cubicBezTo>
                      <a:pt x="16979" y="16979"/>
                      <a:pt x="36593" y="38361"/>
                      <a:pt x="44466" y="54072"/>
                    </a:cubicBezTo>
                    <a:cubicBezTo>
                      <a:pt x="44945" y="55049"/>
                      <a:pt x="45883" y="55558"/>
                      <a:pt x="46835" y="55558"/>
                    </a:cubicBezTo>
                    <a:cubicBezTo>
                      <a:pt x="47605" y="55558"/>
                      <a:pt x="48384" y="55225"/>
                      <a:pt x="48935" y="54539"/>
                    </a:cubicBezTo>
                    <a:cubicBezTo>
                      <a:pt x="53238" y="49135"/>
                      <a:pt x="58676" y="46367"/>
                      <a:pt x="64080" y="46033"/>
                    </a:cubicBezTo>
                    <a:cubicBezTo>
                      <a:pt x="66481" y="45900"/>
                      <a:pt x="67515" y="42931"/>
                      <a:pt x="65681" y="41363"/>
                    </a:cubicBezTo>
                    <a:cubicBezTo>
                      <a:pt x="49936" y="28053"/>
                      <a:pt x="22650" y="11508"/>
                      <a:pt x="67" y="0"/>
                    </a:cubicBezTo>
                    <a:close/>
                  </a:path>
                </a:pathLst>
              </a:custGeom>
              <a:solidFill>
                <a:srgbClr val="191919">
                  <a:alpha val="61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39" name="Google Shape;5539;p26"/>
              <p:cNvSpPr/>
              <p:nvPr/>
            </p:nvSpPr>
            <p:spPr>
              <a:xfrm>
                <a:off x="1858500" y="2955938"/>
                <a:ext cx="1148675" cy="1546025"/>
              </a:xfrm>
              <a:custGeom>
                <a:avLst/>
                <a:gdLst/>
                <a:ahLst/>
                <a:cxnLst/>
                <a:rect l="l" t="t" r="r" b="b"/>
                <a:pathLst>
                  <a:path w="45947" h="61841" extrusionOk="0">
                    <a:moveTo>
                      <a:pt x="1635" y="1"/>
                    </a:moveTo>
                    <a:cubicBezTo>
                      <a:pt x="1602" y="34"/>
                      <a:pt x="1569" y="34"/>
                      <a:pt x="1502" y="34"/>
                    </a:cubicBezTo>
                    <a:cubicBezTo>
                      <a:pt x="1402" y="168"/>
                      <a:pt x="1302" y="334"/>
                      <a:pt x="1168" y="501"/>
                    </a:cubicBezTo>
                    <a:cubicBezTo>
                      <a:pt x="301" y="17547"/>
                      <a:pt x="1" y="38995"/>
                      <a:pt x="1869" y="59443"/>
                    </a:cubicBezTo>
                    <a:cubicBezTo>
                      <a:pt x="1989" y="60884"/>
                      <a:pt x="3215" y="61841"/>
                      <a:pt x="4515" y="61841"/>
                    </a:cubicBezTo>
                    <a:cubicBezTo>
                      <a:pt x="5021" y="61841"/>
                      <a:pt x="5538" y="61696"/>
                      <a:pt x="6005" y="61378"/>
                    </a:cubicBezTo>
                    <a:cubicBezTo>
                      <a:pt x="12280" y="57075"/>
                      <a:pt x="22400" y="54418"/>
                      <a:pt x="31722" y="54418"/>
                    </a:cubicBezTo>
                    <a:cubicBezTo>
                      <a:pt x="35335" y="54418"/>
                      <a:pt x="38828" y="54817"/>
                      <a:pt x="41931" y="55674"/>
                    </a:cubicBezTo>
                    <a:cubicBezTo>
                      <a:pt x="42172" y="55738"/>
                      <a:pt x="42409" y="55768"/>
                      <a:pt x="42637" y="55768"/>
                    </a:cubicBezTo>
                    <a:cubicBezTo>
                      <a:pt x="44562" y="55768"/>
                      <a:pt x="45947" y="53653"/>
                      <a:pt x="44933" y="51805"/>
                    </a:cubicBezTo>
                    <a:cubicBezTo>
                      <a:pt x="36427" y="36360"/>
                      <a:pt x="17847" y="16112"/>
                      <a:pt x="1635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40" name="Google Shape;5540;p26"/>
              <p:cNvSpPr/>
              <p:nvPr/>
            </p:nvSpPr>
            <p:spPr>
              <a:xfrm>
                <a:off x="112275" y="2948438"/>
                <a:ext cx="2249125" cy="1553525"/>
              </a:xfrm>
              <a:custGeom>
                <a:avLst/>
                <a:gdLst/>
                <a:ahLst/>
                <a:cxnLst/>
                <a:rect l="l" t="t" r="r" b="b"/>
                <a:pathLst>
                  <a:path w="89965" h="62141" extrusionOk="0">
                    <a:moveTo>
                      <a:pt x="71585" y="58242"/>
                    </a:moveTo>
                    <a:lnTo>
                      <a:pt x="71585" y="58242"/>
                    </a:lnTo>
                    <a:cubicBezTo>
                      <a:pt x="71590" y="58323"/>
                      <a:pt x="71595" y="58404"/>
                      <a:pt x="71601" y="58485"/>
                    </a:cubicBezTo>
                    <a:lnTo>
                      <a:pt x="71601" y="58485"/>
                    </a:lnTo>
                    <a:cubicBezTo>
                      <a:pt x="71593" y="58407"/>
                      <a:pt x="71585" y="58324"/>
                      <a:pt x="71585" y="58242"/>
                    </a:cubicBezTo>
                    <a:close/>
                    <a:moveTo>
                      <a:pt x="71017" y="1"/>
                    </a:moveTo>
                    <a:lnTo>
                      <a:pt x="71017" y="1"/>
                    </a:lnTo>
                    <a:cubicBezTo>
                      <a:pt x="59142" y="634"/>
                      <a:pt x="18180" y="15879"/>
                      <a:pt x="1301" y="29722"/>
                    </a:cubicBezTo>
                    <a:cubicBezTo>
                      <a:pt x="100" y="30723"/>
                      <a:pt x="0" y="32524"/>
                      <a:pt x="1101" y="33625"/>
                    </a:cubicBezTo>
                    <a:cubicBezTo>
                      <a:pt x="3569" y="36060"/>
                      <a:pt x="5371" y="39762"/>
                      <a:pt x="5871" y="44166"/>
                    </a:cubicBezTo>
                    <a:cubicBezTo>
                      <a:pt x="6046" y="45630"/>
                      <a:pt x="7281" y="46551"/>
                      <a:pt x="8544" y="46551"/>
                    </a:cubicBezTo>
                    <a:cubicBezTo>
                      <a:pt x="9208" y="46551"/>
                      <a:pt x="9879" y="46296"/>
                      <a:pt x="10408" y="45733"/>
                    </a:cubicBezTo>
                    <a:cubicBezTo>
                      <a:pt x="10808" y="45333"/>
                      <a:pt x="11208" y="44933"/>
                      <a:pt x="11608" y="44532"/>
                    </a:cubicBezTo>
                    <a:lnTo>
                      <a:pt x="11608" y="44532"/>
                    </a:lnTo>
                    <a:cubicBezTo>
                      <a:pt x="9974" y="46200"/>
                      <a:pt x="11175" y="49002"/>
                      <a:pt x="13543" y="49002"/>
                    </a:cubicBezTo>
                    <a:cubicBezTo>
                      <a:pt x="20381" y="49036"/>
                      <a:pt x="28887" y="52171"/>
                      <a:pt x="33190" y="56775"/>
                    </a:cubicBezTo>
                    <a:cubicBezTo>
                      <a:pt x="33734" y="57373"/>
                      <a:pt x="34457" y="57658"/>
                      <a:pt x="35171" y="57658"/>
                    </a:cubicBezTo>
                    <a:cubicBezTo>
                      <a:pt x="36168" y="57658"/>
                      <a:pt x="37147" y="57104"/>
                      <a:pt x="37594" y="56074"/>
                    </a:cubicBezTo>
                    <a:cubicBezTo>
                      <a:pt x="37794" y="55574"/>
                      <a:pt x="37994" y="55107"/>
                      <a:pt x="38227" y="54606"/>
                    </a:cubicBezTo>
                    <a:lnTo>
                      <a:pt x="38227" y="54606"/>
                    </a:lnTo>
                    <a:cubicBezTo>
                      <a:pt x="37408" y="56428"/>
                      <a:pt x="38799" y="58333"/>
                      <a:pt x="40666" y="58333"/>
                    </a:cubicBezTo>
                    <a:cubicBezTo>
                      <a:pt x="40849" y="58333"/>
                      <a:pt x="41038" y="58315"/>
                      <a:pt x="41230" y="58276"/>
                    </a:cubicBezTo>
                    <a:cubicBezTo>
                      <a:pt x="43367" y="57814"/>
                      <a:pt x="45880" y="57597"/>
                      <a:pt x="48538" y="57597"/>
                    </a:cubicBezTo>
                    <a:cubicBezTo>
                      <a:pt x="55294" y="57597"/>
                      <a:pt x="62989" y="58998"/>
                      <a:pt x="67849" y="61344"/>
                    </a:cubicBezTo>
                    <a:cubicBezTo>
                      <a:pt x="68217" y="61519"/>
                      <a:pt x="68597" y="61599"/>
                      <a:pt x="68967" y="61599"/>
                    </a:cubicBezTo>
                    <a:cubicBezTo>
                      <a:pt x="70405" y="61599"/>
                      <a:pt x="71694" y="60389"/>
                      <a:pt x="71625" y="58814"/>
                    </a:cubicBezTo>
                    <a:lnTo>
                      <a:pt x="71625" y="58814"/>
                    </a:lnTo>
                    <a:cubicBezTo>
                      <a:pt x="71648" y="59124"/>
                      <a:pt x="71677" y="59434"/>
                      <a:pt x="71718" y="59743"/>
                    </a:cubicBezTo>
                    <a:cubicBezTo>
                      <a:pt x="71838" y="61184"/>
                      <a:pt x="73064" y="62141"/>
                      <a:pt x="74364" y="62141"/>
                    </a:cubicBezTo>
                    <a:cubicBezTo>
                      <a:pt x="74870" y="62141"/>
                      <a:pt x="75387" y="61996"/>
                      <a:pt x="75854" y="61678"/>
                    </a:cubicBezTo>
                    <a:cubicBezTo>
                      <a:pt x="79557" y="59143"/>
                      <a:pt x="84560" y="57175"/>
                      <a:pt x="89964" y="56007"/>
                    </a:cubicBezTo>
                    <a:cubicBezTo>
                      <a:pt x="89764" y="55974"/>
                      <a:pt x="89531" y="55874"/>
                      <a:pt x="89331" y="55774"/>
                    </a:cubicBezTo>
                    <a:cubicBezTo>
                      <a:pt x="84466" y="53426"/>
                      <a:pt x="76762" y="52041"/>
                      <a:pt x="70001" y="52041"/>
                    </a:cubicBezTo>
                    <a:cubicBezTo>
                      <a:pt x="67350" y="52041"/>
                      <a:pt x="64844" y="52254"/>
                      <a:pt x="62712" y="52705"/>
                    </a:cubicBezTo>
                    <a:cubicBezTo>
                      <a:pt x="62205" y="52816"/>
                      <a:pt x="61561" y="52870"/>
                      <a:pt x="60853" y="52870"/>
                    </a:cubicBezTo>
                    <a:cubicBezTo>
                      <a:pt x="58578" y="52870"/>
                      <a:pt x="55657" y="52306"/>
                      <a:pt x="54639" y="51237"/>
                    </a:cubicBezTo>
                    <a:cubicBezTo>
                      <a:pt x="50369" y="46601"/>
                      <a:pt x="41830" y="43498"/>
                      <a:pt x="35025" y="43465"/>
                    </a:cubicBezTo>
                    <a:cubicBezTo>
                      <a:pt x="32657" y="43465"/>
                      <a:pt x="27620" y="40863"/>
                      <a:pt x="27353" y="38628"/>
                    </a:cubicBezTo>
                    <a:cubicBezTo>
                      <a:pt x="26853" y="34225"/>
                      <a:pt x="25051" y="30522"/>
                      <a:pt x="22550" y="28054"/>
                    </a:cubicBezTo>
                    <a:cubicBezTo>
                      <a:pt x="21449" y="26987"/>
                      <a:pt x="21582" y="25152"/>
                      <a:pt x="22783" y="24185"/>
                    </a:cubicBezTo>
                    <a:cubicBezTo>
                      <a:pt x="33624" y="15278"/>
                      <a:pt x="54406" y="5805"/>
                      <a:pt x="71017" y="1"/>
                    </a:cubicBezTo>
                    <a:close/>
                  </a:path>
                </a:pathLst>
              </a:custGeom>
              <a:solidFill>
                <a:srgbClr val="191919">
                  <a:alpha val="284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41" name="Google Shape;5541;p26"/>
              <p:cNvSpPr/>
              <p:nvPr/>
            </p:nvSpPr>
            <p:spPr>
              <a:xfrm>
                <a:off x="1820150" y="2665738"/>
                <a:ext cx="184325" cy="255200"/>
              </a:xfrm>
              <a:custGeom>
                <a:avLst/>
                <a:gdLst/>
                <a:ahLst/>
                <a:cxnLst/>
                <a:rect l="l" t="t" r="r" b="b"/>
                <a:pathLst>
                  <a:path w="7373" h="10208" extrusionOk="0">
                    <a:moveTo>
                      <a:pt x="3670" y="0"/>
                    </a:moveTo>
                    <a:cubicBezTo>
                      <a:pt x="1835" y="0"/>
                      <a:pt x="1" y="10208"/>
                      <a:pt x="1" y="10208"/>
                    </a:cubicBezTo>
                    <a:lnTo>
                      <a:pt x="7372" y="10208"/>
                    </a:lnTo>
                    <a:cubicBezTo>
                      <a:pt x="7372" y="10208"/>
                      <a:pt x="5538" y="0"/>
                      <a:pt x="36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42" name="Google Shape;5542;p26"/>
              <p:cNvSpPr/>
              <p:nvPr/>
            </p:nvSpPr>
            <p:spPr>
              <a:xfrm>
                <a:off x="1765100" y="2865038"/>
                <a:ext cx="293575" cy="111775"/>
              </a:xfrm>
              <a:custGeom>
                <a:avLst/>
                <a:gdLst/>
                <a:ahLst/>
                <a:cxnLst/>
                <a:rect l="l" t="t" r="r" b="b"/>
                <a:pathLst>
                  <a:path w="11743" h="4471" extrusionOk="0">
                    <a:moveTo>
                      <a:pt x="2002" y="1"/>
                    </a:moveTo>
                    <a:cubicBezTo>
                      <a:pt x="902" y="1"/>
                      <a:pt x="1" y="902"/>
                      <a:pt x="1" y="2002"/>
                    </a:cubicBezTo>
                    <a:lnTo>
                      <a:pt x="1" y="2469"/>
                    </a:lnTo>
                    <a:cubicBezTo>
                      <a:pt x="1" y="3570"/>
                      <a:pt x="902" y="4471"/>
                      <a:pt x="2002" y="4471"/>
                    </a:cubicBezTo>
                    <a:lnTo>
                      <a:pt x="9741" y="4471"/>
                    </a:lnTo>
                    <a:cubicBezTo>
                      <a:pt x="10875" y="4471"/>
                      <a:pt x="11743" y="3570"/>
                      <a:pt x="11743" y="2469"/>
                    </a:cubicBezTo>
                    <a:lnTo>
                      <a:pt x="11743" y="2002"/>
                    </a:lnTo>
                    <a:cubicBezTo>
                      <a:pt x="11743" y="902"/>
                      <a:pt x="10875" y="1"/>
                      <a:pt x="974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543" name="Google Shape;5543;p26"/>
          <p:cNvGrpSpPr/>
          <p:nvPr/>
        </p:nvGrpSpPr>
        <p:grpSpPr>
          <a:xfrm>
            <a:off x="-779296" y="4550554"/>
            <a:ext cx="3369488" cy="1707138"/>
            <a:chOff x="-2125575" y="3574325"/>
            <a:chExt cx="3624275" cy="1836225"/>
          </a:xfrm>
        </p:grpSpPr>
        <p:sp>
          <p:nvSpPr>
            <p:cNvPr id="5544" name="Google Shape;5544;p26"/>
            <p:cNvSpPr/>
            <p:nvPr/>
          </p:nvSpPr>
          <p:spPr>
            <a:xfrm>
              <a:off x="-2125575" y="3857025"/>
              <a:ext cx="1777125" cy="1163775"/>
            </a:xfrm>
            <a:custGeom>
              <a:avLst/>
              <a:gdLst/>
              <a:ahLst/>
              <a:cxnLst/>
              <a:rect l="l" t="t" r="r" b="b"/>
              <a:pathLst>
                <a:path w="71085" h="46551" extrusionOk="0">
                  <a:moveTo>
                    <a:pt x="71051" y="1"/>
                  </a:moveTo>
                  <a:cubicBezTo>
                    <a:pt x="59209" y="601"/>
                    <a:pt x="18213" y="15879"/>
                    <a:pt x="1301" y="29722"/>
                  </a:cubicBezTo>
                  <a:cubicBezTo>
                    <a:pt x="100" y="30723"/>
                    <a:pt x="0" y="32524"/>
                    <a:pt x="1101" y="33625"/>
                  </a:cubicBezTo>
                  <a:cubicBezTo>
                    <a:pt x="3569" y="36060"/>
                    <a:pt x="5371" y="39762"/>
                    <a:pt x="5904" y="44166"/>
                  </a:cubicBezTo>
                  <a:cubicBezTo>
                    <a:pt x="6057" y="45630"/>
                    <a:pt x="7285" y="46551"/>
                    <a:pt x="8555" y="46551"/>
                  </a:cubicBezTo>
                  <a:cubicBezTo>
                    <a:pt x="9222" y="46551"/>
                    <a:pt x="9901" y="46296"/>
                    <a:pt x="10441" y="45733"/>
                  </a:cubicBezTo>
                  <a:cubicBezTo>
                    <a:pt x="24151" y="31390"/>
                    <a:pt x="50203" y="12610"/>
                    <a:pt x="71051" y="568"/>
                  </a:cubicBezTo>
                  <a:cubicBezTo>
                    <a:pt x="71051" y="401"/>
                    <a:pt x="71051" y="201"/>
                    <a:pt x="7108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5" name="Google Shape;5545;p26"/>
            <p:cNvSpPr/>
            <p:nvPr/>
          </p:nvSpPr>
          <p:spPr>
            <a:xfrm>
              <a:off x="-1877075" y="3871200"/>
              <a:ext cx="1529450" cy="1427300"/>
            </a:xfrm>
            <a:custGeom>
              <a:avLst/>
              <a:gdLst/>
              <a:ahLst/>
              <a:cxnLst/>
              <a:rect l="l" t="t" r="r" b="b"/>
              <a:pathLst>
                <a:path w="61178" h="57092" extrusionOk="0">
                  <a:moveTo>
                    <a:pt x="61111" y="1"/>
                  </a:moveTo>
                  <a:cubicBezTo>
                    <a:pt x="40830" y="11709"/>
                    <a:pt x="15678" y="29789"/>
                    <a:pt x="1668" y="43932"/>
                  </a:cubicBezTo>
                  <a:cubicBezTo>
                    <a:pt x="1" y="45633"/>
                    <a:pt x="1235" y="48435"/>
                    <a:pt x="3603" y="48435"/>
                  </a:cubicBezTo>
                  <a:cubicBezTo>
                    <a:pt x="10441" y="48469"/>
                    <a:pt x="18947" y="51604"/>
                    <a:pt x="23250" y="56208"/>
                  </a:cubicBezTo>
                  <a:cubicBezTo>
                    <a:pt x="23794" y="56806"/>
                    <a:pt x="24517" y="57091"/>
                    <a:pt x="25231" y="57091"/>
                  </a:cubicBezTo>
                  <a:cubicBezTo>
                    <a:pt x="26228" y="57091"/>
                    <a:pt x="27207" y="56537"/>
                    <a:pt x="27654" y="55507"/>
                  </a:cubicBezTo>
                  <a:cubicBezTo>
                    <a:pt x="34525" y="39529"/>
                    <a:pt x="48001" y="18180"/>
                    <a:pt x="61178" y="101"/>
                  </a:cubicBezTo>
                  <a:cubicBezTo>
                    <a:pt x="61144" y="34"/>
                    <a:pt x="61144" y="67"/>
                    <a:pt x="611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6" name="Google Shape;5546;p26"/>
            <p:cNvSpPr/>
            <p:nvPr/>
          </p:nvSpPr>
          <p:spPr>
            <a:xfrm>
              <a:off x="-1190400" y="3877050"/>
              <a:ext cx="858600" cy="1520275"/>
            </a:xfrm>
            <a:custGeom>
              <a:avLst/>
              <a:gdLst/>
              <a:ahLst/>
              <a:cxnLst/>
              <a:rect l="l" t="t" r="r" b="b"/>
              <a:pathLst>
                <a:path w="34344" h="60811" extrusionOk="0">
                  <a:moveTo>
                    <a:pt x="33610" y="0"/>
                  </a:moveTo>
                  <a:lnTo>
                    <a:pt x="33610" y="0"/>
                  </a:lnTo>
                  <a:cubicBezTo>
                    <a:pt x="20868" y="17479"/>
                    <a:pt x="7859" y="38027"/>
                    <a:pt x="820" y="53805"/>
                  </a:cubicBezTo>
                  <a:cubicBezTo>
                    <a:pt x="1" y="55627"/>
                    <a:pt x="1392" y="57532"/>
                    <a:pt x="3259" y="57532"/>
                  </a:cubicBezTo>
                  <a:cubicBezTo>
                    <a:pt x="3442" y="57532"/>
                    <a:pt x="3631" y="57514"/>
                    <a:pt x="3823" y="57475"/>
                  </a:cubicBezTo>
                  <a:cubicBezTo>
                    <a:pt x="5960" y="57013"/>
                    <a:pt x="8473" y="56796"/>
                    <a:pt x="11131" y="56796"/>
                  </a:cubicBezTo>
                  <a:cubicBezTo>
                    <a:pt x="17887" y="56796"/>
                    <a:pt x="25582" y="58197"/>
                    <a:pt x="30442" y="60543"/>
                  </a:cubicBezTo>
                  <a:cubicBezTo>
                    <a:pt x="30815" y="60727"/>
                    <a:pt x="31200" y="60811"/>
                    <a:pt x="31574" y="60811"/>
                  </a:cubicBezTo>
                  <a:cubicBezTo>
                    <a:pt x="33038" y="60811"/>
                    <a:pt x="34344" y="59529"/>
                    <a:pt x="34211" y="57908"/>
                  </a:cubicBezTo>
                  <a:cubicBezTo>
                    <a:pt x="32443" y="37794"/>
                    <a:pt x="32777" y="16745"/>
                    <a:pt x="336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7" name="Google Shape;5547;p26"/>
            <p:cNvSpPr/>
            <p:nvPr/>
          </p:nvSpPr>
          <p:spPr>
            <a:xfrm>
              <a:off x="-334300" y="3856200"/>
              <a:ext cx="1833000" cy="1095200"/>
            </a:xfrm>
            <a:custGeom>
              <a:avLst/>
              <a:gdLst/>
              <a:ahLst/>
              <a:cxnLst/>
              <a:rect l="l" t="t" r="r" b="b"/>
              <a:pathLst>
                <a:path w="73320" h="43808" extrusionOk="0">
                  <a:moveTo>
                    <a:pt x="100" y="0"/>
                  </a:moveTo>
                  <a:lnTo>
                    <a:pt x="0" y="334"/>
                  </a:lnTo>
                  <a:cubicBezTo>
                    <a:pt x="23450" y="12276"/>
                    <a:pt x="51837" y="29588"/>
                    <a:pt x="67248" y="43131"/>
                  </a:cubicBezTo>
                  <a:cubicBezTo>
                    <a:pt x="67767" y="43597"/>
                    <a:pt x="68383" y="43807"/>
                    <a:pt x="68988" y="43807"/>
                  </a:cubicBezTo>
                  <a:cubicBezTo>
                    <a:pt x="70289" y="43807"/>
                    <a:pt x="71538" y="42833"/>
                    <a:pt x="71651" y="41330"/>
                  </a:cubicBezTo>
                  <a:cubicBezTo>
                    <a:pt x="71818" y="38961"/>
                    <a:pt x="72218" y="36326"/>
                    <a:pt x="72986" y="34125"/>
                  </a:cubicBezTo>
                  <a:cubicBezTo>
                    <a:pt x="73319" y="33091"/>
                    <a:pt x="73052" y="31956"/>
                    <a:pt x="72252" y="31256"/>
                  </a:cubicBezTo>
                  <a:cubicBezTo>
                    <a:pt x="56274" y="16712"/>
                    <a:pt x="11275" y="0"/>
                    <a:pt x="10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8" name="Google Shape;5548;p26"/>
            <p:cNvSpPr/>
            <p:nvPr/>
          </p:nvSpPr>
          <p:spPr>
            <a:xfrm>
              <a:off x="-338475" y="3862875"/>
              <a:ext cx="1687900" cy="1388950"/>
            </a:xfrm>
            <a:custGeom>
              <a:avLst/>
              <a:gdLst/>
              <a:ahLst/>
              <a:cxnLst/>
              <a:rect l="l" t="t" r="r" b="b"/>
              <a:pathLst>
                <a:path w="67516" h="55558" extrusionOk="0">
                  <a:moveTo>
                    <a:pt x="67" y="0"/>
                  </a:moveTo>
                  <a:cubicBezTo>
                    <a:pt x="34" y="67"/>
                    <a:pt x="34" y="33"/>
                    <a:pt x="0" y="67"/>
                  </a:cubicBezTo>
                  <a:cubicBezTo>
                    <a:pt x="16979" y="16979"/>
                    <a:pt x="36593" y="38361"/>
                    <a:pt x="44466" y="54072"/>
                  </a:cubicBezTo>
                  <a:cubicBezTo>
                    <a:pt x="44945" y="55049"/>
                    <a:pt x="45883" y="55558"/>
                    <a:pt x="46835" y="55558"/>
                  </a:cubicBezTo>
                  <a:cubicBezTo>
                    <a:pt x="47605" y="55558"/>
                    <a:pt x="48384" y="55225"/>
                    <a:pt x="48935" y="54539"/>
                  </a:cubicBezTo>
                  <a:cubicBezTo>
                    <a:pt x="53238" y="49135"/>
                    <a:pt x="58676" y="46367"/>
                    <a:pt x="64080" y="46033"/>
                  </a:cubicBezTo>
                  <a:cubicBezTo>
                    <a:pt x="66481" y="45900"/>
                    <a:pt x="67515" y="42931"/>
                    <a:pt x="65681" y="41363"/>
                  </a:cubicBezTo>
                  <a:cubicBezTo>
                    <a:pt x="49936" y="28053"/>
                    <a:pt x="22650" y="11508"/>
                    <a:pt x="6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9" name="Google Shape;5549;p26"/>
            <p:cNvSpPr/>
            <p:nvPr/>
          </p:nvSpPr>
          <p:spPr>
            <a:xfrm>
              <a:off x="-379350" y="3864525"/>
              <a:ext cx="1148675" cy="1546025"/>
            </a:xfrm>
            <a:custGeom>
              <a:avLst/>
              <a:gdLst/>
              <a:ahLst/>
              <a:cxnLst/>
              <a:rect l="l" t="t" r="r" b="b"/>
              <a:pathLst>
                <a:path w="45947" h="61841" extrusionOk="0">
                  <a:moveTo>
                    <a:pt x="1635" y="1"/>
                  </a:moveTo>
                  <a:cubicBezTo>
                    <a:pt x="1602" y="34"/>
                    <a:pt x="1569" y="34"/>
                    <a:pt x="1502" y="34"/>
                  </a:cubicBezTo>
                  <a:cubicBezTo>
                    <a:pt x="1402" y="168"/>
                    <a:pt x="1302" y="334"/>
                    <a:pt x="1168" y="501"/>
                  </a:cubicBezTo>
                  <a:cubicBezTo>
                    <a:pt x="301" y="17547"/>
                    <a:pt x="1" y="38995"/>
                    <a:pt x="1869" y="59443"/>
                  </a:cubicBezTo>
                  <a:cubicBezTo>
                    <a:pt x="1989" y="60884"/>
                    <a:pt x="3215" y="61841"/>
                    <a:pt x="4515" y="61841"/>
                  </a:cubicBezTo>
                  <a:cubicBezTo>
                    <a:pt x="5021" y="61841"/>
                    <a:pt x="5538" y="61696"/>
                    <a:pt x="6005" y="61378"/>
                  </a:cubicBezTo>
                  <a:cubicBezTo>
                    <a:pt x="12280" y="57075"/>
                    <a:pt x="22400" y="54418"/>
                    <a:pt x="31722" y="54418"/>
                  </a:cubicBezTo>
                  <a:cubicBezTo>
                    <a:pt x="35335" y="54418"/>
                    <a:pt x="38828" y="54817"/>
                    <a:pt x="41931" y="55674"/>
                  </a:cubicBezTo>
                  <a:cubicBezTo>
                    <a:pt x="42172" y="55738"/>
                    <a:pt x="42409" y="55768"/>
                    <a:pt x="42637" y="55768"/>
                  </a:cubicBezTo>
                  <a:cubicBezTo>
                    <a:pt x="44562" y="55768"/>
                    <a:pt x="45947" y="53653"/>
                    <a:pt x="44933" y="51805"/>
                  </a:cubicBezTo>
                  <a:cubicBezTo>
                    <a:pt x="36427" y="36360"/>
                    <a:pt x="17847" y="16112"/>
                    <a:pt x="16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550" name="Google Shape;5550;p26"/>
            <p:cNvGrpSpPr/>
            <p:nvPr/>
          </p:nvGrpSpPr>
          <p:grpSpPr>
            <a:xfrm>
              <a:off x="-2125575" y="3574325"/>
              <a:ext cx="3624275" cy="1836225"/>
              <a:chOff x="-4100775" y="3456250"/>
              <a:chExt cx="3624275" cy="1836225"/>
            </a:xfrm>
          </p:grpSpPr>
          <p:sp>
            <p:nvSpPr>
              <p:cNvPr id="5551" name="Google Shape;5551;p26"/>
              <p:cNvSpPr/>
              <p:nvPr/>
            </p:nvSpPr>
            <p:spPr>
              <a:xfrm>
                <a:off x="-4100775" y="3738950"/>
                <a:ext cx="1777125" cy="1163775"/>
              </a:xfrm>
              <a:custGeom>
                <a:avLst/>
                <a:gdLst/>
                <a:ahLst/>
                <a:cxnLst/>
                <a:rect l="l" t="t" r="r" b="b"/>
                <a:pathLst>
                  <a:path w="71085" h="46551" extrusionOk="0">
                    <a:moveTo>
                      <a:pt x="71051" y="1"/>
                    </a:moveTo>
                    <a:cubicBezTo>
                      <a:pt x="59209" y="601"/>
                      <a:pt x="18213" y="15879"/>
                      <a:pt x="1301" y="29722"/>
                    </a:cubicBezTo>
                    <a:cubicBezTo>
                      <a:pt x="100" y="30723"/>
                      <a:pt x="0" y="32524"/>
                      <a:pt x="1101" y="33625"/>
                    </a:cubicBezTo>
                    <a:cubicBezTo>
                      <a:pt x="3569" y="36060"/>
                      <a:pt x="5371" y="39762"/>
                      <a:pt x="5904" y="44166"/>
                    </a:cubicBezTo>
                    <a:cubicBezTo>
                      <a:pt x="6057" y="45630"/>
                      <a:pt x="7285" y="46551"/>
                      <a:pt x="8555" y="46551"/>
                    </a:cubicBezTo>
                    <a:cubicBezTo>
                      <a:pt x="9222" y="46551"/>
                      <a:pt x="9901" y="46296"/>
                      <a:pt x="10441" y="45733"/>
                    </a:cubicBezTo>
                    <a:cubicBezTo>
                      <a:pt x="24151" y="31390"/>
                      <a:pt x="50203" y="12610"/>
                      <a:pt x="71051" y="568"/>
                    </a:cubicBezTo>
                    <a:cubicBezTo>
                      <a:pt x="71051" y="401"/>
                      <a:pt x="71051" y="201"/>
                      <a:pt x="71084" y="1"/>
                    </a:cubicBezTo>
                    <a:close/>
                  </a:path>
                </a:pathLst>
              </a:custGeom>
              <a:solidFill>
                <a:srgbClr val="191919">
                  <a:alpha val="284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52" name="Google Shape;5552;p26"/>
              <p:cNvSpPr/>
              <p:nvPr/>
            </p:nvSpPr>
            <p:spPr>
              <a:xfrm>
                <a:off x="-3852275" y="3753125"/>
                <a:ext cx="1529450" cy="1427300"/>
              </a:xfrm>
              <a:custGeom>
                <a:avLst/>
                <a:gdLst/>
                <a:ahLst/>
                <a:cxnLst/>
                <a:rect l="l" t="t" r="r" b="b"/>
                <a:pathLst>
                  <a:path w="61178" h="57092" extrusionOk="0">
                    <a:moveTo>
                      <a:pt x="61111" y="1"/>
                    </a:moveTo>
                    <a:cubicBezTo>
                      <a:pt x="40830" y="11709"/>
                      <a:pt x="15678" y="29789"/>
                      <a:pt x="1668" y="43932"/>
                    </a:cubicBezTo>
                    <a:cubicBezTo>
                      <a:pt x="1" y="45633"/>
                      <a:pt x="1235" y="48435"/>
                      <a:pt x="3603" y="48435"/>
                    </a:cubicBezTo>
                    <a:cubicBezTo>
                      <a:pt x="10441" y="48469"/>
                      <a:pt x="18947" y="51604"/>
                      <a:pt x="23250" y="56208"/>
                    </a:cubicBezTo>
                    <a:cubicBezTo>
                      <a:pt x="23794" y="56806"/>
                      <a:pt x="24517" y="57091"/>
                      <a:pt x="25231" y="57091"/>
                    </a:cubicBezTo>
                    <a:cubicBezTo>
                      <a:pt x="26228" y="57091"/>
                      <a:pt x="27207" y="56537"/>
                      <a:pt x="27654" y="55507"/>
                    </a:cubicBezTo>
                    <a:cubicBezTo>
                      <a:pt x="34525" y="39529"/>
                      <a:pt x="48001" y="18180"/>
                      <a:pt x="61178" y="101"/>
                    </a:cubicBezTo>
                    <a:cubicBezTo>
                      <a:pt x="61144" y="34"/>
                      <a:pt x="61144" y="67"/>
                      <a:pt x="61111" y="1"/>
                    </a:cubicBezTo>
                    <a:close/>
                  </a:path>
                </a:pathLst>
              </a:custGeom>
              <a:solidFill>
                <a:srgbClr val="191919">
                  <a:alpha val="189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53" name="Google Shape;5553;p26"/>
              <p:cNvSpPr/>
              <p:nvPr/>
            </p:nvSpPr>
            <p:spPr>
              <a:xfrm>
                <a:off x="-3165600" y="3758975"/>
                <a:ext cx="858600" cy="1520275"/>
              </a:xfrm>
              <a:custGeom>
                <a:avLst/>
                <a:gdLst/>
                <a:ahLst/>
                <a:cxnLst/>
                <a:rect l="l" t="t" r="r" b="b"/>
                <a:pathLst>
                  <a:path w="34344" h="60811" extrusionOk="0">
                    <a:moveTo>
                      <a:pt x="33610" y="0"/>
                    </a:moveTo>
                    <a:lnTo>
                      <a:pt x="33610" y="0"/>
                    </a:lnTo>
                    <a:cubicBezTo>
                      <a:pt x="20868" y="17479"/>
                      <a:pt x="7859" y="38027"/>
                      <a:pt x="820" y="53805"/>
                    </a:cubicBezTo>
                    <a:cubicBezTo>
                      <a:pt x="1" y="55627"/>
                      <a:pt x="1392" y="57532"/>
                      <a:pt x="3259" y="57532"/>
                    </a:cubicBezTo>
                    <a:cubicBezTo>
                      <a:pt x="3442" y="57532"/>
                      <a:pt x="3631" y="57514"/>
                      <a:pt x="3823" y="57475"/>
                    </a:cubicBezTo>
                    <a:cubicBezTo>
                      <a:pt x="5960" y="57013"/>
                      <a:pt x="8473" y="56796"/>
                      <a:pt x="11131" y="56796"/>
                    </a:cubicBezTo>
                    <a:cubicBezTo>
                      <a:pt x="17887" y="56796"/>
                      <a:pt x="25582" y="58197"/>
                      <a:pt x="30442" y="60543"/>
                    </a:cubicBezTo>
                    <a:cubicBezTo>
                      <a:pt x="30815" y="60727"/>
                      <a:pt x="31200" y="60811"/>
                      <a:pt x="31574" y="60811"/>
                    </a:cubicBezTo>
                    <a:cubicBezTo>
                      <a:pt x="33038" y="60811"/>
                      <a:pt x="34344" y="59529"/>
                      <a:pt x="34211" y="57908"/>
                    </a:cubicBezTo>
                    <a:cubicBezTo>
                      <a:pt x="32443" y="37794"/>
                      <a:pt x="32777" y="16745"/>
                      <a:pt x="33610" y="0"/>
                    </a:cubicBezTo>
                    <a:close/>
                  </a:path>
                </a:pathLst>
              </a:custGeom>
              <a:solidFill>
                <a:srgbClr val="191919">
                  <a:alpha val="150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54" name="Google Shape;5554;p26"/>
              <p:cNvSpPr/>
              <p:nvPr/>
            </p:nvSpPr>
            <p:spPr>
              <a:xfrm>
                <a:off x="-2309500" y="3738125"/>
                <a:ext cx="1833000" cy="1095200"/>
              </a:xfrm>
              <a:custGeom>
                <a:avLst/>
                <a:gdLst/>
                <a:ahLst/>
                <a:cxnLst/>
                <a:rect l="l" t="t" r="r" b="b"/>
                <a:pathLst>
                  <a:path w="73320" h="43808" extrusionOk="0">
                    <a:moveTo>
                      <a:pt x="100" y="0"/>
                    </a:moveTo>
                    <a:lnTo>
                      <a:pt x="0" y="334"/>
                    </a:lnTo>
                    <a:cubicBezTo>
                      <a:pt x="23450" y="12276"/>
                      <a:pt x="51837" y="29588"/>
                      <a:pt x="67248" y="43131"/>
                    </a:cubicBezTo>
                    <a:cubicBezTo>
                      <a:pt x="67767" y="43597"/>
                      <a:pt x="68383" y="43807"/>
                      <a:pt x="68988" y="43807"/>
                    </a:cubicBezTo>
                    <a:cubicBezTo>
                      <a:pt x="70289" y="43807"/>
                      <a:pt x="71538" y="42833"/>
                      <a:pt x="71651" y="41330"/>
                    </a:cubicBezTo>
                    <a:cubicBezTo>
                      <a:pt x="71818" y="38961"/>
                      <a:pt x="72218" y="36326"/>
                      <a:pt x="72986" y="34125"/>
                    </a:cubicBezTo>
                    <a:cubicBezTo>
                      <a:pt x="73319" y="33091"/>
                      <a:pt x="73052" y="31956"/>
                      <a:pt x="72252" y="31256"/>
                    </a:cubicBezTo>
                    <a:cubicBezTo>
                      <a:pt x="56274" y="16712"/>
                      <a:pt x="11275" y="0"/>
                      <a:pt x="100" y="0"/>
                    </a:cubicBezTo>
                    <a:close/>
                  </a:path>
                </a:pathLst>
              </a:custGeom>
              <a:solidFill>
                <a:srgbClr val="191919">
                  <a:alpha val="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55" name="Google Shape;5555;p26"/>
              <p:cNvSpPr/>
              <p:nvPr/>
            </p:nvSpPr>
            <p:spPr>
              <a:xfrm>
                <a:off x="-2313675" y="3744800"/>
                <a:ext cx="1687900" cy="1388950"/>
              </a:xfrm>
              <a:custGeom>
                <a:avLst/>
                <a:gdLst/>
                <a:ahLst/>
                <a:cxnLst/>
                <a:rect l="l" t="t" r="r" b="b"/>
                <a:pathLst>
                  <a:path w="67516" h="55558" extrusionOk="0">
                    <a:moveTo>
                      <a:pt x="67" y="0"/>
                    </a:moveTo>
                    <a:cubicBezTo>
                      <a:pt x="34" y="67"/>
                      <a:pt x="34" y="33"/>
                      <a:pt x="0" y="67"/>
                    </a:cubicBezTo>
                    <a:cubicBezTo>
                      <a:pt x="16979" y="16979"/>
                      <a:pt x="36593" y="38361"/>
                      <a:pt x="44466" y="54072"/>
                    </a:cubicBezTo>
                    <a:cubicBezTo>
                      <a:pt x="44945" y="55049"/>
                      <a:pt x="45883" y="55558"/>
                      <a:pt x="46835" y="55558"/>
                    </a:cubicBezTo>
                    <a:cubicBezTo>
                      <a:pt x="47605" y="55558"/>
                      <a:pt x="48384" y="55225"/>
                      <a:pt x="48935" y="54539"/>
                    </a:cubicBezTo>
                    <a:cubicBezTo>
                      <a:pt x="53238" y="49135"/>
                      <a:pt x="58676" y="46367"/>
                      <a:pt x="64080" y="46033"/>
                    </a:cubicBezTo>
                    <a:cubicBezTo>
                      <a:pt x="66481" y="45900"/>
                      <a:pt x="67515" y="42931"/>
                      <a:pt x="65681" y="41363"/>
                    </a:cubicBezTo>
                    <a:cubicBezTo>
                      <a:pt x="49936" y="28053"/>
                      <a:pt x="22650" y="11508"/>
                      <a:pt x="67" y="0"/>
                    </a:cubicBezTo>
                    <a:close/>
                  </a:path>
                </a:pathLst>
              </a:custGeom>
              <a:solidFill>
                <a:srgbClr val="191919">
                  <a:alpha val="61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56" name="Google Shape;5556;p26"/>
              <p:cNvSpPr/>
              <p:nvPr/>
            </p:nvSpPr>
            <p:spPr>
              <a:xfrm>
                <a:off x="-2354550" y="3746450"/>
                <a:ext cx="1148675" cy="1546025"/>
              </a:xfrm>
              <a:custGeom>
                <a:avLst/>
                <a:gdLst/>
                <a:ahLst/>
                <a:cxnLst/>
                <a:rect l="l" t="t" r="r" b="b"/>
                <a:pathLst>
                  <a:path w="45947" h="61841" extrusionOk="0">
                    <a:moveTo>
                      <a:pt x="1635" y="1"/>
                    </a:moveTo>
                    <a:cubicBezTo>
                      <a:pt x="1602" y="34"/>
                      <a:pt x="1569" y="34"/>
                      <a:pt x="1502" y="34"/>
                    </a:cubicBezTo>
                    <a:cubicBezTo>
                      <a:pt x="1402" y="168"/>
                      <a:pt x="1302" y="334"/>
                      <a:pt x="1168" y="501"/>
                    </a:cubicBezTo>
                    <a:cubicBezTo>
                      <a:pt x="301" y="17547"/>
                      <a:pt x="1" y="38995"/>
                      <a:pt x="1869" y="59443"/>
                    </a:cubicBezTo>
                    <a:cubicBezTo>
                      <a:pt x="1989" y="60884"/>
                      <a:pt x="3215" y="61841"/>
                      <a:pt x="4515" y="61841"/>
                    </a:cubicBezTo>
                    <a:cubicBezTo>
                      <a:pt x="5021" y="61841"/>
                      <a:pt x="5538" y="61696"/>
                      <a:pt x="6005" y="61378"/>
                    </a:cubicBezTo>
                    <a:cubicBezTo>
                      <a:pt x="12280" y="57075"/>
                      <a:pt x="22400" y="54418"/>
                      <a:pt x="31722" y="54418"/>
                    </a:cubicBezTo>
                    <a:cubicBezTo>
                      <a:pt x="35335" y="54418"/>
                      <a:pt x="38828" y="54817"/>
                      <a:pt x="41931" y="55674"/>
                    </a:cubicBezTo>
                    <a:cubicBezTo>
                      <a:pt x="42172" y="55738"/>
                      <a:pt x="42409" y="55768"/>
                      <a:pt x="42637" y="55768"/>
                    </a:cubicBezTo>
                    <a:cubicBezTo>
                      <a:pt x="44562" y="55768"/>
                      <a:pt x="45947" y="53653"/>
                      <a:pt x="44933" y="51805"/>
                    </a:cubicBezTo>
                    <a:cubicBezTo>
                      <a:pt x="36427" y="36360"/>
                      <a:pt x="17847" y="16112"/>
                      <a:pt x="1635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57" name="Google Shape;5557;p26"/>
              <p:cNvSpPr/>
              <p:nvPr/>
            </p:nvSpPr>
            <p:spPr>
              <a:xfrm>
                <a:off x="-4100775" y="3738950"/>
                <a:ext cx="2249125" cy="1553525"/>
              </a:xfrm>
              <a:custGeom>
                <a:avLst/>
                <a:gdLst/>
                <a:ahLst/>
                <a:cxnLst/>
                <a:rect l="l" t="t" r="r" b="b"/>
                <a:pathLst>
                  <a:path w="89965" h="62141" extrusionOk="0">
                    <a:moveTo>
                      <a:pt x="71585" y="58242"/>
                    </a:moveTo>
                    <a:lnTo>
                      <a:pt x="71585" y="58242"/>
                    </a:lnTo>
                    <a:cubicBezTo>
                      <a:pt x="71590" y="58323"/>
                      <a:pt x="71595" y="58404"/>
                      <a:pt x="71601" y="58485"/>
                    </a:cubicBezTo>
                    <a:lnTo>
                      <a:pt x="71601" y="58485"/>
                    </a:lnTo>
                    <a:cubicBezTo>
                      <a:pt x="71593" y="58407"/>
                      <a:pt x="71585" y="58324"/>
                      <a:pt x="71585" y="58242"/>
                    </a:cubicBezTo>
                    <a:close/>
                    <a:moveTo>
                      <a:pt x="71017" y="1"/>
                    </a:moveTo>
                    <a:lnTo>
                      <a:pt x="71017" y="1"/>
                    </a:lnTo>
                    <a:cubicBezTo>
                      <a:pt x="59142" y="634"/>
                      <a:pt x="18180" y="15879"/>
                      <a:pt x="1301" y="29722"/>
                    </a:cubicBezTo>
                    <a:cubicBezTo>
                      <a:pt x="100" y="30723"/>
                      <a:pt x="0" y="32524"/>
                      <a:pt x="1101" y="33625"/>
                    </a:cubicBezTo>
                    <a:cubicBezTo>
                      <a:pt x="3569" y="36060"/>
                      <a:pt x="5371" y="39762"/>
                      <a:pt x="5871" y="44166"/>
                    </a:cubicBezTo>
                    <a:cubicBezTo>
                      <a:pt x="6046" y="45630"/>
                      <a:pt x="7281" y="46551"/>
                      <a:pt x="8544" y="46551"/>
                    </a:cubicBezTo>
                    <a:cubicBezTo>
                      <a:pt x="9208" y="46551"/>
                      <a:pt x="9879" y="46296"/>
                      <a:pt x="10408" y="45733"/>
                    </a:cubicBezTo>
                    <a:cubicBezTo>
                      <a:pt x="10808" y="45333"/>
                      <a:pt x="11208" y="44933"/>
                      <a:pt x="11608" y="44532"/>
                    </a:cubicBezTo>
                    <a:lnTo>
                      <a:pt x="11608" y="44532"/>
                    </a:lnTo>
                    <a:cubicBezTo>
                      <a:pt x="9974" y="46200"/>
                      <a:pt x="11175" y="49002"/>
                      <a:pt x="13543" y="49002"/>
                    </a:cubicBezTo>
                    <a:cubicBezTo>
                      <a:pt x="20381" y="49036"/>
                      <a:pt x="28887" y="52171"/>
                      <a:pt x="33190" y="56775"/>
                    </a:cubicBezTo>
                    <a:cubicBezTo>
                      <a:pt x="33734" y="57373"/>
                      <a:pt x="34457" y="57658"/>
                      <a:pt x="35171" y="57658"/>
                    </a:cubicBezTo>
                    <a:cubicBezTo>
                      <a:pt x="36168" y="57658"/>
                      <a:pt x="37147" y="57104"/>
                      <a:pt x="37594" y="56074"/>
                    </a:cubicBezTo>
                    <a:cubicBezTo>
                      <a:pt x="37794" y="55574"/>
                      <a:pt x="37994" y="55107"/>
                      <a:pt x="38227" y="54606"/>
                    </a:cubicBezTo>
                    <a:lnTo>
                      <a:pt x="38227" y="54606"/>
                    </a:lnTo>
                    <a:cubicBezTo>
                      <a:pt x="37408" y="56428"/>
                      <a:pt x="38799" y="58333"/>
                      <a:pt x="40666" y="58333"/>
                    </a:cubicBezTo>
                    <a:cubicBezTo>
                      <a:pt x="40849" y="58333"/>
                      <a:pt x="41038" y="58315"/>
                      <a:pt x="41230" y="58276"/>
                    </a:cubicBezTo>
                    <a:cubicBezTo>
                      <a:pt x="43367" y="57814"/>
                      <a:pt x="45880" y="57597"/>
                      <a:pt x="48538" y="57597"/>
                    </a:cubicBezTo>
                    <a:cubicBezTo>
                      <a:pt x="55294" y="57597"/>
                      <a:pt x="62989" y="58998"/>
                      <a:pt x="67849" y="61344"/>
                    </a:cubicBezTo>
                    <a:cubicBezTo>
                      <a:pt x="68217" y="61519"/>
                      <a:pt x="68597" y="61599"/>
                      <a:pt x="68967" y="61599"/>
                    </a:cubicBezTo>
                    <a:cubicBezTo>
                      <a:pt x="70405" y="61599"/>
                      <a:pt x="71694" y="60389"/>
                      <a:pt x="71625" y="58814"/>
                    </a:cubicBezTo>
                    <a:lnTo>
                      <a:pt x="71625" y="58814"/>
                    </a:lnTo>
                    <a:cubicBezTo>
                      <a:pt x="71648" y="59124"/>
                      <a:pt x="71677" y="59434"/>
                      <a:pt x="71718" y="59743"/>
                    </a:cubicBezTo>
                    <a:cubicBezTo>
                      <a:pt x="71838" y="61184"/>
                      <a:pt x="73064" y="62141"/>
                      <a:pt x="74364" y="62141"/>
                    </a:cubicBezTo>
                    <a:cubicBezTo>
                      <a:pt x="74870" y="62141"/>
                      <a:pt x="75387" y="61996"/>
                      <a:pt x="75854" y="61678"/>
                    </a:cubicBezTo>
                    <a:cubicBezTo>
                      <a:pt x="79557" y="59143"/>
                      <a:pt x="84560" y="57175"/>
                      <a:pt x="89964" y="56007"/>
                    </a:cubicBezTo>
                    <a:cubicBezTo>
                      <a:pt x="89764" y="55974"/>
                      <a:pt x="89531" y="55874"/>
                      <a:pt x="89331" y="55774"/>
                    </a:cubicBezTo>
                    <a:cubicBezTo>
                      <a:pt x="84466" y="53426"/>
                      <a:pt x="76762" y="52041"/>
                      <a:pt x="70001" y="52041"/>
                    </a:cubicBezTo>
                    <a:cubicBezTo>
                      <a:pt x="67350" y="52041"/>
                      <a:pt x="64844" y="52254"/>
                      <a:pt x="62712" y="52705"/>
                    </a:cubicBezTo>
                    <a:cubicBezTo>
                      <a:pt x="62205" y="52816"/>
                      <a:pt x="61561" y="52870"/>
                      <a:pt x="60853" y="52870"/>
                    </a:cubicBezTo>
                    <a:cubicBezTo>
                      <a:pt x="58578" y="52870"/>
                      <a:pt x="55657" y="52306"/>
                      <a:pt x="54639" y="51237"/>
                    </a:cubicBezTo>
                    <a:cubicBezTo>
                      <a:pt x="50369" y="46601"/>
                      <a:pt x="41830" y="43498"/>
                      <a:pt x="35025" y="43465"/>
                    </a:cubicBezTo>
                    <a:cubicBezTo>
                      <a:pt x="32657" y="43465"/>
                      <a:pt x="27620" y="40863"/>
                      <a:pt x="27353" y="38628"/>
                    </a:cubicBezTo>
                    <a:cubicBezTo>
                      <a:pt x="26853" y="34225"/>
                      <a:pt x="25051" y="30522"/>
                      <a:pt x="22550" y="28054"/>
                    </a:cubicBezTo>
                    <a:cubicBezTo>
                      <a:pt x="21449" y="26987"/>
                      <a:pt x="21582" y="25152"/>
                      <a:pt x="22783" y="24185"/>
                    </a:cubicBezTo>
                    <a:cubicBezTo>
                      <a:pt x="33624" y="15278"/>
                      <a:pt x="54406" y="5805"/>
                      <a:pt x="71017" y="1"/>
                    </a:cubicBezTo>
                    <a:close/>
                  </a:path>
                </a:pathLst>
              </a:custGeom>
              <a:solidFill>
                <a:srgbClr val="191919">
                  <a:alpha val="284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58" name="Google Shape;5558;p26"/>
              <p:cNvSpPr/>
              <p:nvPr/>
            </p:nvSpPr>
            <p:spPr>
              <a:xfrm>
                <a:off x="-2392900" y="3456250"/>
                <a:ext cx="184325" cy="255200"/>
              </a:xfrm>
              <a:custGeom>
                <a:avLst/>
                <a:gdLst/>
                <a:ahLst/>
                <a:cxnLst/>
                <a:rect l="l" t="t" r="r" b="b"/>
                <a:pathLst>
                  <a:path w="7373" h="10208" extrusionOk="0">
                    <a:moveTo>
                      <a:pt x="3670" y="0"/>
                    </a:moveTo>
                    <a:cubicBezTo>
                      <a:pt x="1835" y="0"/>
                      <a:pt x="1" y="10208"/>
                      <a:pt x="1" y="10208"/>
                    </a:cubicBezTo>
                    <a:lnTo>
                      <a:pt x="7372" y="10208"/>
                    </a:lnTo>
                    <a:cubicBezTo>
                      <a:pt x="7372" y="10208"/>
                      <a:pt x="5538" y="0"/>
                      <a:pt x="36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59" name="Google Shape;5559;p26"/>
              <p:cNvSpPr/>
              <p:nvPr/>
            </p:nvSpPr>
            <p:spPr>
              <a:xfrm>
                <a:off x="-2447950" y="3655550"/>
                <a:ext cx="293575" cy="111775"/>
              </a:xfrm>
              <a:custGeom>
                <a:avLst/>
                <a:gdLst/>
                <a:ahLst/>
                <a:cxnLst/>
                <a:rect l="l" t="t" r="r" b="b"/>
                <a:pathLst>
                  <a:path w="11743" h="4471" extrusionOk="0">
                    <a:moveTo>
                      <a:pt x="2002" y="1"/>
                    </a:moveTo>
                    <a:cubicBezTo>
                      <a:pt x="902" y="1"/>
                      <a:pt x="1" y="902"/>
                      <a:pt x="1" y="2002"/>
                    </a:cubicBezTo>
                    <a:lnTo>
                      <a:pt x="1" y="2469"/>
                    </a:lnTo>
                    <a:cubicBezTo>
                      <a:pt x="1" y="3570"/>
                      <a:pt x="902" y="4471"/>
                      <a:pt x="2002" y="4471"/>
                    </a:cubicBezTo>
                    <a:lnTo>
                      <a:pt x="9741" y="4471"/>
                    </a:lnTo>
                    <a:cubicBezTo>
                      <a:pt x="10875" y="4471"/>
                      <a:pt x="11743" y="3570"/>
                      <a:pt x="11743" y="2469"/>
                    </a:cubicBezTo>
                    <a:lnTo>
                      <a:pt x="11743" y="2002"/>
                    </a:lnTo>
                    <a:cubicBezTo>
                      <a:pt x="11743" y="902"/>
                      <a:pt x="10875" y="1"/>
                      <a:pt x="974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560" name="Google Shape;5560;p26"/>
          <p:cNvGrpSpPr/>
          <p:nvPr/>
        </p:nvGrpSpPr>
        <p:grpSpPr>
          <a:xfrm>
            <a:off x="451898" y="4758781"/>
            <a:ext cx="3369488" cy="1707138"/>
            <a:chOff x="-939100" y="529913"/>
            <a:chExt cx="3624275" cy="1836225"/>
          </a:xfrm>
        </p:grpSpPr>
        <p:sp>
          <p:nvSpPr>
            <p:cNvPr id="5561" name="Google Shape;5561;p26"/>
            <p:cNvSpPr/>
            <p:nvPr/>
          </p:nvSpPr>
          <p:spPr>
            <a:xfrm>
              <a:off x="-939100" y="812613"/>
              <a:ext cx="1777125" cy="1163775"/>
            </a:xfrm>
            <a:custGeom>
              <a:avLst/>
              <a:gdLst/>
              <a:ahLst/>
              <a:cxnLst/>
              <a:rect l="l" t="t" r="r" b="b"/>
              <a:pathLst>
                <a:path w="71085" h="46551" extrusionOk="0">
                  <a:moveTo>
                    <a:pt x="71051" y="1"/>
                  </a:moveTo>
                  <a:cubicBezTo>
                    <a:pt x="59209" y="601"/>
                    <a:pt x="18213" y="15879"/>
                    <a:pt x="1301" y="29722"/>
                  </a:cubicBezTo>
                  <a:cubicBezTo>
                    <a:pt x="100" y="30723"/>
                    <a:pt x="0" y="32524"/>
                    <a:pt x="1101" y="33625"/>
                  </a:cubicBezTo>
                  <a:cubicBezTo>
                    <a:pt x="3569" y="36060"/>
                    <a:pt x="5371" y="39762"/>
                    <a:pt x="5904" y="44166"/>
                  </a:cubicBezTo>
                  <a:cubicBezTo>
                    <a:pt x="6057" y="45630"/>
                    <a:pt x="7285" y="46551"/>
                    <a:pt x="8555" y="46551"/>
                  </a:cubicBezTo>
                  <a:cubicBezTo>
                    <a:pt x="9222" y="46551"/>
                    <a:pt x="9901" y="46296"/>
                    <a:pt x="10441" y="45733"/>
                  </a:cubicBezTo>
                  <a:cubicBezTo>
                    <a:pt x="24151" y="31390"/>
                    <a:pt x="50203" y="12610"/>
                    <a:pt x="71051" y="568"/>
                  </a:cubicBezTo>
                  <a:cubicBezTo>
                    <a:pt x="71051" y="401"/>
                    <a:pt x="71051" y="201"/>
                    <a:pt x="7108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2" name="Google Shape;5562;p26"/>
            <p:cNvSpPr/>
            <p:nvPr/>
          </p:nvSpPr>
          <p:spPr>
            <a:xfrm>
              <a:off x="-690600" y="826788"/>
              <a:ext cx="1529450" cy="1427300"/>
            </a:xfrm>
            <a:custGeom>
              <a:avLst/>
              <a:gdLst/>
              <a:ahLst/>
              <a:cxnLst/>
              <a:rect l="l" t="t" r="r" b="b"/>
              <a:pathLst>
                <a:path w="61178" h="57092" extrusionOk="0">
                  <a:moveTo>
                    <a:pt x="61111" y="1"/>
                  </a:moveTo>
                  <a:cubicBezTo>
                    <a:pt x="40830" y="11709"/>
                    <a:pt x="15678" y="29789"/>
                    <a:pt x="1668" y="43932"/>
                  </a:cubicBezTo>
                  <a:cubicBezTo>
                    <a:pt x="1" y="45633"/>
                    <a:pt x="1235" y="48435"/>
                    <a:pt x="3603" y="48435"/>
                  </a:cubicBezTo>
                  <a:cubicBezTo>
                    <a:pt x="10441" y="48469"/>
                    <a:pt x="18947" y="51604"/>
                    <a:pt x="23250" y="56208"/>
                  </a:cubicBezTo>
                  <a:cubicBezTo>
                    <a:pt x="23794" y="56806"/>
                    <a:pt x="24517" y="57091"/>
                    <a:pt x="25231" y="57091"/>
                  </a:cubicBezTo>
                  <a:cubicBezTo>
                    <a:pt x="26228" y="57091"/>
                    <a:pt x="27207" y="56537"/>
                    <a:pt x="27654" y="55507"/>
                  </a:cubicBezTo>
                  <a:cubicBezTo>
                    <a:pt x="34525" y="39529"/>
                    <a:pt x="48001" y="18180"/>
                    <a:pt x="61178" y="101"/>
                  </a:cubicBezTo>
                  <a:cubicBezTo>
                    <a:pt x="61144" y="34"/>
                    <a:pt x="61144" y="67"/>
                    <a:pt x="611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3" name="Google Shape;5563;p26"/>
            <p:cNvSpPr/>
            <p:nvPr/>
          </p:nvSpPr>
          <p:spPr>
            <a:xfrm>
              <a:off x="-3925" y="832638"/>
              <a:ext cx="858600" cy="1520275"/>
            </a:xfrm>
            <a:custGeom>
              <a:avLst/>
              <a:gdLst/>
              <a:ahLst/>
              <a:cxnLst/>
              <a:rect l="l" t="t" r="r" b="b"/>
              <a:pathLst>
                <a:path w="34344" h="60811" extrusionOk="0">
                  <a:moveTo>
                    <a:pt x="33610" y="0"/>
                  </a:moveTo>
                  <a:lnTo>
                    <a:pt x="33610" y="0"/>
                  </a:lnTo>
                  <a:cubicBezTo>
                    <a:pt x="20868" y="17479"/>
                    <a:pt x="7859" y="38027"/>
                    <a:pt x="820" y="53805"/>
                  </a:cubicBezTo>
                  <a:cubicBezTo>
                    <a:pt x="1" y="55627"/>
                    <a:pt x="1392" y="57532"/>
                    <a:pt x="3259" y="57532"/>
                  </a:cubicBezTo>
                  <a:cubicBezTo>
                    <a:pt x="3442" y="57532"/>
                    <a:pt x="3631" y="57514"/>
                    <a:pt x="3823" y="57475"/>
                  </a:cubicBezTo>
                  <a:cubicBezTo>
                    <a:pt x="5960" y="57013"/>
                    <a:pt x="8473" y="56796"/>
                    <a:pt x="11131" y="56796"/>
                  </a:cubicBezTo>
                  <a:cubicBezTo>
                    <a:pt x="17887" y="56796"/>
                    <a:pt x="25582" y="58197"/>
                    <a:pt x="30442" y="60543"/>
                  </a:cubicBezTo>
                  <a:cubicBezTo>
                    <a:pt x="30815" y="60727"/>
                    <a:pt x="31200" y="60811"/>
                    <a:pt x="31574" y="60811"/>
                  </a:cubicBezTo>
                  <a:cubicBezTo>
                    <a:pt x="33038" y="60811"/>
                    <a:pt x="34344" y="59529"/>
                    <a:pt x="34211" y="57908"/>
                  </a:cubicBezTo>
                  <a:cubicBezTo>
                    <a:pt x="32443" y="37794"/>
                    <a:pt x="32777" y="16745"/>
                    <a:pt x="3361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4" name="Google Shape;5564;p26"/>
            <p:cNvSpPr/>
            <p:nvPr/>
          </p:nvSpPr>
          <p:spPr>
            <a:xfrm>
              <a:off x="852175" y="811788"/>
              <a:ext cx="1833000" cy="1095200"/>
            </a:xfrm>
            <a:custGeom>
              <a:avLst/>
              <a:gdLst/>
              <a:ahLst/>
              <a:cxnLst/>
              <a:rect l="l" t="t" r="r" b="b"/>
              <a:pathLst>
                <a:path w="73320" h="43808" extrusionOk="0">
                  <a:moveTo>
                    <a:pt x="100" y="0"/>
                  </a:moveTo>
                  <a:lnTo>
                    <a:pt x="0" y="334"/>
                  </a:lnTo>
                  <a:cubicBezTo>
                    <a:pt x="23450" y="12276"/>
                    <a:pt x="51837" y="29588"/>
                    <a:pt x="67248" y="43131"/>
                  </a:cubicBezTo>
                  <a:cubicBezTo>
                    <a:pt x="67767" y="43597"/>
                    <a:pt x="68383" y="43807"/>
                    <a:pt x="68988" y="43807"/>
                  </a:cubicBezTo>
                  <a:cubicBezTo>
                    <a:pt x="70289" y="43807"/>
                    <a:pt x="71538" y="42833"/>
                    <a:pt x="71651" y="41330"/>
                  </a:cubicBezTo>
                  <a:cubicBezTo>
                    <a:pt x="71818" y="38961"/>
                    <a:pt x="72218" y="36326"/>
                    <a:pt x="72986" y="34125"/>
                  </a:cubicBezTo>
                  <a:cubicBezTo>
                    <a:pt x="73319" y="33091"/>
                    <a:pt x="73052" y="31956"/>
                    <a:pt x="72252" y="31256"/>
                  </a:cubicBezTo>
                  <a:cubicBezTo>
                    <a:pt x="56274" y="16712"/>
                    <a:pt x="11275" y="0"/>
                    <a:pt x="10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5" name="Google Shape;5565;p26"/>
            <p:cNvSpPr/>
            <p:nvPr/>
          </p:nvSpPr>
          <p:spPr>
            <a:xfrm>
              <a:off x="848000" y="818463"/>
              <a:ext cx="1687900" cy="1388950"/>
            </a:xfrm>
            <a:custGeom>
              <a:avLst/>
              <a:gdLst/>
              <a:ahLst/>
              <a:cxnLst/>
              <a:rect l="l" t="t" r="r" b="b"/>
              <a:pathLst>
                <a:path w="67516" h="55558" extrusionOk="0">
                  <a:moveTo>
                    <a:pt x="67" y="0"/>
                  </a:moveTo>
                  <a:cubicBezTo>
                    <a:pt x="34" y="67"/>
                    <a:pt x="34" y="33"/>
                    <a:pt x="0" y="67"/>
                  </a:cubicBezTo>
                  <a:cubicBezTo>
                    <a:pt x="16979" y="16979"/>
                    <a:pt x="36593" y="38361"/>
                    <a:pt x="44466" y="54072"/>
                  </a:cubicBezTo>
                  <a:cubicBezTo>
                    <a:pt x="44945" y="55049"/>
                    <a:pt x="45883" y="55558"/>
                    <a:pt x="46835" y="55558"/>
                  </a:cubicBezTo>
                  <a:cubicBezTo>
                    <a:pt x="47605" y="55558"/>
                    <a:pt x="48384" y="55225"/>
                    <a:pt x="48935" y="54539"/>
                  </a:cubicBezTo>
                  <a:cubicBezTo>
                    <a:pt x="53238" y="49135"/>
                    <a:pt x="58676" y="46367"/>
                    <a:pt x="64080" y="46033"/>
                  </a:cubicBezTo>
                  <a:cubicBezTo>
                    <a:pt x="66481" y="45900"/>
                    <a:pt x="67515" y="42931"/>
                    <a:pt x="65681" y="41363"/>
                  </a:cubicBezTo>
                  <a:cubicBezTo>
                    <a:pt x="49936" y="28053"/>
                    <a:pt x="22650" y="11508"/>
                    <a:pt x="6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6" name="Google Shape;5566;p26"/>
            <p:cNvSpPr/>
            <p:nvPr/>
          </p:nvSpPr>
          <p:spPr>
            <a:xfrm>
              <a:off x="807125" y="820113"/>
              <a:ext cx="1148675" cy="1546025"/>
            </a:xfrm>
            <a:custGeom>
              <a:avLst/>
              <a:gdLst/>
              <a:ahLst/>
              <a:cxnLst/>
              <a:rect l="l" t="t" r="r" b="b"/>
              <a:pathLst>
                <a:path w="45947" h="61841" extrusionOk="0">
                  <a:moveTo>
                    <a:pt x="1635" y="1"/>
                  </a:moveTo>
                  <a:cubicBezTo>
                    <a:pt x="1602" y="34"/>
                    <a:pt x="1569" y="34"/>
                    <a:pt x="1502" y="34"/>
                  </a:cubicBezTo>
                  <a:cubicBezTo>
                    <a:pt x="1402" y="168"/>
                    <a:pt x="1302" y="334"/>
                    <a:pt x="1168" y="501"/>
                  </a:cubicBezTo>
                  <a:cubicBezTo>
                    <a:pt x="301" y="17547"/>
                    <a:pt x="1" y="38995"/>
                    <a:pt x="1869" y="59443"/>
                  </a:cubicBezTo>
                  <a:cubicBezTo>
                    <a:pt x="1989" y="60884"/>
                    <a:pt x="3215" y="61841"/>
                    <a:pt x="4515" y="61841"/>
                  </a:cubicBezTo>
                  <a:cubicBezTo>
                    <a:pt x="5021" y="61841"/>
                    <a:pt x="5538" y="61696"/>
                    <a:pt x="6005" y="61378"/>
                  </a:cubicBezTo>
                  <a:cubicBezTo>
                    <a:pt x="12280" y="57075"/>
                    <a:pt x="22400" y="54418"/>
                    <a:pt x="31722" y="54418"/>
                  </a:cubicBezTo>
                  <a:cubicBezTo>
                    <a:pt x="35335" y="54418"/>
                    <a:pt x="38828" y="54817"/>
                    <a:pt x="41931" y="55674"/>
                  </a:cubicBezTo>
                  <a:cubicBezTo>
                    <a:pt x="42172" y="55738"/>
                    <a:pt x="42409" y="55768"/>
                    <a:pt x="42637" y="55768"/>
                  </a:cubicBezTo>
                  <a:cubicBezTo>
                    <a:pt x="44562" y="55768"/>
                    <a:pt x="45947" y="53653"/>
                    <a:pt x="44933" y="51805"/>
                  </a:cubicBezTo>
                  <a:cubicBezTo>
                    <a:pt x="36427" y="36360"/>
                    <a:pt x="17847" y="16112"/>
                    <a:pt x="163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567" name="Google Shape;5567;p26"/>
            <p:cNvGrpSpPr/>
            <p:nvPr/>
          </p:nvGrpSpPr>
          <p:grpSpPr>
            <a:xfrm>
              <a:off x="-939100" y="529913"/>
              <a:ext cx="3624275" cy="1836225"/>
              <a:chOff x="112275" y="2665738"/>
              <a:chExt cx="3624275" cy="1836225"/>
            </a:xfrm>
          </p:grpSpPr>
          <p:sp>
            <p:nvSpPr>
              <p:cNvPr id="5568" name="Google Shape;5568;p26"/>
              <p:cNvSpPr/>
              <p:nvPr/>
            </p:nvSpPr>
            <p:spPr>
              <a:xfrm>
                <a:off x="112275" y="2948438"/>
                <a:ext cx="1777125" cy="1163775"/>
              </a:xfrm>
              <a:custGeom>
                <a:avLst/>
                <a:gdLst/>
                <a:ahLst/>
                <a:cxnLst/>
                <a:rect l="l" t="t" r="r" b="b"/>
                <a:pathLst>
                  <a:path w="71085" h="46551" extrusionOk="0">
                    <a:moveTo>
                      <a:pt x="71051" y="1"/>
                    </a:moveTo>
                    <a:cubicBezTo>
                      <a:pt x="59209" y="601"/>
                      <a:pt x="18213" y="15879"/>
                      <a:pt x="1301" y="29722"/>
                    </a:cubicBezTo>
                    <a:cubicBezTo>
                      <a:pt x="100" y="30723"/>
                      <a:pt x="0" y="32524"/>
                      <a:pt x="1101" y="33625"/>
                    </a:cubicBezTo>
                    <a:cubicBezTo>
                      <a:pt x="3569" y="36060"/>
                      <a:pt x="5371" y="39762"/>
                      <a:pt x="5904" y="44166"/>
                    </a:cubicBezTo>
                    <a:cubicBezTo>
                      <a:pt x="6057" y="45630"/>
                      <a:pt x="7285" y="46551"/>
                      <a:pt x="8555" y="46551"/>
                    </a:cubicBezTo>
                    <a:cubicBezTo>
                      <a:pt x="9222" y="46551"/>
                      <a:pt x="9901" y="46296"/>
                      <a:pt x="10441" y="45733"/>
                    </a:cubicBezTo>
                    <a:cubicBezTo>
                      <a:pt x="24151" y="31390"/>
                      <a:pt x="50203" y="12610"/>
                      <a:pt x="71051" y="568"/>
                    </a:cubicBezTo>
                    <a:cubicBezTo>
                      <a:pt x="71051" y="401"/>
                      <a:pt x="71051" y="201"/>
                      <a:pt x="71084" y="1"/>
                    </a:cubicBezTo>
                    <a:close/>
                  </a:path>
                </a:pathLst>
              </a:custGeom>
              <a:solidFill>
                <a:srgbClr val="191919">
                  <a:alpha val="284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69" name="Google Shape;5569;p26"/>
              <p:cNvSpPr/>
              <p:nvPr/>
            </p:nvSpPr>
            <p:spPr>
              <a:xfrm>
                <a:off x="360775" y="2962613"/>
                <a:ext cx="1529450" cy="1427300"/>
              </a:xfrm>
              <a:custGeom>
                <a:avLst/>
                <a:gdLst/>
                <a:ahLst/>
                <a:cxnLst/>
                <a:rect l="l" t="t" r="r" b="b"/>
                <a:pathLst>
                  <a:path w="61178" h="57092" extrusionOk="0">
                    <a:moveTo>
                      <a:pt x="61111" y="1"/>
                    </a:moveTo>
                    <a:cubicBezTo>
                      <a:pt x="40830" y="11709"/>
                      <a:pt x="15678" y="29789"/>
                      <a:pt x="1668" y="43932"/>
                    </a:cubicBezTo>
                    <a:cubicBezTo>
                      <a:pt x="1" y="45633"/>
                      <a:pt x="1235" y="48435"/>
                      <a:pt x="3603" y="48435"/>
                    </a:cubicBezTo>
                    <a:cubicBezTo>
                      <a:pt x="10441" y="48469"/>
                      <a:pt x="18947" y="51604"/>
                      <a:pt x="23250" y="56208"/>
                    </a:cubicBezTo>
                    <a:cubicBezTo>
                      <a:pt x="23794" y="56806"/>
                      <a:pt x="24517" y="57091"/>
                      <a:pt x="25231" y="57091"/>
                    </a:cubicBezTo>
                    <a:cubicBezTo>
                      <a:pt x="26228" y="57091"/>
                      <a:pt x="27207" y="56537"/>
                      <a:pt x="27654" y="55507"/>
                    </a:cubicBezTo>
                    <a:cubicBezTo>
                      <a:pt x="34525" y="39529"/>
                      <a:pt x="48001" y="18180"/>
                      <a:pt x="61178" y="101"/>
                    </a:cubicBezTo>
                    <a:cubicBezTo>
                      <a:pt x="61144" y="34"/>
                      <a:pt x="61144" y="67"/>
                      <a:pt x="61111" y="1"/>
                    </a:cubicBezTo>
                    <a:close/>
                  </a:path>
                </a:pathLst>
              </a:custGeom>
              <a:solidFill>
                <a:srgbClr val="191919">
                  <a:alpha val="189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70" name="Google Shape;5570;p26"/>
              <p:cNvSpPr/>
              <p:nvPr/>
            </p:nvSpPr>
            <p:spPr>
              <a:xfrm>
                <a:off x="1047450" y="2968463"/>
                <a:ext cx="858600" cy="1520275"/>
              </a:xfrm>
              <a:custGeom>
                <a:avLst/>
                <a:gdLst/>
                <a:ahLst/>
                <a:cxnLst/>
                <a:rect l="l" t="t" r="r" b="b"/>
                <a:pathLst>
                  <a:path w="34344" h="60811" extrusionOk="0">
                    <a:moveTo>
                      <a:pt x="33610" y="0"/>
                    </a:moveTo>
                    <a:lnTo>
                      <a:pt x="33610" y="0"/>
                    </a:lnTo>
                    <a:cubicBezTo>
                      <a:pt x="20868" y="17479"/>
                      <a:pt x="7859" y="38027"/>
                      <a:pt x="820" y="53805"/>
                    </a:cubicBezTo>
                    <a:cubicBezTo>
                      <a:pt x="1" y="55627"/>
                      <a:pt x="1392" y="57532"/>
                      <a:pt x="3259" y="57532"/>
                    </a:cubicBezTo>
                    <a:cubicBezTo>
                      <a:pt x="3442" y="57532"/>
                      <a:pt x="3631" y="57514"/>
                      <a:pt x="3823" y="57475"/>
                    </a:cubicBezTo>
                    <a:cubicBezTo>
                      <a:pt x="5960" y="57013"/>
                      <a:pt x="8473" y="56796"/>
                      <a:pt x="11131" y="56796"/>
                    </a:cubicBezTo>
                    <a:cubicBezTo>
                      <a:pt x="17887" y="56796"/>
                      <a:pt x="25582" y="58197"/>
                      <a:pt x="30442" y="60543"/>
                    </a:cubicBezTo>
                    <a:cubicBezTo>
                      <a:pt x="30815" y="60727"/>
                      <a:pt x="31200" y="60811"/>
                      <a:pt x="31574" y="60811"/>
                    </a:cubicBezTo>
                    <a:cubicBezTo>
                      <a:pt x="33038" y="60811"/>
                      <a:pt x="34344" y="59529"/>
                      <a:pt x="34211" y="57908"/>
                    </a:cubicBezTo>
                    <a:cubicBezTo>
                      <a:pt x="32443" y="37794"/>
                      <a:pt x="32777" y="16745"/>
                      <a:pt x="33610" y="0"/>
                    </a:cubicBezTo>
                    <a:close/>
                  </a:path>
                </a:pathLst>
              </a:custGeom>
              <a:solidFill>
                <a:srgbClr val="191919">
                  <a:alpha val="150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71" name="Google Shape;5571;p26"/>
              <p:cNvSpPr/>
              <p:nvPr/>
            </p:nvSpPr>
            <p:spPr>
              <a:xfrm>
                <a:off x="1903550" y="2947613"/>
                <a:ext cx="1833000" cy="1095200"/>
              </a:xfrm>
              <a:custGeom>
                <a:avLst/>
                <a:gdLst/>
                <a:ahLst/>
                <a:cxnLst/>
                <a:rect l="l" t="t" r="r" b="b"/>
                <a:pathLst>
                  <a:path w="73320" h="43808" extrusionOk="0">
                    <a:moveTo>
                      <a:pt x="100" y="0"/>
                    </a:moveTo>
                    <a:lnTo>
                      <a:pt x="0" y="334"/>
                    </a:lnTo>
                    <a:cubicBezTo>
                      <a:pt x="23450" y="12276"/>
                      <a:pt x="51837" y="29588"/>
                      <a:pt x="67248" y="43131"/>
                    </a:cubicBezTo>
                    <a:cubicBezTo>
                      <a:pt x="67767" y="43597"/>
                      <a:pt x="68383" y="43807"/>
                      <a:pt x="68988" y="43807"/>
                    </a:cubicBezTo>
                    <a:cubicBezTo>
                      <a:pt x="70289" y="43807"/>
                      <a:pt x="71538" y="42833"/>
                      <a:pt x="71651" y="41330"/>
                    </a:cubicBezTo>
                    <a:cubicBezTo>
                      <a:pt x="71818" y="38961"/>
                      <a:pt x="72218" y="36326"/>
                      <a:pt x="72986" y="34125"/>
                    </a:cubicBezTo>
                    <a:cubicBezTo>
                      <a:pt x="73319" y="33091"/>
                      <a:pt x="73052" y="31956"/>
                      <a:pt x="72252" y="31256"/>
                    </a:cubicBezTo>
                    <a:cubicBezTo>
                      <a:pt x="56274" y="16712"/>
                      <a:pt x="11275" y="0"/>
                      <a:pt x="100" y="0"/>
                    </a:cubicBezTo>
                    <a:close/>
                  </a:path>
                </a:pathLst>
              </a:custGeom>
              <a:solidFill>
                <a:srgbClr val="191919">
                  <a:alpha val="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72" name="Google Shape;5572;p26"/>
              <p:cNvSpPr/>
              <p:nvPr/>
            </p:nvSpPr>
            <p:spPr>
              <a:xfrm>
                <a:off x="1899375" y="2954288"/>
                <a:ext cx="1687900" cy="1388950"/>
              </a:xfrm>
              <a:custGeom>
                <a:avLst/>
                <a:gdLst/>
                <a:ahLst/>
                <a:cxnLst/>
                <a:rect l="l" t="t" r="r" b="b"/>
                <a:pathLst>
                  <a:path w="67516" h="55558" extrusionOk="0">
                    <a:moveTo>
                      <a:pt x="67" y="0"/>
                    </a:moveTo>
                    <a:cubicBezTo>
                      <a:pt x="34" y="67"/>
                      <a:pt x="34" y="33"/>
                      <a:pt x="0" y="67"/>
                    </a:cubicBezTo>
                    <a:cubicBezTo>
                      <a:pt x="16979" y="16979"/>
                      <a:pt x="36593" y="38361"/>
                      <a:pt x="44466" y="54072"/>
                    </a:cubicBezTo>
                    <a:cubicBezTo>
                      <a:pt x="44945" y="55049"/>
                      <a:pt x="45883" y="55558"/>
                      <a:pt x="46835" y="55558"/>
                    </a:cubicBezTo>
                    <a:cubicBezTo>
                      <a:pt x="47605" y="55558"/>
                      <a:pt x="48384" y="55225"/>
                      <a:pt x="48935" y="54539"/>
                    </a:cubicBezTo>
                    <a:cubicBezTo>
                      <a:pt x="53238" y="49135"/>
                      <a:pt x="58676" y="46367"/>
                      <a:pt x="64080" y="46033"/>
                    </a:cubicBezTo>
                    <a:cubicBezTo>
                      <a:pt x="66481" y="45900"/>
                      <a:pt x="67515" y="42931"/>
                      <a:pt x="65681" y="41363"/>
                    </a:cubicBezTo>
                    <a:cubicBezTo>
                      <a:pt x="49936" y="28053"/>
                      <a:pt x="22650" y="11508"/>
                      <a:pt x="67" y="0"/>
                    </a:cubicBezTo>
                    <a:close/>
                  </a:path>
                </a:pathLst>
              </a:custGeom>
              <a:solidFill>
                <a:srgbClr val="191919">
                  <a:alpha val="61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73" name="Google Shape;5573;p26"/>
              <p:cNvSpPr/>
              <p:nvPr/>
            </p:nvSpPr>
            <p:spPr>
              <a:xfrm>
                <a:off x="1858500" y="2955938"/>
                <a:ext cx="1148675" cy="1546025"/>
              </a:xfrm>
              <a:custGeom>
                <a:avLst/>
                <a:gdLst/>
                <a:ahLst/>
                <a:cxnLst/>
                <a:rect l="l" t="t" r="r" b="b"/>
                <a:pathLst>
                  <a:path w="45947" h="61841" extrusionOk="0">
                    <a:moveTo>
                      <a:pt x="1635" y="1"/>
                    </a:moveTo>
                    <a:cubicBezTo>
                      <a:pt x="1602" y="34"/>
                      <a:pt x="1569" y="34"/>
                      <a:pt x="1502" y="34"/>
                    </a:cubicBezTo>
                    <a:cubicBezTo>
                      <a:pt x="1402" y="168"/>
                      <a:pt x="1302" y="334"/>
                      <a:pt x="1168" y="501"/>
                    </a:cubicBezTo>
                    <a:cubicBezTo>
                      <a:pt x="301" y="17547"/>
                      <a:pt x="1" y="38995"/>
                      <a:pt x="1869" y="59443"/>
                    </a:cubicBezTo>
                    <a:cubicBezTo>
                      <a:pt x="1989" y="60884"/>
                      <a:pt x="3215" y="61841"/>
                      <a:pt x="4515" y="61841"/>
                    </a:cubicBezTo>
                    <a:cubicBezTo>
                      <a:pt x="5021" y="61841"/>
                      <a:pt x="5538" y="61696"/>
                      <a:pt x="6005" y="61378"/>
                    </a:cubicBezTo>
                    <a:cubicBezTo>
                      <a:pt x="12280" y="57075"/>
                      <a:pt x="22400" y="54418"/>
                      <a:pt x="31722" y="54418"/>
                    </a:cubicBezTo>
                    <a:cubicBezTo>
                      <a:pt x="35335" y="54418"/>
                      <a:pt x="38828" y="54817"/>
                      <a:pt x="41931" y="55674"/>
                    </a:cubicBezTo>
                    <a:cubicBezTo>
                      <a:pt x="42172" y="55738"/>
                      <a:pt x="42409" y="55768"/>
                      <a:pt x="42637" y="55768"/>
                    </a:cubicBezTo>
                    <a:cubicBezTo>
                      <a:pt x="44562" y="55768"/>
                      <a:pt x="45947" y="53653"/>
                      <a:pt x="44933" y="51805"/>
                    </a:cubicBezTo>
                    <a:cubicBezTo>
                      <a:pt x="36427" y="36360"/>
                      <a:pt x="17847" y="16112"/>
                      <a:pt x="1635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74" name="Google Shape;5574;p26"/>
              <p:cNvSpPr/>
              <p:nvPr/>
            </p:nvSpPr>
            <p:spPr>
              <a:xfrm>
                <a:off x="112275" y="2948438"/>
                <a:ext cx="2249125" cy="1553525"/>
              </a:xfrm>
              <a:custGeom>
                <a:avLst/>
                <a:gdLst/>
                <a:ahLst/>
                <a:cxnLst/>
                <a:rect l="l" t="t" r="r" b="b"/>
                <a:pathLst>
                  <a:path w="89965" h="62141" extrusionOk="0">
                    <a:moveTo>
                      <a:pt x="71585" y="58242"/>
                    </a:moveTo>
                    <a:lnTo>
                      <a:pt x="71585" y="58242"/>
                    </a:lnTo>
                    <a:cubicBezTo>
                      <a:pt x="71590" y="58323"/>
                      <a:pt x="71595" y="58404"/>
                      <a:pt x="71601" y="58485"/>
                    </a:cubicBezTo>
                    <a:lnTo>
                      <a:pt x="71601" y="58485"/>
                    </a:lnTo>
                    <a:cubicBezTo>
                      <a:pt x="71593" y="58407"/>
                      <a:pt x="71585" y="58324"/>
                      <a:pt x="71585" y="58242"/>
                    </a:cubicBezTo>
                    <a:close/>
                    <a:moveTo>
                      <a:pt x="71017" y="1"/>
                    </a:moveTo>
                    <a:lnTo>
                      <a:pt x="71017" y="1"/>
                    </a:lnTo>
                    <a:cubicBezTo>
                      <a:pt x="59142" y="634"/>
                      <a:pt x="18180" y="15879"/>
                      <a:pt x="1301" y="29722"/>
                    </a:cubicBezTo>
                    <a:cubicBezTo>
                      <a:pt x="100" y="30723"/>
                      <a:pt x="0" y="32524"/>
                      <a:pt x="1101" y="33625"/>
                    </a:cubicBezTo>
                    <a:cubicBezTo>
                      <a:pt x="3569" y="36060"/>
                      <a:pt x="5371" y="39762"/>
                      <a:pt x="5871" y="44166"/>
                    </a:cubicBezTo>
                    <a:cubicBezTo>
                      <a:pt x="6046" y="45630"/>
                      <a:pt x="7281" y="46551"/>
                      <a:pt x="8544" y="46551"/>
                    </a:cubicBezTo>
                    <a:cubicBezTo>
                      <a:pt x="9208" y="46551"/>
                      <a:pt x="9879" y="46296"/>
                      <a:pt x="10408" y="45733"/>
                    </a:cubicBezTo>
                    <a:cubicBezTo>
                      <a:pt x="10808" y="45333"/>
                      <a:pt x="11208" y="44933"/>
                      <a:pt x="11608" y="44532"/>
                    </a:cubicBezTo>
                    <a:lnTo>
                      <a:pt x="11608" y="44532"/>
                    </a:lnTo>
                    <a:cubicBezTo>
                      <a:pt x="9974" y="46200"/>
                      <a:pt x="11175" y="49002"/>
                      <a:pt x="13543" y="49002"/>
                    </a:cubicBezTo>
                    <a:cubicBezTo>
                      <a:pt x="20381" y="49036"/>
                      <a:pt x="28887" y="52171"/>
                      <a:pt x="33190" y="56775"/>
                    </a:cubicBezTo>
                    <a:cubicBezTo>
                      <a:pt x="33734" y="57373"/>
                      <a:pt x="34457" y="57658"/>
                      <a:pt x="35171" y="57658"/>
                    </a:cubicBezTo>
                    <a:cubicBezTo>
                      <a:pt x="36168" y="57658"/>
                      <a:pt x="37147" y="57104"/>
                      <a:pt x="37594" y="56074"/>
                    </a:cubicBezTo>
                    <a:cubicBezTo>
                      <a:pt x="37794" y="55574"/>
                      <a:pt x="37994" y="55107"/>
                      <a:pt x="38227" y="54606"/>
                    </a:cubicBezTo>
                    <a:lnTo>
                      <a:pt x="38227" y="54606"/>
                    </a:lnTo>
                    <a:cubicBezTo>
                      <a:pt x="37408" y="56428"/>
                      <a:pt x="38799" y="58333"/>
                      <a:pt x="40666" y="58333"/>
                    </a:cubicBezTo>
                    <a:cubicBezTo>
                      <a:pt x="40849" y="58333"/>
                      <a:pt x="41038" y="58315"/>
                      <a:pt x="41230" y="58276"/>
                    </a:cubicBezTo>
                    <a:cubicBezTo>
                      <a:pt x="43367" y="57814"/>
                      <a:pt x="45880" y="57597"/>
                      <a:pt x="48538" y="57597"/>
                    </a:cubicBezTo>
                    <a:cubicBezTo>
                      <a:pt x="55294" y="57597"/>
                      <a:pt x="62989" y="58998"/>
                      <a:pt x="67849" y="61344"/>
                    </a:cubicBezTo>
                    <a:cubicBezTo>
                      <a:pt x="68217" y="61519"/>
                      <a:pt x="68597" y="61599"/>
                      <a:pt x="68967" y="61599"/>
                    </a:cubicBezTo>
                    <a:cubicBezTo>
                      <a:pt x="70405" y="61599"/>
                      <a:pt x="71694" y="60389"/>
                      <a:pt x="71625" y="58814"/>
                    </a:cubicBezTo>
                    <a:lnTo>
                      <a:pt x="71625" y="58814"/>
                    </a:lnTo>
                    <a:cubicBezTo>
                      <a:pt x="71648" y="59124"/>
                      <a:pt x="71677" y="59434"/>
                      <a:pt x="71718" y="59743"/>
                    </a:cubicBezTo>
                    <a:cubicBezTo>
                      <a:pt x="71838" y="61184"/>
                      <a:pt x="73064" y="62141"/>
                      <a:pt x="74364" y="62141"/>
                    </a:cubicBezTo>
                    <a:cubicBezTo>
                      <a:pt x="74870" y="62141"/>
                      <a:pt x="75387" y="61996"/>
                      <a:pt x="75854" y="61678"/>
                    </a:cubicBezTo>
                    <a:cubicBezTo>
                      <a:pt x="79557" y="59143"/>
                      <a:pt x="84560" y="57175"/>
                      <a:pt x="89964" y="56007"/>
                    </a:cubicBezTo>
                    <a:cubicBezTo>
                      <a:pt x="89764" y="55974"/>
                      <a:pt x="89531" y="55874"/>
                      <a:pt x="89331" y="55774"/>
                    </a:cubicBezTo>
                    <a:cubicBezTo>
                      <a:pt x="84466" y="53426"/>
                      <a:pt x="76762" y="52041"/>
                      <a:pt x="70001" y="52041"/>
                    </a:cubicBezTo>
                    <a:cubicBezTo>
                      <a:pt x="67350" y="52041"/>
                      <a:pt x="64844" y="52254"/>
                      <a:pt x="62712" y="52705"/>
                    </a:cubicBezTo>
                    <a:cubicBezTo>
                      <a:pt x="62205" y="52816"/>
                      <a:pt x="61561" y="52870"/>
                      <a:pt x="60853" y="52870"/>
                    </a:cubicBezTo>
                    <a:cubicBezTo>
                      <a:pt x="58578" y="52870"/>
                      <a:pt x="55657" y="52306"/>
                      <a:pt x="54639" y="51237"/>
                    </a:cubicBezTo>
                    <a:cubicBezTo>
                      <a:pt x="50369" y="46601"/>
                      <a:pt x="41830" y="43498"/>
                      <a:pt x="35025" y="43465"/>
                    </a:cubicBezTo>
                    <a:cubicBezTo>
                      <a:pt x="32657" y="43465"/>
                      <a:pt x="27620" y="40863"/>
                      <a:pt x="27353" y="38628"/>
                    </a:cubicBezTo>
                    <a:cubicBezTo>
                      <a:pt x="26853" y="34225"/>
                      <a:pt x="25051" y="30522"/>
                      <a:pt x="22550" y="28054"/>
                    </a:cubicBezTo>
                    <a:cubicBezTo>
                      <a:pt x="21449" y="26987"/>
                      <a:pt x="21582" y="25152"/>
                      <a:pt x="22783" y="24185"/>
                    </a:cubicBezTo>
                    <a:cubicBezTo>
                      <a:pt x="33624" y="15278"/>
                      <a:pt x="54406" y="5805"/>
                      <a:pt x="71017" y="1"/>
                    </a:cubicBezTo>
                    <a:close/>
                  </a:path>
                </a:pathLst>
              </a:custGeom>
              <a:solidFill>
                <a:srgbClr val="191919">
                  <a:alpha val="284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75" name="Google Shape;5575;p26"/>
              <p:cNvSpPr/>
              <p:nvPr/>
            </p:nvSpPr>
            <p:spPr>
              <a:xfrm>
                <a:off x="1820150" y="2665738"/>
                <a:ext cx="184325" cy="255200"/>
              </a:xfrm>
              <a:custGeom>
                <a:avLst/>
                <a:gdLst/>
                <a:ahLst/>
                <a:cxnLst/>
                <a:rect l="l" t="t" r="r" b="b"/>
                <a:pathLst>
                  <a:path w="7373" h="10208" extrusionOk="0">
                    <a:moveTo>
                      <a:pt x="3670" y="0"/>
                    </a:moveTo>
                    <a:cubicBezTo>
                      <a:pt x="1835" y="0"/>
                      <a:pt x="1" y="10208"/>
                      <a:pt x="1" y="10208"/>
                    </a:cubicBezTo>
                    <a:lnTo>
                      <a:pt x="7372" y="10208"/>
                    </a:lnTo>
                    <a:cubicBezTo>
                      <a:pt x="7372" y="10208"/>
                      <a:pt x="5538" y="0"/>
                      <a:pt x="36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76" name="Google Shape;5576;p26"/>
              <p:cNvSpPr/>
              <p:nvPr/>
            </p:nvSpPr>
            <p:spPr>
              <a:xfrm>
                <a:off x="1765100" y="2865038"/>
                <a:ext cx="293575" cy="111775"/>
              </a:xfrm>
              <a:custGeom>
                <a:avLst/>
                <a:gdLst/>
                <a:ahLst/>
                <a:cxnLst/>
                <a:rect l="l" t="t" r="r" b="b"/>
                <a:pathLst>
                  <a:path w="11743" h="4471" extrusionOk="0">
                    <a:moveTo>
                      <a:pt x="2002" y="1"/>
                    </a:moveTo>
                    <a:cubicBezTo>
                      <a:pt x="902" y="1"/>
                      <a:pt x="1" y="902"/>
                      <a:pt x="1" y="2002"/>
                    </a:cubicBezTo>
                    <a:lnTo>
                      <a:pt x="1" y="2469"/>
                    </a:lnTo>
                    <a:cubicBezTo>
                      <a:pt x="1" y="3570"/>
                      <a:pt x="902" y="4471"/>
                      <a:pt x="2002" y="4471"/>
                    </a:cubicBezTo>
                    <a:lnTo>
                      <a:pt x="9741" y="4471"/>
                    </a:lnTo>
                    <a:cubicBezTo>
                      <a:pt x="10875" y="4471"/>
                      <a:pt x="11743" y="3570"/>
                      <a:pt x="11743" y="2469"/>
                    </a:cubicBezTo>
                    <a:lnTo>
                      <a:pt x="11743" y="2002"/>
                    </a:lnTo>
                    <a:cubicBezTo>
                      <a:pt x="11743" y="902"/>
                      <a:pt x="10875" y="1"/>
                      <a:pt x="974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577" name="Google Shape;5577;p26"/>
          <p:cNvGrpSpPr/>
          <p:nvPr/>
        </p:nvGrpSpPr>
        <p:grpSpPr>
          <a:xfrm>
            <a:off x="6832683" y="4409614"/>
            <a:ext cx="3369488" cy="1707138"/>
            <a:chOff x="2087475" y="2783813"/>
            <a:chExt cx="3624275" cy="1836225"/>
          </a:xfrm>
        </p:grpSpPr>
        <p:sp>
          <p:nvSpPr>
            <p:cNvPr id="5578" name="Google Shape;5578;p26"/>
            <p:cNvSpPr/>
            <p:nvPr/>
          </p:nvSpPr>
          <p:spPr>
            <a:xfrm>
              <a:off x="2087475" y="3066513"/>
              <a:ext cx="1777125" cy="1163775"/>
            </a:xfrm>
            <a:custGeom>
              <a:avLst/>
              <a:gdLst/>
              <a:ahLst/>
              <a:cxnLst/>
              <a:rect l="l" t="t" r="r" b="b"/>
              <a:pathLst>
                <a:path w="71085" h="46551" extrusionOk="0">
                  <a:moveTo>
                    <a:pt x="71051" y="1"/>
                  </a:moveTo>
                  <a:cubicBezTo>
                    <a:pt x="59209" y="601"/>
                    <a:pt x="18213" y="15879"/>
                    <a:pt x="1301" y="29722"/>
                  </a:cubicBezTo>
                  <a:cubicBezTo>
                    <a:pt x="100" y="30723"/>
                    <a:pt x="0" y="32524"/>
                    <a:pt x="1101" y="33625"/>
                  </a:cubicBezTo>
                  <a:cubicBezTo>
                    <a:pt x="3569" y="36060"/>
                    <a:pt x="5371" y="39762"/>
                    <a:pt x="5904" y="44166"/>
                  </a:cubicBezTo>
                  <a:cubicBezTo>
                    <a:pt x="6057" y="45630"/>
                    <a:pt x="7285" y="46551"/>
                    <a:pt x="8555" y="46551"/>
                  </a:cubicBezTo>
                  <a:cubicBezTo>
                    <a:pt x="9222" y="46551"/>
                    <a:pt x="9901" y="46296"/>
                    <a:pt x="10441" y="45733"/>
                  </a:cubicBezTo>
                  <a:cubicBezTo>
                    <a:pt x="24151" y="31390"/>
                    <a:pt x="50203" y="12610"/>
                    <a:pt x="71051" y="568"/>
                  </a:cubicBezTo>
                  <a:cubicBezTo>
                    <a:pt x="71051" y="401"/>
                    <a:pt x="71051" y="201"/>
                    <a:pt x="7108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9" name="Google Shape;5579;p26"/>
            <p:cNvSpPr/>
            <p:nvPr/>
          </p:nvSpPr>
          <p:spPr>
            <a:xfrm>
              <a:off x="2335975" y="3080688"/>
              <a:ext cx="1529450" cy="1427300"/>
            </a:xfrm>
            <a:custGeom>
              <a:avLst/>
              <a:gdLst/>
              <a:ahLst/>
              <a:cxnLst/>
              <a:rect l="l" t="t" r="r" b="b"/>
              <a:pathLst>
                <a:path w="61178" h="57092" extrusionOk="0">
                  <a:moveTo>
                    <a:pt x="61111" y="1"/>
                  </a:moveTo>
                  <a:cubicBezTo>
                    <a:pt x="40830" y="11709"/>
                    <a:pt x="15678" y="29789"/>
                    <a:pt x="1668" y="43932"/>
                  </a:cubicBezTo>
                  <a:cubicBezTo>
                    <a:pt x="1" y="45633"/>
                    <a:pt x="1235" y="48435"/>
                    <a:pt x="3603" y="48435"/>
                  </a:cubicBezTo>
                  <a:cubicBezTo>
                    <a:pt x="10441" y="48469"/>
                    <a:pt x="18947" y="51604"/>
                    <a:pt x="23250" y="56208"/>
                  </a:cubicBezTo>
                  <a:cubicBezTo>
                    <a:pt x="23794" y="56806"/>
                    <a:pt x="24517" y="57091"/>
                    <a:pt x="25231" y="57091"/>
                  </a:cubicBezTo>
                  <a:cubicBezTo>
                    <a:pt x="26228" y="57091"/>
                    <a:pt x="27207" y="56537"/>
                    <a:pt x="27654" y="55507"/>
                  </a:cubicBezTo>
                  <a:cubicBezTo>
                    <a:pt x="34525" y="39529"/>
                    <a:pt x="48001" y="18180"/>
                    <a:pt x="61178" y="101"/>
                  </a:cubicBezTo>
                  <a:cubicBezTo>
                    <a:pt x="61144" y="34"/>
                    <a:pt x="61144" y="67"/>
                    <a:pt x="6111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0" name="Google Shape;5580;p26"/>
            <p:cNvSpPr/>
            <p:nvPr/>
          </p:nvSpPr>
          <p:spPr>
            <a:xfrm>
              <a:off x="3022650" y="3086538"/>
              <a:ext cx="858600" cy="1520275"/>
            </a:xfrm>
            <a:custGeom>
              <a:avLst/>
              <a:gdLst/>
              <a:ahLst/>
              <a:cxnLst/>
              <a:rect l="l" t="t" r="r" b="b"/>
              <a:pathLst>
                <a:path w="34344" h="60811" extrusionOk="0">
                  <a:moveTo>
                    <a:pt x="33610" y="0"/>
                  </a:moveTo>
                  <a:lnTo>
                    <a:pt x="33610" y="0"/>
                  </a:lnTo>
                  <a:cubicBezTo>
                    <a:pt x="20868" y="17479"/>
                    <a:pt x="7859" y="38027"/>
                    <a:pt x="820" y="53805"/>
                  </a:cubicBezTo>
                  <a:cubicBezTo>
                    <a:pt x="1" y="55627"/>
                    <a:pt x="1392" y="57532"/>
                    <a:pt x="3259" y="57532"/>
                  </a:cubicBezTo>
                  <a:cubicBezTo>
                    <a:pt x="3442" y="57532"/>
                    <a:pt x="3631" y="57514"/>
                    <a:pt x="3823" y="57475"/>
                  </a:cubicBezTo>
                  <a:cubicBezTo>
                    <a:pt x="5960" y="57013"/>
                    <a:pt x="8473" y="56796"/>
                    <a:pt x="11131" y="56796"/>
                  </a:cubicBezTo>
                  <a:cubicBezTo>
                    <a:pt x="17887" y="56796"/>
                    <a:pt x="25582" y="58197"/>
                    <a:pt x="30442" y="60543"/>
                  </a:cubicBezTo>
                  <a:cubicBezTo>
                    <a:pt x="30815" y="60727"/>
                    <a:pt x="31200" y="60811"/>
                    <a:pt x="31574" y="60811"/>
                  </a:cubicBezTo>
                  <a:cubicBezTo>
                    <a:pt x="33038" y="60811"/>
                    <a:pt x="34344" y="59529"/>
                    <a:pt x="34211" y="57908"/>
                  </a:cubicBezTo>
                  <a:cubicBezTo>
                    <a:pt x="32443" y="37794"/>
                    <a:pt x="32777" y="16745"/>
                    <a:pt x="3361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1" name="Google Shape;5581;p26"/>
            <p:cNvSpPr/>
            <p:nvPr/>
          </p:nvSpPr>
          <p:spPr>
            <a:xfrm>
              <a:off x="3878750" y="3065688"/>
              <a:ext cx="1833000" cy="1095200"/>
            </a:xfrm>
            <a:custGeom>
              <a:avLst/>
              <a:gdLst/>
              <a:ahLst/>
              <a:cxnLst/>
              <a:rect l="l" t="t" r="r" b="b"/>
              <a:pathLst>
                <a:path w="73320" h="43808" extrusionOk="0">
                  <a:moveTo>
                    <a:pt x="100" y="0"/>
                  </a:moveTo>
                  <a:lnTo>
                    <a:pt x="0" y="334"/>
                  </a:lnTo>
                  <a:cubicBezTo>
                    <a:pt x="23450" y="12276"/>
                    <a:pt x="51837" y="29588"/>
                    <a:pt x="67248" y="43131"/>
                  </a:cubicBezTo>
                  <a:cubicBezTo>
                    <a:pt x="67767" y="43597"/>
                    <a:pt x="68383" y="43807"/>
                    <a:pt x="68988" y="43807"/>
                  </a:cubicBezTo>
                  <a:cubicBezTo>
                    <a:pt x="70289" y="43807"/>
                    <a:pt x="71538" y="42833"/>
                    <a:pt x="71651" y="41330"/>
                  </a:cubicBezTo>
                  <a:cubicBezTo>
                    <a:pt x="71818" y="38961"/>
                    <a:pt x="72218" y="36326"/>
                    <a:pt x="72986" y="34125"/>
                  </a:cubicBezTo>
                  <a:cubicBezTo>
                    <a:pt x="73319" y="33091"/>
                    <a:pt x="73052" y="31956"/>
                    <a:pt x="72252" y="31256"/>
                  </a:cubicBezTo>
                  <a:cubicBezTo>
                    <a:pt x="56274" y="16712"/>
                    <a:pt x="11275" y="0"/>
                    <a:pt x="10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2" name="Google Shape;5582;p26"/>
            <p:cNvSpPr/>
            <p:nvPr/>
          </p:nvSpPr>
          <p:spPr>
            <a:xfrm>
              <a:off x="3874575" y="3072363"/>
              <a:ext cx="1687900" cy="1388950"/>
            </a:xfrm>
            <a:custGeom>
              <a:avLst/>
              <a:gdLst/>
              <a:ahLst/>
              <a:cxnLst/>
              <a:rect l="l" t="t" r="r" b="b"/>
              <a:pathLst>
                <a:path w="67516" h="55558" extrusionOk="0">
                  <a:moveTo>
                    <a:pt x="67" y="0"/>
                  </a:moveTo>
                  <a:cubicBezTo>
                    <a:pt x="34" y="67"/>
                    <a:pt x="34" y="33"/>
                    <a:pt x="0" y="67"/>
                  </a:cubicBezTo>
                  <a:cubicBezTo>
                    <a:pt x="16979" y="16979"/>
                    <a:pt x="36593" y="38361"/>
                    <a:pt x="44466" y="54072"/>
                  </a:cubicBezTo>
                  <a:cubicBezTo>
                    <a:pt x="44945" y="55049"/>
                    <a:pt x="45883" y="55558"/>
                    <a:pt x="46835" y="55558"/>
                  </a:cubicBezTo>
                  <a:cubicBezTo>
                    <a:pt x="47605" y="55558"/>
                    <a:pt x="48384" y="55225"/>
                    <a:pt x="48935" y="54539"/>
                  </a:cubicBezTo>
                  <a:cubicBezTo>
                    <a:pt x="53238" y="49135"/>
                    <a:pt x="58676" y="46367"/>
                    <a:pt x="64080" y="46033"/>
                  </a:cubicBezTo>
                  <a:cubicBezTo>
                    <a:pt x="66481" y="45900"/>
                    <a:pt x="67515" y="42931"/>
                    <a:pt x="65681" y="41363"/>
                  </a:cubicBezTo>
                  <a:cubicBezTo>
                    <a:pt x="49936" y="28053"/>
                    <a:pt x="22650" y="11508"/>
                    <a:pt x="6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3" name="Google Shape;5583;p26"/>
            <p:cNvSpPr/>
            <p:nvPr/>
          </p:nvSpPr>
          <p:spPr>
            <a:xfrm>
              <a:off x="3833700" y="3074013"/>
              <a:ext cx="1148675" cy="1546025"/>
            </a:xfrm>
            <a:custGeom>
              <a:avLst/>
              <a:gdLst/>
              <a:ahLst/>
              <a:cxnLst/>
              <a:rect l="l" t="t" r="r" b="b"/>
              <a:pathLst>
                <a:path w="45947" h="61841" extrusionOk="0">
                  <a:moveTo>
                    <a:pt x="1635" y="1"/>
                  </a:moveTo>
                  <a:cubicBezTo>
                    <a:pt x="1602" y="34"/>
                    <a:pt x="1569" y="34"/>
                    <a:pt x="1502" y="34"/>
                  </a:cubicBezTo>
                  <a:cubicBezTo>
                    <a:pt x="1402" y="168"/>
                    <a:pt x="1302" y="334"/>
                    <a:pt x="1168" y="501"/>
                  </a:cubicBezTo>
                  <a:cubicBezTo>
                    <a:pt x="301" y="17547"/>
                    <a:pt x="1" y="38995"/>
                    <a:pt x="1869" y="59443"/>
                  </a:cubicBezTo>
                  <a:cubicBezTo>
                    <a:pt x="1989" y="60884"/>
                    <a:pt x="3215" y="61841"/>
                    <a:pt x="4515" y="61841"/>
                  </a:cubicBezTo>
                  <a:cubicBezTo>
                    <a:pt x="5021" y="61841"/>
                    <a:pt x="5538" y="61696"/>
                    <a:pt x="6005" y="61378"/>
                  </a:cubicBezTo>
                  <a:cubicBezTo>
                    <a:pt x="12280" y="57075"/>
                    <a:pt x="22400" y="54418"/>
                    <a:pt x="31722" y="54418"/>
                  </a:cubicBezTo>
                  <a:cubicBezTo>
                    <a:pt x="35335" y="54418"/>
                    <a:pt x="38828" y="54817"/>
                    <a:pt x="41931" y="55674"/>
                  </a:cubicBezTo>
                  <a:cubicBezTo>
                    <a:pt x="42172" y="55738"/>
                    <a:pt x="42409" y="55768"/>
                    <a:pt x="42637" y="55768"/>
                  </a:cubicBezTo>
                  <a:cubicBezTo>
                    <a:pt x="44562" y="55768"/>
                    <a:pt x="45947" y="53653"/>
                    <a:pt x="44933" y="51805"/>
                  </a:cubicBezTo>
                  <a:cubicBezTo>
                    <a:pt x="36427" y="36360"/>
                    <a:pt x="17847" y="16112"/>
                    <a:pt x="163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584" name="Google Shape;5584;p26"/>
            <p:cNvGrpSpPr/>
            <p:nvPr/>
          </p:nvGrpSpPr>
          <p:grpSpPr>
            <a:xfrm>
              <a:off x="2087475" y="2783813"/>
              <a:ext cx="3624275" cy="1836225"/>
              <a:chOff x="112275" y="2665738"/>
              <a:chExt cx="3624275" cy="1836225"/>
            </a:xfrm>
          </p:grpSpPr>
          <p:sp>
            <p:nvSpPr>
              <p:cNvPr id="5585" name="Google Shape;5585;p26"/>
              <p:cNvSpPr/>
              <p:nvPr/>
            </p:nvSpPr>
            <p:spPr>
              <a:xfrm>
                <a:off x="112275" y="2948438"/>
                <a:ext cx="1777125" cy="1163775"/>
              </a:xfrm>
              <a:custGeom>
                <a:avLst/>
                <a:gdLst/>
                <a:ahLst/>
                <a:cxnLst/>
                <a:rect l="l" t="t" r="r" b="b"/>
                <a:pathLst>
                  <a:path w="71085" h="46551" extrusionOk="0">
                    <a:moveTo>
                      <a:pt x="71051" y="1"/>
                    </a:moveTo>
                    <a:cubicBezTo>
                      <a:pt x="59209" y="601"/>
                      <a:pt x="18213" y="15879"/>
                      <a:pt x="1301" y="29722"/>
                    </a:cubicBezTo>
                    <a:cubicBezTo>
                      <a:pt x="100" y="30723"/>
                      <a:pt x="0" y="32524"/>
                      <a:pt x="1101" y="33625"/>
                    </a:cubicBezTo>
                    <a:cubicBezTo>
                      <a:pt x="3569" y="36060"/>
                      <a:pt x="5371" y="39762"/>
                      <a:pt x="5904" y="44166"/>
                    </a:cubicBezTo>
                    <a:cubicBezTo>
                      <a:pt x="6057" y="45630"/>
                      <a:pt x="7285" y="46551"/>
                      <a:pt x="8555" y="46551"/>
                    </a:cubicBezTo>
                    <a:cubicBezTo>
                      <a:pt x="9222" y="46551"/>
                      <a:pt x="9901" y="46296"/>
                      <a:pt x="10441" y="45733"/>
                    </a:cubicBezTo>
                    <a:cubicBezTo>
                      <a:pt x="24151" y="31390"/>
                      <a:pt x="50203" y="12610"/>
                      <a:pt x="71051" y="568"/>
                    </a:cubicBezTo>
                    <a:cubicBezTo>
                      <a:pt x="71051" y="401"/>
                      <a:pt x="71051" y="201"/>
                      <a:pt x="71084" y="1"/>
                    </a:cubicBezTo>
                    <a:close/>
                  </a:path>
                </a:pathLst>
              </a:custGeom>
              <a:solidFill>
                <a:srgbClr val="191919">
                  <a:alpha val="284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86" name="Google Shape;5586;p26"/>
              <p:cNvSpPr/>
              <p:nvPr/>
            </p:nvSpPr>
            <p:spPr>
              <a:xfrm>
                <a:off x="360775" y="2962613"/>
                <a:ext cx="1529450" cy="1427300"/>
              </a:xfrm>
              <a:custGeom>
                <a:avLst/>
                <a:gdLst/>
                <a:ahLst/>
                <a:cxnLst/>
                <a:rect l="l" t="t" r="r" b="b"/>
                <a:pathLst>
                  <a:path w="61178" h="57092" extrusionOk="0">
                    <a:moveTo>
                      <a:pt x="61111" y="1"/>
                    </a:moveTo>
                    <a:cubicBezTo>
                      <a:pt x="40830" y="11709"/>
                      <a:pt x="15678" y="29789"/>
                      <a:pt x="1668" y="43932"/>
                    </a:cubicBezTo>
                    <a:cubicBezTo>
                      <a:pt x="1" y="45633"/>
                      <a:pt x="1235" y="48435"/>
                      <a:pt x="3603" y="48435"/>
                    </a:cubicBezTo>
                    <a:cubicBezTo>
                      <a:pt x="10441" y="48469"/>
                      <a:pt x="18947" y="51604"/>
                      <a:pt x="23250" y="56208"/>
                    </a:cubicBezTo>
                    <a:cubicBezTo>
                      <a:pt x="23794" y="56806"/>
                      <a:pt x="24517" y="57091"/>
                      <a:pt x="25231" y="57091"/>
                    </a:cubicBezTo>
                    <a:cubicBezTo>
                      <a:pt x="26228" y="57091"/>
                      <a:pt x="27207" y="56537"/>
                      <a:pt x="27654" y="55507"/>
                    </a:cubicBezTo>
                    <a:cubicBezTo>
                      <a:pt x="34525" y="39529"/>
                      <a:pt x="48001" y="18180"/>
                      <a:pt x="61178" y="101"/>
                    </a:cubicBezTo>
                    <a:cubicBezTo>
                      <a:pt x="61144" y="34"/>
                      <a:pt x="61144" y="67"/>
                      <a:pt x="61111" y="1"/>
                    </a:cubicBezTo>
                    <a:close/>
                  </a:path>
                </a:pathLst>
              </a:custGeom>
              <a:solidFill>
                <a:srgbClr val="191919">
                  <a:alpha val="189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87" name="Google Shape;5587;p26"/>
              <p:cNvSpPr/>
              <p:nvPr/>
            </p:nvSpPr>
            <p:spPr>
              <a:xfrm>
                <a:off x="1047450" y="2968463"/>
                <a:ext cx="858600" cy="1520275"/>
              </a:xfrm>
              <a:custGeom>
                <a:avLst/>
                <a:gdLst/>
                <a:ahLst/>
                <a:cxnLst/>
                <a:rect l="l" t="t" r="r" b="b"/>
                <a:pathLst>
                  <a:path w="34344" h="60811" extrusionOk="0">
                    <a:moveTo>
                      <a:pt x="33610" y="0"/>
                    </a:moveTo>
                    <a:lnTo>
                      <a:pt x="33610" y="0"/>
                    </a:lnTo>
                    <a:cubicBezTo>
                      <a:pt x="20868" y="17479"/>
                      <a:pt x="7859" y="38027"/>
                      <a:pt x="820" y="53805"/>
                    </a:cubicBezTo>
                    <a:cubicBezTo>
                      <a:pt x="1" y="55627"/>
                      <a:pt x="1392" y="57532"/>
                      <a:pt x="3259" y="57532"/>
                    </a:cubicBezTo>
                    <a:cubicBezTo>
                      <a:pt x="3442" y="57532"/>
                      <a:pt x="3631" y="57514"/>
                      <a:pt x="3823" y="57475"/>
                    </a:cubicBezTo>
                    <a:cubicBezTo>
                      <a:pt x="5960" y="57013"/>
                      <a:pt x="8473" y="56796"/>
                      <a:pt x="11131" y="56796"/>
                    </a:cubicBezTo>
                    <a:cubicBezTo>
                      <a:pt x="17887" y="56796"/>
                      <a:pt x="25582" y="58197"/>
                      <a:pt x="30442" y="60543"/>
                    </a:cubicBezTo>
                    <a:cubicBezTo>
                      <a:pt x="30815" y="60727"/>
                      <a:pt x="31200" y="60811"/>
                      <a:pt x="31574" y="60811"/>
                    </a:cubicBezTo>
                    <a:cubicBezTo>
                      <a:pt x="33038" y="60811"/>
                      <a:pt x="34344" y="59529"/>
                      <a:pt x="34211" y="57908"/>
                    </a:cubicBezTo>
                    <a:cubicBezTo>
                      <a:pt x="32443" y="37794"/>
                      <a:pt x="32777" y="16745"/>
                      <a:pt x="33610" y="0"/>
                    </a:cubicBezTo>
                    <a:close/>
                  </a:path>
                </a:pathLst>
              </a:custGeom>
              <a:solidFill>
                <a:srgbClr val="191919">
                  <a:alpha val="150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88" name="Google Shape;5588;p26"/>
              <p:cNvSpPr/>
              <p:nvPr/>
            </p:nvSpPr>
            <p:spPr>
              <a:xfrm>
                <a:off x="1903550" y="2947613"/>
                <a:ext cx="1833000" cy="1095200"/>
              </a:xfrm>
              <a:custGeom>
                <a:avLst/>
                <a:gdLst/>
                <a:ahLst/>
                <a:cxnLst/>
                <a:rect l="l" t="t" r="r" b="b"/>
                <a:pathLst>
                  <a:path w="73320" h="43808" extrusionOk="0">
                    <a:moveTo>
                      <a:pt x="100" y="0"/>
                    </a:moveTo>
                    <a:lnTo>
                      <a:pt x="0" y="334"/>
                    </a:lnTo>
                    <a:cubicBezTo>
                      <a:pt x="23450" y="12276"/>
                      <a:pt x="51837" y="29588"/>
                      <a:pt x="67248" y="43131"/>
                    </a:cubicBezTo>
                    <a:cubicBezTo>
                      <a:pt x="67767" y="43597"/>
                      <a:pt x="68383" y="43807"/>
                      <a:pt x="68988" y="43807"/>
                    </a:cubicBezTo>
                    <a:cubicBezTo>
                      <a:pt x="70289" y="43807"/>
                      <a:pt x="71538" y="42833"/>
                      <a:pt x="71651" y="41330"/>
                    </a:cubicBezTo>
                    <a:cubicBezTo>
                      <a:pt x="71818" y="38961"/>
                      <a:pt x="72218" y="36326"/>
                      <a:pt x="72986" y="34125"/>
                    </a:cubicBezTo>
                    <a:cubicBezTo>
                      <a:pt x="73319" y="33091"/>
                      <a:pt x="73052" y="31956"/>
                      <a:pt x="72252" y="31256"/>
                    </a:cubicBezTo>
                    <a:cubicBezTo>
                      <a:pt x="56274" y="16712"/>
                      <a:pt x="11275" y="0"/>
                      <a:pt x="100" y="0"/>
                    </a:cubicBezTo>
                    <a:close/>
                  </a:path>
                </a:pathLst>
              </a:custGeom>
              <a:solidFill>
                <a:srgbClr val="191919">
                  <a:alpha val="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89" name="Google Shape;5589;p26"/>
              <p:cNvSpPr/>
              <p:nvPr/>
            </p:nvSpPr>
            <p:spPr>
              <a:xfrm>
                <a:off x="1899375" y="2954288"/>
                <a:ext cx="1687900" cy="1388950"/>
              </a:xfrm>
              <a:custGeom>
                <a:avLst/>
                <a:gdLst/>
                <a:ahLst/>
                <a:cxnLst/>
                <a:rect l="l" t="t" r="r" b="b"/>
                <a:pathLst>
                  <a:path w="67516" h="55558" extrusionOk="0">
                    <a:moveTo>
                      <a:pt x="67" y="0"/>
                    </a:moveTo>
                    <a:cubicBezTo>
                      <a:pt x="34" y="67"/>
                      <a:pt x="34" y="33"/>
                      <a:pt x="0" y="67"/>
                    </a:cubicBezTo>
                    <a:cubicBezTo>
                      <a:pt x="16979" y="16979"/>
                      <a:pt x="36593" y="38361"/>
                      <a:pt x="44466" y="54072"/>
                    </a:cubicBezTo>
                    <a:cubicBezTo>
                      <a:pt x="44945" y="55049"/>
                      <a:pt x="45883" y="55558"/>
                      <a:pt x="46835" y="55558"/>
                    </a:cubicBezTo>
                    <a:cubicBezTo>
                      <a:pt x="47605" y="55558"/>
                      <a:pt x="48384" y="55225"/>
                      <a:pt x="48935" y="54539"/>
                    </a:cubicBezTo>
                    <a:cubicBezTo>
                      <a:pt x="53238" y="49135"/>
                      <a:pt x="58676" y="46367"/>
                      <a:pt x="64080" y="46033"/>
                    </a:cubicBezTo>
                    <a:cubicBezTo>
                      <a:pt x="66481" y="45900"/>
                      <a:pt x="67515" y="42931"/>
                      <a:pt x="65681" y="41363"/>
                    </a:cubicBezTo>
                    <a:cubicBezTo>
                      <a:pt x="49936" y="28053"/>
                      <a:pt x="22650" y="11508"/>
                      <a:pt x="67" y="0"/>
                    </a:cubicBezTo>
                    <a:close/>
                  </a:path>
                </a:pathLst>
              </a:custGeom>
              <a:solidFill>
                <a:srgbClr val="191919">
                  <a:alpha val="61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90" name="Google Shape;5590;p26"/>
              <p:cNvSpPr/>
              <p:nvPr/>
            </p:nvSpPr>
            <p:spPr>
              <a:xfrm>
                <a:off x="1858500" y="2955938"/>
                <a:ext cx="1148675" cy="1546025"/>
              </a:xfrm>
              <a:custGeom>
                <a:avLst/>
                <a:gdLst/>
                <a:ahLst/>
                <a:cxnLst/>
                <a:rect l="l" t="t" r="r" b="b"/>
                <a:pathLst>
                  <a:path w="45947" h="61841" extrusionOk="0">
                    <a:moveTo>
                      <a:pt x="1635" y="1"/>
                    </a:moveTo>
                    <a:cubicBezTo>
                      <a:pt x="1602" y="34"/>
                      <a:pt x="1569" y="34"/>
                      <a:pt x="1502" y="34"/>
                    </a:cubicBezTo>
                    <a:cubicBezTo>
                      <a:pt x="1402" y="168"/>
                      <a:pt x="1302" y="334"/>
                      <a:pt x="1168" y="501"/>
                    </a:cubicBezTo>
                    <a:cubicBezTo>
                      <a:pt x="301" y="17547"/>
                      <a:pt x="1" y="38995"/>
                      <a:pt x="1869" y="59443"/>
                    </a:cubicBezTo>
                    <a:cubicBezTo>
                      <a:pt x="1989" y="60884"/>
                      <a:pt x="3215" y="61841"/>
                      <a:pt x="4515" y="61841"/>
                    </a:cubicBezTo>
                    <a:cubicBezTo>
                      <a:pt x="5021" y="61841"/>
                      <a:pt x="5538" y="61696"/>
                      <a:pt x="6005" y="61378"/>
                    </a:cubicBezTo>
                    <a:cubicBezTo>
                      <a:pt x="12280" y="57075"/>
                      <a:pt x="22400" y="54418"/>
                      <a:pt x="31722" y="54418"/>
                    </a:cubicBezTo>
                    <a:cubicBezTo>
                      <a:pt x="35335" y="54418"/>
                      <a:pt x="38828" y="54817"/>
                      <a:pt x="41931" y="55674"/>
                    </a:cubicBezTo>
                    <a:cubicBezTo>
                      <a:pt x="42172" y="55738"/>
                      <a:pt x="42409" y="55768"/>
                      <a:pt x="42637" y="55768"/>
                    </a:cubicBezTo>
                    <a:cubicBezTo>
                      <a:pt x="44562" y="55768"/>
                      <a:pt x="45947" y="53653"/>
                      <a:pt x="44933" y="51805"/>
                    </a:cubicBezTo>
                    <a:cubicBezTo>
                      <a:pt x="36427" y="36360"/>
                      <a:pt x="17847" y="16112"/>
                      <a:pt x="1635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91" name="Google Shape;5591;p26"/>
              <p:cNvSpPr/>
              <p:nvPr/>
            </p:nvSpPr>
            <p:spPr>
              <a:xfrm>
                <a:off x="112275" y="2948438"/>
                <a:ext cx="2249125" cy="1553525"/>
              </a:xfrm>
              <a:custGeom>
                <a:avLst/>
                <a:gdLst/>
                <a:ahLst/>
                <a:cxnLst/>
                <a:rect l="l" t="t" r="r" b="b"/>
                <a:pathLst>
                  <a:path w="89965" h="62141" extrusionOk="0">
                    <a:moveTo>
                      <a:pt x="71585" y="58242"/>
                    </a:moveTo>
                    <a:lnTo>
                      <a:pt x="71585" y="58242"/>
                    </a:lnTo>
                    <a:cubicBezTo>
                      <a:pt x="71590" y="58323"/>
                      <a:pt x="71595" y="58404"/>
                      <a:pt x="71601" y="58485"/>
                    </a:cubicBezTo>
                    <a:lnTo>
                      <a:pt x="71601" y="58485"/>
                    </a:lnTo>
                    <a:cubicBezTo>
                      <a:pt x="71593" y="58407"/>
                      <a:pt x="71585" y="58324"/>
                      <a:pt x="71585" y="58242"/>
                    </a:cubicBezTo>
                    <a:close/>
                    <a:moveTo>
                      <a:pt x="71017" y="1"/>
                    </a:moveTo>
                    <a:lnTo>
                      <a:pt x="71017" y="1"/>
                    </a:lnTo>
                    <a:cubicBezTo>
                      <a:pt x="59142" y="634"/>
                      <a:pt x="18180" y="15879"/>
                      <a:pt x="1301" y="29722"/>
                    </a:cubicBezTo>
                    <a:cubicBezTo>
                      <a:pt x="100" y="30723"/>
                      <a:pt x="0" y="32524"/>
                      <a:pt x="1101" y="33625"/>
                    </a:cubicBezTo>
                    <a:cubicBezTo>
                      <a:pt x="3569" y="36060"/>
                      <a:pt x="5371" y="39762"/>
                      <a:pt x="5871" y="44166"/>
                    </a:cubicBezTo>
                    <a:cubicBezTo>
                      <a:pt x="6046" y="45630"/>
                      <a:pt x="7281" y="46551"/>
                      <a:pt x="8544" y="46551"/>
                    </a:cubicBezTo>
                    <a:cubicBezTo>
                      <a:pt x="9208" y="46551"/>
                      <a:pt x="9879" y="46296"/>
                      <a:pt x="10408" y="45733"/>
                    </a:cubicBezTo>
                    <a:cubicBezTo>
                      <a:pt x="10808" y="45333"/>
                      <a:pt x="11208" y="44933"/>
                      <a:pt x="11608" y="44532"/>
                    </a:cubicBezTo>
                    <a:lnTo>
                      <a:pt x="11608" y="44532"/>
                    </a:lnTo>
                    <a:cubicBezTo>
                      <a:pt x="9974" y="46200"/>
                      <a:pt x="11175" y="49002"/>
                      <a:pt x="13543" y="49002"/>
                    </a:cubicBezTo>
                    <a:cubicBezTo>
                      <a:pt x="20381" y="49036"/>
                      <a:pt x="28887" y="52171"/>
                      <a:pt x="33190" y="56775"/>
                    </a:cubicBezTo>
                    <a:cubicBezTo>
                      <a:pt x="33734" y="57373"/>
                      <a:pt x="34457" y="57658"/>
                      <a:pt x="35171" y="57658"/>
                    </a:cubicBezTo>
                    <a:cubicBezTo>
                      <a:pt x="36168" y="57658"/>
                      <a:pt x="37147" y="57104"/>
                      <a:pt x="37594" y="56074"/>
                    </a:cubicBezTo>
                    <a:cubicBezTo>
                      <a:pt x="37794" y="55574"/>
                      <a:pt x="37994" y="55107"/>
                      <a:pt x="38227" y="54606"/>
                    </a:cubicBezTo>
                    <a:lnTo>
                      <a:pt x="38227" y="54606"/>
                    </a:lnTo>
                    <a:cubicBezTo>
                      <a:pt x="37408" y="56428"/>
                      <a:pt x="38799" y="58333"/>
                      <a:pt x="40666" y="58333"/>
                    </a:cubicBezTo>
                    <a:cubicBezTo>
                      <a:pt x="40849" y="58333"/>
                      <a:pt x="41038" y="58315"/>
                      <a:pt x="41230" y="58276"/>
                    </a:cubicBezTo>
                    <a:cubicBezTo>
                      <a:pt x="43367" y="57814"/>
                      <a:pt x="45880" y="57597"/>
                      <a:pt x="48538" y="57597"/>
                    </a:cubicBezTo>
                    <a:cubicBezTo>
                      <a:pt x="55294" y="57597"/>
                      <a:pt x="62989" y="58998"/>
                      <a:pt x="67849" y="61344"/>
                    </a:cubicBezTo>
                    <a:cubicBezTo>
                      <a:pt x="68217" y="61519"/>
                      <a:pt x="68597" y="61599"/>
                      <a:pt x="68967" y="61599"/>
                    </a:cubicBezTo>
                    <a:cubicBezTo>
                      <a:pt x="70405" y="61599"/>
                      <a:pt x="71694" y="60389"/>
                      <a:pt x="71625" y="58814"/>
                    </a:cubicBezTo>
                    <a:lnTo>
                      <a:pt x="71625" y="58814"/>
                    </a:lnTo>
                    <a:cubicBezTo>
                      <a:pt x="71648" y="59124"/>
                      <a:pt x="71677" y="59434"/>
                      <a:pt x="71718" y="59743"/>
                    </a:cubicBezTo>
                    <a:cubicBezTo>
                      <a:pt x="71838" y="61184"/>
                      <a:pt x="73064" y="62141"/>
                      <a:pt x="74364" y="62141"/>
                    </a:cubicBezTo>
                    <a:cubicBezTo>
                      <a:pt x="74870" y="62141"/>
                      <a:pt x="75387" y="61996"/>
                      <a:pt x="75854" y="61678"/>
                    </a:cubicBezTo>
                    <a:cubicBezTo>
                      <a:pt x="79557" y="59143"/>
                      <a:pt x="84560" y="57175"/>
                      <a:pt x="89964" y="56007"/>
                    </a:cubicBezTo>
                    <a:cubicBezTo>
                      <a:pt x="89764" y="55974"/>
                      <a:pt x="89531" y="55874"/>
                      <a:pt x="89331" y="55774"/>
                    </a:cubicBezTo>
                    <a:cubicBezTo>
                      <a:pt x="84466" y="53426"/>
                      <a:pt x="76762" y="52041"/>
                      <a:pt x="70001" y="52041"/>
                    </a:cubicBezTo>
                    <a:cubicBezTo>
                      <a:pt x="67350" y="52041"/>
                      <a:pt x="64844" y="52254"/>
                      <a:pt x="62712" y="52705"/>
                    </a:cubicBezTo>
                    <a:cubicBezTo>
                      <a:pt x="62205" y="52816"/>
                      <a:pt x="61561" y="52870"/>
                      <a:pt x="60853" y="52870"/>
                    </a:cubicBezTo>
                    <a:cubicBezTo>
                      <a:pt x="58578" y="52870"/>
                      <a:pt x="55657" y="52306"/>
                      <a:pt x="54639" y="51237"/>
                    </a:cubicBezTo>
                    <a:cubicBezTo>
                      <a:pt x="50369" y="46601"/>
                      <a:pt x="41830" y="43498"/>
                      <a:pt x="35025" y="43465"/>
                    </a:cubicBezTo>
                    <a:cubicBezTo>
                      <a:pt x="32657" y="43465"/>
                      <a:pt x="27620" y="40863"/>
                      <a:pt x="27353" y="38628"/>
                    </a:cubicBezTo>
                    <a:cubicBezTo>
                      <a:pt x="26853" y="34225"/>
                      <a:pt x="25051" y="30522"/>
                      <a:pt x="22550" y="28054"/>
                    </a:cubicBezTo>
                    <a:cubicBezTo>
                      <a:pt x="21449" y="26987"/>
                      <a:pt x="21582" y="25152"/>
                      <a:pt x="22783" y="24185"/>
                    </a:cubicBezTo>
                    <a:cubicBezTo>
                      <a:pt x="33624" y="15278"/>
                      <a:pt x="54406" y="5805"/>
                      <a:pt x="71017" y="1"/>
                    </a:cubicBezTo>
                    <a:close/>
                  </a:path>
                </a:pathLst>
              </a:custGeom>
              <a:solidFill>
                <a:srgbClr val="191919">
                  <a:alpha val="284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92" name="Google Shape;5592;p26"/>
              <p:cNvSpPr/>
              <p:nvPr/>
            </p:nvSpPr>
            <p:spPr>
              <a:xfrm>
                <a:off x="1820150" y="2665738"/>
                <a:ext cx="184325" cy="255200"/>
              </a:xfrm>
              <a:custGeom>
                <a:avLst/>
                <a:gdLst/>
                <a:ahLst/>
                <a:cxnLst/>
                <a:rect l="l" t="t" r="r" b="b"/>
                <a:pathLst>
                  <a:path w="7373" h="10208" extrusionOk="0">
                    <a:moveTo>
                      <a:pt x="3670" y="0"/>
                    </a:moveTo>
                    <a:cubicBezTo>
                      <a:pt x="1835" y="0"/>
                      <a:pt x="1" y="10208"/>
                      <a:pt x="1" y="10208"/>
                    </a:cubicBezTo>
                    <a:lnTo>
                      <a:pt x="7372" y="10208"/>
                    </a:lnTo>
                    <a:cubicBezTo>
                      <a:pt x="7372" y="10208"/>
                      <a:pt x="5538" y="0"/>
                      <a:pt x="36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93" name="Google Shape;5593;p26"/>
              <p:cNvSpPr/>
              <p:nvPr/>
            </p:nvSpPr>
            <p:spPr>
              <a:xfrm>
                <a:off x="1765100" y="2865038"/>
                <a:ext cx="293575" cy="111775"/>
              </a:xfrm>
              <a:custGeom>
                <a:avLst/>
                <a:gdLst/>
                <a:ahLst/>
                <a:cxnLst/>
                <a:rect l="l" t="t" r="r" b="b"/>
                <a:pathLst>
                  <a:path w="11743" h="4471" extrusionOk="0">
                    <a:moveTo>
                      <a:pt x="2002" y="1"/>
                    </a:moveTo>
                    <a:cubicBezTo>
                      <a:pt x="902" y="1"/>
                      <a:pt x="1" y="902"/>
                      <a:pt x="1" y="2002"/>
                    </a:cubicBezTo>
                    <a:lnTo>
                      <a:pt x="1" y="2469"/>
                    </a:lnTo>
                    <a:cubicBezTo>
                      <a:pt x="1" y="3570"/>
                      <a:pt x="902" y="4471"/>
                      <a:pt x="2002" y="4471"/>
                    </a:cubicBezTo>
                    <a:lnTo>
                      <a:pt x="9741" y="4471"/>
                    </a:lnTo>
                    <a:cubicBezTo>
                      <a:pt x="10875" y="4471"/>
                      <a:pt x="11743" y="3570"/>
                      <a:pt x="11743" y="2469"/>
                    </a:cubicBezTo>
                    <a:lnTo>
                      <a:pt x="11743" y="2002"/>
                    </a:lnTo>
                    <a:cubicBezTo>
                      <a:pt x="11743" y="902"/>
                      <a:pt x="10875" y="1"/>
                      <a:pt x="974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594" name="Google Shape;5594;p26"/>
          <p:cNvGrpSpPr/>
          <p:nvPr/>
        </p:nvGrpSpPr>
        <p:grpSpPr>
          <a:xfrm>
            <a:off x="3732607" y="4658911"/>
            <a:ext cx="3369488" cy="1707138"/>
            <a:chOff x="7924800" y="529913"/>
            <a:chExt cx="3624275" cy="1836225"/>
          </a:xfrm>
        </p:grpSpPr>
        <p:sp>
          <p:nvSpPr>
            <p:cNvPr id="5595" name="Google Shape;5595;p26"/>
            <p:cNvSpPr/>
            <p:nvPr/>
          </p:nvSpPr>
          <p:spPr>
            <a:xfrm>
              <a:off x="7924800" y="812613"/>
              <a:ext cx="1777125" cy="1163775"/>
            </a:xfrm>
            <a:custGeom>
              <a:avLst/>
              <a:gdLst/>
              <a:ahLst/>
              <a:cxnLst/>
              <a:rect l="l" t="t" r="r" b="b"/>
              <a:pathLst>
                <a:path w="71085" h="46551" extrusionOk="0">
                  <a:moveTo>
                    <a:pt x="71051" y="1"/>
                  </a:moveTo>
                  <a:cubicBezTo>
                    <a:pt x="59209" y="601"/>
                    <a:pt x="18213" y="15879"/>
                    <a:pt x="1301" y="29722"/>
                  </a:cubicBezTo>
                  <a:cubicBezTo>
                    <a:pt x="100" y="30723"/>
                    <a:pt x="0" y="32524"/>
                    <a:pt x="1101" y="33625"/>
                  </a:cubicBezTo>
                  <a:cubicBezTo>
                    <a:pt x="3569" y="36060"/>
                    <a:pt x="5371" y="39762"/>
                    <a:pt x="5904" y="44166"/>
                  </a:cubicBezTo>
                  <a:cubicBezTo>
                    <a:pt x="6057" y="45630"/>
                    <a:pt x="7285" y="46551"/>
                    <a:pt x="8555" y="46551"/>
                  </a:cubicBezTo>
                  <a:cubicBezTo>
                    <a:pt x="9222" y="46551"/>
                    <a:pt x="9901" y="46296"/>
                    <a:pt x="10441" y="45733"/>
                  </a:cubicBezTo>
                  <a:cubicBezTo>
                    <a:pt x="24151" y="31390"/>
                    <a:pt x="50203" y="12610"/>
                    <a:pt x="71051" y="568"/>
                  </a:cubicBezTo>
                  <a:cubicBezTo>
                    <a:pt x="71051" y="401"/>
                    <a:pt x="71051" y="201"/>
                    <a:pt x="7108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6" name="Google Shape;5596;p26"/>
            <p:cNvSpPr/>
            <p:nvPr/>
          </p:nvSpPr>
          <p:spPr>
            <a:xfrm>
              <a:off x="8173300" y="826788"/>
              <a:ext cx="1529450" cy="1427300"/>
            </a:xfrm>
            <a:custGeom>
              <a:avLst/>
              <a:gdLst/>
              <a:ahLst/>
              <a:cxnLst/>
              <a:rect l="l" t="t" r="r" b="b"/>
              <a:pathLst>
                <a:path w="61178" h="57092" extrusionOk="0">
                  <a:moveTo>
                    <a:pt x="61111" y="1"/>
                  </a:moveTo>
                  <a:cubicBezTo>
                    <a:pt x="40830" y="11709"/>
                    <a:pt x="15678" y="29789"/>
                    <a:pt x="1668" y="43932"/>
                  </a:cubicBezTo>
                  <a:cubicBezTo>
                    <a:pt x="1" y="45633"/>
                    <a:pt x="1235" y="48435"/>
                    <a:pt x="3603" y="48435"/>
                  </a:cubicBezTo>
                  <a:cubicBezTo>
                    <a:pt x="10441" y="48469"/>
                    <a:pt x="18947" y="51604"/>
                    <a:pt x="23250" y="56208"/>
                  </a:cubicBezTo>
                  <a:cubicBezTo>
                    <a:pt x="23794" y="56806"/>
                    <a:pt x="24517" y="57091"/>
                    <a:pt x="25231" y="57091"/>
                  </a:cubicBezTo>
                  <a:cubicBezTo>
                    <a:pt x="26228" y="57091"/>
                    <a:pt x="27207" y="56537"/>
                    <a:pt x="27654" y="55507"/>
                  </a:cubicBezTo>
                  <a:cubicBezTo>
                    <a:pt x="34525" y="39529"/>
                    <a:pt x="48001" y="18180"/>
                    <a:pt x="61178" y="101"/>
                  </a:cubicBezTo>
                  <a:cubicBezTo>
                    <a:pt x="61144" y="34"/>
                    <a:pt x="61144" y="67"/>
                    <a:pt x="6111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7" name="Google Shape;5597;p26"/>
            <p:cNvSpPr/>
            <p:nvPr/>
          </p:nvSpPr>
          <p:spPr>
            <a:xfrm>
              <a:off x="8859975" y="832638"/>
              <a:ext cx="858600" cy="1520275"/>
            </a:xfrm>
            <a:custGeom>
              <a:avLst/>
              <a:gdLst/>
              <a:ahLst/>
              <a:cxnLst/>
              <a:rect l="l" t="t" r="r" b="b"/>
              <a:pathLst>
                <a:path w="34344" h="60811" extrusionOk="0">
                  <a:moveTo>
                    <a:pt x="33610" y="0"/>
                  </a:moveTo>
                  <a:lnTo>
                    <a:pt x="33610" y="0"/>
                  </a:lnTo>
                  <a:cubicBezTo>
                    <a:pt x="20868" y="17479"/>
                    <a:pt x="7859" y="38027"/>
                    <a:pt x="820" y="53805"/>
                  </a:cubicBezTo>
                  <a:cubicBezTo>
                    <a:pt x="1" y="55627"/>
                    <a:pt x="1392" y="57532"/>
                    <a:pt x="3259" y="57532"/>
                  </a:cubicBezTo>
                  <a:cubicBezTo>
                    <a:pt x="3442" y="57532"/>
                    <a:pt x="3631" y="57514"/>
                    <a:pt x="3823" y="57475"/>
                  </a:cubicBezTo>
                  <a:cubicBezTo>
                    <a:pt x="5960" y="57013"/>
                    <a:pt x="8473" y="56796"/>
                    <a:pt x="11131" y="56796"/>
                  </a:cubicBezTo>
                  <a:cubicBezTo>
                    <a:pt x="17887" y="56796"/>
                    <a:pt x="25582" y="58197"/>
                    <a:pt x="30442" y="60543"/>
                  </a:cubicBezTo>
                  <a:cubicBezTo>
                    <a:pt x="30815" y="60727"/>
                    <a:pt x="31200" y="60811"/>
                    <a:pt x="31574" y="60811"/>
                  </a:cubicBezTo>
                  <a:cubicBezTo>
                    <a:pt x="33038" y="60811"/>
                    <a:pt x="34344" y="59529"/>
                    <a:pt x="34211" y="57908"/>
                  </a:cubicBezTo>
                  <a:cubicBezTo>
                    <a:pt x="32443" y="37794"/>
                    <a:pt x="32777" y="16745"/>
                    <a:pt x="3361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8" name="Google Shape;5598;p26"/>
            <p:cNvSpPr/>
            <p:nvPr/>
          </p:nvSpPr>
          <p:spPr>
            <a:xfrm>
              <a:off x="9716075" y="811788"/>
              <a:ext cx="1833000" cy="1095200"/>
            </a:xfrm>
            <a:custGeom>
              <a:avLst/>
              <a:gdLst/>
              <a:ahLst/>
              <a:cxnLst/>
              <a:rect l="l" t="t" r="r" b="b"/>
              <a:pathLst>
                <a:path w="73320" h="43808" extrusionOk="0">
                  <a:moveTo>
                    <a:pt x="100" y="0"/>
                  </a:moveTo>
                  <a:lnTo>
                    <a:pt x="0" y="334"/>
                  </a:lnTo>
                  <a:cubicBezTo>
                    <a:pt x="23450" y="12276"/>
                    <a:pt x="51837" y="29588"/>
                    <a:pt x="67248" y="43131"/>
                  </a:cubicBezTo>
                  <a:cubicBezTo>
                    <a:pt x="67767" y="43597"/>
                    <a:pt x="68383" y="43807"/>
                    <a:pt x="68988" y="43807"/>
                  </a:cubicBezTo>
                  <a:cubicBezTo>
                    <a:pt x="70289" y="43807"/>
                    <a:pt x="71538" y="42833"/>
                    <a:pt x="71651" y="41330"/>
                  </a:cubicBezTo>
                  <a:cubicBezTo>
                    <a:pt x="71818" y="38961"/>
                    <a:pt x="72218" y="36326"/>
                    <a:pt x="72986" y="34125"/>
                  </a:cubicBezTo>
                  <a:cubicBezTo>
                    <a:pt x="73319" y="33091"/>
                    <a:pt x="73052" y="31956"/>
                    <a:pt x="72252" y="31256"/>
                  </a:cubicBezTo>
                  <a:cubicBezTo>
                    <a:pt x="56274" y="16712"/>
                    <a:pt x="11275" y="0"/>
                    <a:pt x="10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9" name="Google Shape;5599;p26"/>
            <p:cNvSpPr/>
            <p:nvPr/>
          </p:nvSpPr>
          <p:spPr>
            <a:xfrm>
              <a:off x="9711900" y="818463"/>
              <a:ext cx="1687900" cy="1388950"/>
            </a:xfrm>
            <a:custGeom>
              <a:avLst/>
              <a:gdLst/>
              <a:ahLst/>
              <a:cxnLst/>
              <a:rect l="l" t="t" r="r" b="b"/>
              <a:pathLst>
                <a:path w="67516" h="55558" extrusionOk="0">
                  <a:moveTo>
                    <a:pt x="67" y="0"/>
                  </a:moveTo>
                  <a:cubicBezTo>
                    <a:pt x="34" y="67"/>
                    <a:pt x="34" y="33"/>
                    <a:pt x="0" y="67"/>
                  </a:cubicBezTo>
                  <a:cubicBezTo>
                    <a:pt x="16979" y="16979"/>
                    <a:pt x="36593" y="38361"/>
                    <a:pt x="44466" y="54072"/>
                  </a:cubicBezTo>
                  <a:cubicBezTo>
                    <a:pt x="44945" y="55049"/>
                    <a:pt x="45883" y="55558"/>
                    <a:pt x="46835" y="55558"/>
                  </a:cubicBezTo>
                  <a:cubicBezTo>
                    <a:pt x="47605" y="55558"/>
                    <a:pt x="48384" y="55225"/>
                    <a:pt x="48935" y="54539"/>
                  </a:cubicBezTo>
                  <a:cubicBezTo>
                    <a:pt x="53238" y="49135"/>
                    <a:pt x="58676" y="46367"/>
                    <a:pt x="64080" y="46033"/>
                  </a:cubicBezTo>
                  <a:cubicBezTo>
                    <a:pt x="66481" y="45900"/>
                    <a:pt x="67515" y="42931"/>
                    <a:pt x="65681" y="41363"/>
                  </a:cubicBezTo>
                  <a:cubicBezTo>
                    <a:pt x="49936" y="28053"/>
                    <a:pt x="22650" y="11508"/>
                    <a:pt x="6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0" name="Google Shape;5600;p26"/>
            <p:cNvSpPr/>
            <p:nvPr/>
          </p:nvSpPr>
          <p:spPr>
            <a:xfrm>
              <a:off x="9671025" y="820113"/>
              <a:ext cx="1148675" cy="1546025"/>
            </a:xfrm>
            <a:custGeom>
              <a:avLst/>
              <a:gdLst/>
              <a:ahLst/>
              <a:cxnLst/>
              <a:rect l="l" t="t" r="r" b="b"/>
              <a:pathLst>
                <a:path w="45947" h="61841" extrusionOk="0">
                  <a:moveTo>
                    <a:pt x="1635" y="1"/>
                  </a:moveTo>
                  <a:cubicBezTo>
                    <a:pt x="1602" y="34"/>
                    <a:pt x="1569" y="34"/>
                    <a:pt x="1502" y="34"/>
                  </a:cubicBezTo>
                  <a:cubicBezTo>
                    <a:pt x="1402" y="168"/>
                    <a:pt x="1302" y="334"/>
                    <a:pt x="1168" y="501"/>
                  </a:cubicBezTo>
                  <a:cubicBezTo>
                    <a:pt x="301" y="17547"/>
                    <a:pt x="1" y="38995"/>
                    <a:pt x="1869" y="59443"/>
                  </a:cubicBezTo>
                  <a:cubicBezTo>
                    <a:pt x="1989" y="60884"/>
                    <a:pt x="3215" y="61841"/>
                    <a:pt x="4515" y="61841"/>
                  </a:cubicBezTo>
                  <a:cubicBezTo>
                    <a:pt x="5021" y="61841"/>
                    <a:pt x="5538" y="61696"/>
                    <a:pt x="6005" y="61378"/>
                  </a:cubicBezTo>
                  <a:cubicBezTo>
                    <a:pt x="12280" y="57075"/>
                    <a:pt x="22400" y="54418"/>
                    <a:pt x="31722" y="54418"/>
                  </a:cubicBezTo>
                  <a:cubicBezTo>
                    <a:pt x="35335" y="54418"/>
                    <a:pt x="38828" y="54817"/>
                    <a:pt x="41931" y="55674"/>
                  </a:cubicBezTo>
                  <a:cubicBezTo>
                    <a:pt x="42172" y="55738"/>
                    <a:pt x="42409" y="55768"/>
                    <a:pt x="42637" y="55768"/>
                  </a:cubicBezTo>
                  <a:cubicBezTo>
                    <a:pt x="44562" y="55768"/>
                    <a:pt x="45947" y="53653"/>
                    <a:pt x="44933" y="51805"/>
                  </a:cubicBezTo>
                  <a:cubicBezTo>
                    <a:pt x="36427" y="36360"/>
                    <a:pt x="17847" y="16112"/>
                    <a:pt x="163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601" name="Google Shape;5601;p26"/>
            <p:cNvGrpSpPr/>
            <p:nvPr/>
          </p:nvGrpSpPr>
          <p:grpSpPr>
            <a:xfrm>
              <a:off x="7924800" y="529913"/>
              <a:ext cx="3624275" cy="1836225"/>
              <a:chOff x="112275" y="2665738"/>
              <a:chExt cx="3624275" cy="1836225"/>
            </a:xfrm>
          </p:grpSpPr>
          <p:sp>
            <p:nvSpPr>
              <p:cNvPr id="5602" name="Google Shape;5602;p26"/>
              <p:cNvSpPr/>
              <p:nvPr/>
            </p:nvSpPr>
            <p:spPr>
              <a:xfrm>
                <a:off x="112275" y="2948438"/>
                <a:ext cx="1777125" cy="1163775"/>
              </a:xfrm>
              <a:custGeom>
                <a:avLst/>
                <a:gdLst/>
                <a:ahLst/>
                <a:cxnLst/>
                <a:rect l="l" t="t" r="r" b="b"/>
                <a:pathLst>
                  <a:path w="71085" h="46551" extrusionOk="0">
                    <a:moveTo>
                      <a:pt x="71051" y="1"/>
                    </a:moveTo>
                    <a:cubicBezTo>
                      <a:pt x="59209" y="601"/>
                      <a:pt x="18213" y="15879"/>
                      <a:pt x="1301" y="29722"/>
                    </a:cubicBezTo>
                    <a:cubicBezTo>
                      <a:pt x="100" y="30723"/>
                      <a:pt x="0" y="32524"/>
                      <a:pt x="1101" y="33625"/>
                    </a:cubicBezTo>
                    <a:cubicBezTo>
                      <a:pt x="3569" y="36060"/>
                      <a:pt x="5371" y="39762"/>
                      <a:pt x="5904" y="44166"/>
                    </a:cubicBezTo>
                    <a:cubicBezTo>
                      <a:pt x="6057" y="45630"/>
                      <a:pt x="7285" y="46551"/>
                      <a:pt x="8555" y="46551"/>
                    </a:cubicBezTo>
                    <a:cubicBezTo>
                      <a:pt x="9222" y="46551"/>
                      <a:pt x="9901" y="46296"/>
                      <a:pt x="10441" y="45733"/>
                    </a:cubicBezTo>
                    <a:cubicBezTo>
                      <a:pt x="24151" y="31390"/>
                      <a:pt x="50203" y="12610"/>
                      <a:pt x="71051" y="568"/>
                    </a:cubicBezTo>
                    <a:cubicBezTo>
                      <a:pt x="71051" y="401"/>
                      <a:pt x="71051" y="201"/>
                      <a:pt x="71084" y="1"/>
                    </a:cubicBezTo>
                    <a:close/>
                  </a:path>
                </a:pathLst>
              </a:custGeom>
              <a:solidFill>
                <a:srgbClr val="191919">
                  <a:alpha val="284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03" name="Google Shape;5603;p26"/>
              <p:cNvSpPr/>
              <p:nvPr/>
            </p:nvSpPr>
            <p:spPr>
              <a:xfrm>
                <a:off x="360775" y="2962613"/>
                <a:ext cx="1529450" cy="1427300"/>
              </a:xfrm>
              <a:custGeom>
                <a:avLst/>
                <a:gdLst/>
                <a:ahLst/>
                <a:cxnLst/>
                <a:rect l="l" t="t" r="r" b="b"/>
                <a:pathLst>
                  <a:path w="61178" h="57092" extrusionOk="0">
                    <a:moveTo>
                      <a:pt x="61111" y="1"/>
                    </a:moveTo>
                    <a:cubicBezTo>
                      <a:pt x="40830" y="11709"/>
                      <a:pt x="15678" y="29789"/>
                      <a:pt x="1668" y="43932"/>
                    </a:cubicBezTo>
                    <a:cubicBezTo>
                      <a:pt x="1" y="45633"/>
                      <a:pt x="1235" y="48435"/>
                      <a:pt x="3603" y="48435"/>
                    </a:cubicBezTo>
                    <a:cubicBezTo>
                      <a:pt x="10441" y="48469"/>
                      <a:pt x="18947" y="51604"/>
                      <a:pt x="23250" y="56208"/>
                    </a:cubicBezTo>
                    <a:cubicBezTo>
                      <a:pt x="23794" y="56806"/>
                      <a:pt x="24517" y="57091"/>
                      <a:pt x="25231" y="57091"/>
                    </a:cubicBezTo>
                    <a:cubicBezTo>
                      <a:pt x="26228" y="57091"/>
                      <a:pt x="27207" y="56537"/>
                      <a:pt x="27654" y="55507"/>
                    </a:cubicBezTo>
                    <a:cubicBezTo>
                      <a:pt x="34525" y="39529"/>
                      <a:pt x="48001" y="18180"/>
                      <a:pt x="61178" y="101"/>
                    </a:cubicBezTo>
                    <a:cubicBezTo>
                      <a:pt x="61144" y="34"/>
                      <a:pt x="61144" y="67"/>
                      <a:pt x="61111" y="1"/>
                    </a:cubicBezTo>
                    <a:close/>
                  </a:path>
                </a:pathLst>
              </a:custGeom>
              <a:solidFill>
                <a:srgbClr val="191919">
                  <a:alpha val="189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04" name="Google Shape;5604;p26"/>
              <p:cNvSpPr/>
              <p:nvPr/>
            </p:nvSpPr>
            <p:spPr>
              <a:xfrm>
                <a:off x="1047450" y="2968463"/>
                <a:ext cx="858600" cy="1520275"/>
              </a:xfrm>
              <a:custGeom>
                <a:avLst/>
                <a:gdLst/>
                <a:ahLst/>
                <a:cxnLst/>
                <a:rect l="l" t="t" r="r" b="b"/>
                <a:pathLst>
                  <a:path w="34344" h="60811" extrusionOk="0">
                    <a:moveTo>
                      <a:pt x="33610" y="0"/>
                    </a:moveTo>
                    <a:lnTo>
                      <a:pt x="33610" y="0"/>
                    </a:lnTo>
                    <a:cubicBezTo>
                      <a:pt x="20868" y="17479"/>
                      <a:pt x="7859" y="38027"/>
                      <a:pt x="820" y="53805"/>
                    </a:cubicBezTo>
                    <a:cubicBezTo>
                      <a:pt x="1" y="55627"/>
                      <a:pt x="1392" y="57532"/>
                      <a:pt x="3259" y="57532"/>
                    </a:cubicBezTo>
                    <a:cubicBezTo>
                      <a:pt x="3442" y="57532"/>
                      <a:pt x="3631" y="57514"/>
                      <a:pt x="3823" y="57475"/>
                    </a:cubicBezTo>
                    <a:cubicBezTo>
                      <a:pt x="5960" y="57013"/>
                      <a:pt x="8473" y="56796"/>
                      <a:pt x="11131" y="56796"/>
                    </a:cubicBezTo>
                    <a:cubicBezTo>
                      <a:pt x="17887" y="56796"/>
                      <a:pt x="25582" y="58197"/>
                      <a:pt x="30442" y="60543"/>
                    </a:cubicBezTo>
                    <a:cubicBezTo>
                      <a:pt x="30815" y="60727"/>
                      <a:pt x="31200" y="60811"/>
                      <a:pt x="31574" y="60811"/>
                    </a:cubicBezTo>
                    <a:cubicBezTo>
                      <a:pt x="33038" y="60811"/>
                      <a:pt x="34344" y="59529"/>
                      <a:pt x="34211" y="57908"/>
                    </a:cubicBezTo>
                    <a:cubicBezTo>
                      <a:pt x="32443" y="37794"/>
                      <a:pt x="32777" y="16745"/>
                      <a:pt x="33610" y="0"/>
                    </a:cubicBezTo>
                    <a:close/>
                  </a:path>
                </a:pathLst>
              </a:custGeom>
              <a:solidFill>
                <a:srgbClr val="191919">
                  <a:alpha val="150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05" name="Google Shape;5605;p26"/>
              <p:cNvSpPr/>
              <p:nvPr/>
            </p:nvSpPr>
            <p:spPr>
              <a:xfrm>
                <a:off x="1903550" y="2947613"/>
                <a:ext cx="1833000" cy="1095200"/>
              </a:xfrm>
              <a:custGeom>
                <a:avLst/>
                <a:gdLst/>
                <a:ahLst/>
                <a:cxnLst/>
                <a:rect l="l" t="t" r="r" b="b"/>
                <a:pathLst>
                  <a:path w="73320" h="43808" extrusionOk="0">
                    <a:moveTo>
                      <a:pt x="100" y="0"/>
                    </a:moveTo>
                    <a:lnTo>
                      <a:pt x="0" y="334"/>
                    </a:lnTo>
                    <a:cubicBezTo>
                      <a:pt x="23450" y="12276"/>
                      <a:pt x="51837" y="29588"/>
                      <a:pt x="67248" y="43131"/>
                    </a:cubicBezTo>
                    <a:cubicBezTo>
                      <a:pt x="67767" y="43597"/>
                      <a:pt x="68383" y="43807"/>
                      <a:pt x="68988" y="43807"/>
                    </a:cubicBezTo>
                    <a:cubicBezTo>
                      <a:pt x="70289" y="43807"/>
                      <a:pt x="71538" y="42833"/>
                      <a:pt x="71651" y="41330"/>
                    </a:cubicBezTo>
                    <a:cubicBezTo>
                      <a:pt x="71818" y="38961"/>
                      <a:pt x="72218" y="36326"/>
                      <a:pt x="72986" y="34125"/>
                    </a:cubicBezTo>
                    <a:cubicBezTo>
                      <a:pt x="73319" y="33091"/>
                      <a:pt x="73052" y="31956"/>
                      <a:pt x="72252" y="31256"/>
                    </a:cubicBezTo>
                    <a:cubicBezTo>
                      <a:pt x="56274" y="16712"/>
                      <a:pt x="11275" y="0"/>
                      <a:pt x="100" y="0"/>
                    </a:cubicBezTo>
                    <a:close/>
                  </a:path>
                </a:pathLst>
              </a:custGeom>
              <a:solidFill>
                <a:srgbClr val="191919">
                  <a:alpha val="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06" name="Google Shape;5606;p26"/>
              <p:cNvSpPr/>
              <p:nvPr/>
            </p:nvSpPr>
            <p:spPr>
              <a:xfrm>
                <a:off x="1899375" y="2954288"/>
                <a:ext cx="1687900" cy="1388950"/>
              </a:xfrm>
              <a:custGeom>
                <a:avLst/>
                <a:gdLst/>
                <a:ahLst/>
                <a:cxnLst/>
                <a:rect l="l" t="t" r="r" b="b"/>
                <a:pathLst>
                  <a:path w="67516" h="55558" extrusionOk="0">
                    <a:moveTo>
                      <a:pt x="67" y="0"/>
                    </a:moveTo>
                    <a:cubicBezTo>
                      <a:pt x="34" y="67"/>
                      <a:pt x="34" y="33"/>
                      <a:pt x="0" y="67"/>
                    </a:cubicBezTo>
                    <a:cubicBezTo>
                      <a:pt x="16979" y="16979"/>
                      <a:pt x="36593" y="38361"/>
                      <a:pt x="44466" y="54072"/>
                    </a:cubicBezTo>
                    <a:cubicBezTo>
                      <a:pt x="44945" y="55049"/>
                      <a:pt x="45883" y="55558"/>
                      <a:pt x="46835" y="55558"/>
                    </a:cubicBezTo>
                    <a:cubicBezTo>
                      <a:pt x="47605" y="55558"/>
                      <a:pt x="48384" y="55225"/>
                      <a:pt x="48935" y="54539"/>
                    </a:cubicBezTo>
                    <a:cubicBezTo>
                      <a:pt x="53238" y="49135"/>
                      <a:pt x="58676" y="46367"/>
                      <a:pt x="64080" y="46033"/>
                    </a:cubicBezTo>
                    <a:cubicBezTo>
                      <a:pt x="66481" y="45900"/>
                      <a:pt x="67515" y="42931"/>
                      <a:pt x="65681" y="41363"/>
                    </a:cubicBezTo>
                    <a:cubicBezTo>
                      <a:pt x="49936" y="28053"/>
                      <a:pt x="22650" y="11508"/>
                      <a:pt x="67" y="0"/>
                    </a:cubicBezTo>
                    <a:close/>
                  </a:path>
                </a:pathLst>
              </a:custGeom>
              <a:solidFill>
                <a:srgbClr val="191919">
                  <a:alpha val="61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07" name="Google Shape;5607;p26"/>
              <p:cNvSpPr/>
              <p:nvPr/>
            </p:nvSpPr>
            <p:spPr>
              <a:xfrm>
                <a:off x="1858500" y="2955938"/>
                <a:ext cx="1148675" cy="1546025"/>
              </a:xfrm>
              <a:custGeom>
                <a:avLst/>
                <a:gdLst/>
                <a:ahLst/>
                <a:cxnLst/>
                <a:rect l="l" t="t" r="r" b="b"/>
                <a:pathLst>
                  <a:path w="45947" h="61841" extrusionOk="0">
                    <a:moveTo>
                      <a:pt x="1635" y="1"/>
                    </a:moveTo>
                    <a:cubicBezTo>
                      <a:pt x="1602" y="34"/>
                      <a:pt x="1569" y="34"/>
                      <a:pt x="1502" y="34"/>
                    </a:cubicBezTo>
                    <a:cubicBezTo>
                      <a:pt x="1402" y="168"/>
                      <a:pt x="1302" y="334"/>
                      <a:pt x="1168" y="501"/>
                    </a:cubicBezTo>
                    <a:cubicBezTo>
                      <a:pt x="301" y="17547"/>
                      <a:pt x="1" y="38995"/>
                      <a:pt x="1869" y="59443"/>
                    </a:cubicBezTo>
                    <a:cubicBezTo>
                      <a:pt x="1989" y="60884"/>
                      <a:pt x="3215" y="61841"/>
                      <a:pt x="4515" y="61841"/>
                    </a:cubicBezTo>
                    <a:cubicBezTo>
                      <a:pt x="5021" y="61841"/>
                      <a:pt x="5538" y="61696"/>
                      <a:pt x="6005" y="61378"/>
                    </a:cubicBezTo>
                    <a:cubicBezTo>
                      <a:pt x="12280" y="57075"/>
                      <a:pt x="22400" y="54418"/>
                      <a:pt x="31722" y="54418"/>
                    </a:cubicBezTo>
                    <a:cubicBezTo>
                      <a:pt x="35335" y="54418"/>
                      <a:pt x="38828" y="54817"/>
                      <a:pt x="41931" y="55674"/>
                    </a:cubicBezTo>
                    <a:cubicBezTo>
                      <a:pt x="42172" y="55738"/>
                      <a:pt x="42409" y="55768"/>
                      <a:pt x="42637" y="55768"/>
                    </a:cubicBezTo>
                    <a:cubicBezTo>
                      <a:pt x="44562" y="55768"/>
                      <a:pt x="45947" y="53653"/>
                      <a:pt x="44933" y="51805"/>
                    </a:cubicBezTo>
                    <a:cubicBezTo>
                      <a:pt x="36427" y="36360"/>
                      <a:pt x="17847" y="16112"/>
                      <a:pt x="1635" y="1"/>
                    </a:cubicBezTo>
                    <a:close/>
                  </a:path>
                </a:pathLst>
              </a:custGeom>
              <a:solidFill>
                <a:srgbClr val="191919">
                  <a:alpha val="95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08" name="Google Shape;5608;p26"/>
              <p:cNvSpPr/>
              <p:nvPr/>
            </p:nvSpPr>
            <p:spPr>
              <a:xfrm>
                <a:off x="112275" y="2948438"/>
                <a:ext cx="2249125" cy="1553525"/>
              </a:xfrm>
              <a:custGeom>
                <a:avLst/>
                <a:gdLst/>
                <a:ahLst/>
                <a:cxnLst/>
                <a:rect l="l" t="t" r="r" b="b"/>
                <a:pathLst>
                  <a:path w="89965" h="62141" extrusionOk="0">
                    <a:moveTo>
                      <a:pt x="71585" y="58242"/>
                    </a:moveTo>
                    <a:lnTo>
                      <a:pt x="71585" y="58242"/>
                    </a:lnTo>
                    <a:cubicBezTo>
                      <a:pt x="71590" y="58323"/>
                      <a:pt x="71595" y="58404"/>
                      <a:pt x="71601" y="58485"/>
                    </a:cubicBezTo>
                    <a:lnTo>
                      <a:pt x="71601" y="58485"/>
                    </a:lnTo>
                    <a:cubicBezTo>
                      <a:pt x="71593" y="58407"/>
                      <a:pt x="71585" y="58324"/>
                      <a:pt x="71585" y="58242"/>
                    </a:cubicBezTo>
                    <a:close/>
                    <a:moveTo>
                      <a:pt x="71017" y="1"/>
                    </a:moveTo>
                    <a:lnTo>
                      <a:pt x="71017" y="1"/>
                    </a:lnTo>
                    <a:cubicBezTo>
                      <a:pt x="59142" y="634"/>
                      <a:pt x="18180" y="15879"/>
                      <a:pt x="1301" y="29722"/>
                    </a:cubicBezTo>
                    <a:cubicBezTo>
                      <a:pt x="100" y="30723"/>
                      <a:pt x="0" y="32524"/>
                      <a:pt x="1101" y="33625"/>
                    </a:cubicBezTo>
                    <a:cubicBezTo>
                      <a:pt x="3569" y="36060"/>
                      <a:pt x="5371" y="39762"/>
                      <a:pt x="5871" y="44166"/>
                    </a:cubicBezTo>
                    <a:cubicBezTo>
                      <a:pt x="6046" y="45630"/>
                      <a:pt x="7281" y="46551"/>
                      <a:pt x="8544" y="46551"/>
                    </a:cubicBezTo>
                    <a:cubicBezTo>
                      <a:pt x="9208" y="46551"/>
                      <a:pt x="9879" y="46296"/>
                      <a:pt x="10408" y="45733"/>
                    </a:cubicBezTo>
                    <a:cubicBezTo>
                      <a:pt x="10808" y="45333"/>
                      <a:pt x="11208" y="44933"/>
                      <a:pt x="11608" y="44532"/>
                    </a:cubicBezTo>
                    <a:lnTo>
                      <a:pt x="11608" y="44532"/>
                    </a:lnTo>
                    <a:cubicBezTo>
                      <a:pt x="9974" y="46200"/>
                      <a:pt x="11175" y="49002"/>
                      <a:pt x="13543" y="49002"/>
                    </a:cubicBezTo>
                    <a:cubicBezTo>
                      <a:pt x="20381" y="49036"/>
                      <a:pt x="28887" y="52171"/>
                      <a:pt x="33190" y="56775"/>
                    </a:cubicBezTo>
                    <a:cubicBezTo>
                      <a:pt x="33734" y="57373"/>
                      <a:pt x="34457" y="57658"/>
                      <a:pt x="35171" y="57658"/>
                    </a:cubicBezTo>
                    <a:cubicBezTo>
                      <a:pt x="36168" y="57658"/>
                      <a:pt x="37147" y="57104"/>
                      <a:pt x="37594" y="56074"/>
                    </a:cubicBezTo>
                    <a:cubicBezTo>
                      <a:pt x="37794" y="55574"/>
                      <a:pt x="37994" y="55107"/>
                      <a:pt x="38227" y="54606"/>
                    </a:cubicBezTo>
                    <a:lnTo>
                      <a:pt x="38227" y="54606"/>
                    </a:lnTo>
                    <a:cubicBezTo>
                      <a:pt x="37408" y="56428"/>
                      <a:pt x="38799" y="58333"/>
                      <a:pt x="40666" y="58333"/>
                    </a:cubicBezTo>
                    <a:cubicBezTo>
                      <a:pt x="40849" y="58333"/>
                      <a:pt x="41038" y="58315"/>
                      <a:pt x="41230" y="58276"/>
                    </a:cubicBezTo>
                    <a:cubicBezTo>
                      <a:pt x="43367" y="57814"/>
                      <a:pt x="45880" y="57597"/>
                      <a:pt x="48538" y="57597"/>
                    </a:cubicBezTo>
                    <a:cubicBezTo>
                      <a:pt x="55294" y="57597"/>
                      <a:pt x="62989" y="58998"/>
                      <a:pt x="67849" y="61344"/>
                    </a:cubicBezTo>
                    <a:cubicBezTo>
                      <a:pt x="68217" y="61519"/>
                      <a:pt x="68597" y="61599"/>
                      <a:pt x="68967" y="61599"/>
                    </a:cubicBezTo>
                    <a:cubicBezTo>
                      <a:pt x="70405" y="61599"/>
                      <a:pt x="71694" y="60389"/>
                      <a:pt x="71625" y="58814"/>
                    </a:cubicBezTo>
                    <a:lnTo>
                      <a:pt x="71625" y="58814"/>
                    </a:lnTo>
                    <a:cubicBezTo>
                      <a:pt x="71648" y="59124"/>
                      <a:pt x="71677" y="59434"/>
                      <a:pt x="71718" y="59743"/>
                    </a:cubicBezTo>
                    <a:cubicBezTo>
                      <a:pt x="71838" y="61184"/>
                      <a:pt x="73064" y="62141"/>
                      <a:pt x="74364" y="62141"/>
                    </a:cubicBezTo>
                    <a:cubicBezTo>
                      <a:pt x="74870" y="62141"/>
                      <a:pt x="75387" y="61996"/>
                      <a:pt x="75854" y="61678"/>
                    </a:cubicBezTo>
                    <a:cubicBezTo>
                      <a:pt x="79557" y="59143"/>
                      <a:pt x="84560" y="57175"/>
                      <a:pt x="89964" y="56007"/>
                    </a:cubicBezTo>
                    <a:cubicBezTo>
                      <a:pt x="89764" y="55974"/>
                      <a:pt x="89531" y="55874"/>
                      <a:pt x="89331" y="55774"/>
                    </a:cubicBezTo>
                    <a:cubicBezTo>
                      <a:pt x="84466" y="53426"/>
                      <a:pt x="76762" y="52041"/>
                      <a:pt x="70001" y="52041"/>
                    </a:cubicBezTo>
                    <a:cubicBezTo>
                      <a:pt x="67350" y="52041"/>
                      <a:pt x="64844" y="52254"/>
                      <a:pt x="62712" y="52705"/>
                    </a:cubicBezTo>
                    <a:cubicBezTo>
                      <a:pt x="62205" y="52816"/>
                      <a:pt x="61561" y="52870"/>
                      <a:pt x="60853" y="52870"/>
                    </a:cubicBezTo>
                    <a:cubicBezTo>
                      <a:pt x="58578" y="52870"/>
                      <a:pt x="55657" y="52306"/>
                      <a:pt x="54639" y="51237"/>
                    </a:cubicBezTo>
                    <a:cubicBezTo>
                      <a:pt x="50369" y="46601"/>
                      <a:pt x="41830" y="43498"/>
                      <a:pt x="35025" y="43465"/>
                    </a:cubicBezTo>
                    <a:cubicBezTo>
                      <a:pt x="32657" y="43465"/>
                      <a:pt x="27620" y="40863"/>
                      <a:pt x="27353" y="38628"/>
                    </a:cubicBezTo>
                    <a:cubicBezTo>
                      <a:pt x="26853" y="34225"/>
                      <a:pt x="25051" y="30522"/>
                      <a:pt x="22550" y="28054"/>
                    </a:cubicBezTo>
                    <a:cubicBezTo>
                      <a:pt x="21449" y="26987"/>
                      <a:pt x="21582" y="25152"/>
                      <a:pt x="22783" y="24185"/>
                    </a:cubicBezTo>
                    <a:cubicBezTo>
                      <a:pt x="33624" y="15278"/>
                      <a:pt x="54406" y="5805"/>
                      <a:pt x="71017" y="1"/>
                    </a:cubicBezTo>
                    <a:close/>
                  </a:path>
                </a:pathLst>
              </a:custGeom>
              <a:solidFill>
                <a:srgbClr val="191919">
                  <a:alpha val="284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09" name="Google Shape;5609;p26"/>
              <p:cNvSpPr/>
              <p:nvPr/>
            </p:nvSpPr>
            <p:spPr>
              <a:xfrm>
                <a:off x="1820150" y="2665738"/>
                <a:ext cx="184325" cy="255200"/>
              </a:xfrm>
              <a:custGeom>
                <a:avLst/>
                <a:gdLst/>
                <a:ahLst/>
                <a:cxnLst/>
                <a:rect l="l" t="t" r="r" b="b"/>
                <a:pathLst>
                  <a:path w="7373" h="10208" extrusionOk="0">
                    <a:moveTo>
                      <a:pt x="3670" y="0"/>
                    </a:moveTo>
                    <a:cubicBezTo>
                      <a:pt x="1835" y="0"/>
                      <a:pt x="1" y="10208"/>
                      <a:pt x="1" y="10208"/>
                    </a:cubicBezTo>
                    <a:lnTo>
                      <a:pt x="7372" y="10208"/>
                    </a:lnTo>
                    <a:cubicBezTo>
                      <a:pt x="7372" y="10208"/>
                      <a:pt x="5538" y="0"/>
                      <a:pt x="36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10" name="Google Shape;5610;p26"/>
              <p:cNvSpPr/>
              <p:nvPr/>
            </p:nvSpPr>
            <p:spPr>
              <a:xfrm>
                <a:off x="1765100" y="2865038"/>
                <a:ext cx="293575" cy="111775"/>
              </a:xfrm>
              <a:custGeom>
                <a:avLst/>
                <a:gdLst/>
                <a:ahLst/>
                <a:cxnLst/>
                <a:rect l="l" t="t" r="r" b="b"/>
                <a:pathLst>
                  <a:path w="11743" h="4471" extrusionOk="0">
                    <a:moveTo>
                      <a:pt x="2002" y="1"/>
                    </a:moveTo>
                    <a:cubicBezTo>
                      <a:pt x="902" y="1"/>
                      <a:pt x="1" y="902"/>
                      <a:pt x="1" y="2002"/>
                    </a:cubicBezTo>
                    <a:lnTo>
                      <a:pt x="1" y="2469"/>
                    </a:lnTo>
                    <a:cubicBezTo>
                      <a:pt x="1" y="3570"/>
                      <a:pt x="902" y="4471"/>
                      <a:pt x="2002" y="4471"/>
                    </a:cubicBezTo>
                    <a:lnTo>
                      <a:pt x="9741" y="4471"/>
                    </a:lnTo>
                    <a:cubicBezTo>
                      <a:pt x="10875" y="4471"/>
                      <a:pt x="11743" y="3570"/>
                      <a:pt x="11743" y="2469"/>
                    </a:cubicBezTo>
                    <a:lnTo>
                      <a:pt x="11743" y="2002"/>
                    </a:lnTo>
                    <a:cubicBezTo>
                      <a:pt x="11743" y="902"/>
                      <a:pt x="10875" y="1"/>
                      <a:pt x="974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matic SC"/>
              <a:buNone/>
              <a:defRPr sz="3000" b="1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matic SC"/>
              <a:buNone/>
              <a:defRPr sz="3000" b="1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matic SC"/>
              <a:buNone/>
              <a:defRPr sz="3000" b="1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matic SC"/>
              <a:buNone/>
              <a:defRPr sz="3000" b="1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matic SC"/>
              <a:buNone/>
              <a:defRPr sz="3000" b="1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matic SC"/>
              <a:buNone/>
              <a:defRPr sz="3000" b="1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matic SC"/>
              <a:buNone/>
              <a:defRPr sz="3000" b="1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matic SC"/>
              <a:buNone/>
              <a:defRPr sz="3000" b="1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matic SC"/>
              <a:buNone/>
              <a:defRPr sz="3000" b="1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swald Light"/>
              <a:buChar char="●"/>
              <a:defRPr sz="1800">
                <a:solidFill>
                  <a:schemeClr val="dk2"/>
                </a:solidFill>
                <a:latin typeface="Oswald Light"/>
                <a:ea typeface="Oswald Light"/>
                <a:cs typeface="Oswald Light"/>
                <a:sym typeface="Oswald Light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swald Light"/>
              <a:buChar char="○"/>
              <a:defRPr>
                <a:solidFill>
                  <a:schemeClr val="dk2"/>
                </a:solidFill>
                <a:latin typeface="Oswald Light"/>
                <a:ea typeface="Oswald Light"/>
                <a:cs typeface="Oswald Light"/>
                <a:sym typeface="Oswald Light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swald Light"/>
              <a:buChar char="■"/>
              <a:defRPr>
                <a:solidFill>
                  <a:schemeClr val="dk2"/>
                </a:solidFill>
                <a:latin typeface="Oswald Light"/>
                <a:ea typeface="Oswald Light"/>
                <a:cs typeface="Oswald Light"/>
                <a:sym typeface="Oswald Light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swald Light"/>
              <a:buChar char="●"/>
              <a:defRPr>
                <a:solidFill>
                  <a:schemeClr val="dk2"/>
                </a:solidFill>
                <a:latin typeface="Oswald Light"/>
                <a:ea typeface="Oswald Light"/>
                <a:cs typeface="Oswald Light"/>
                <a:sym typeface="Oswald Light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swald Light"/>
              <a:buChar char="○"/>
              <a:defRPr>
                <a:solidFill>
                  <a:schemeClr val="dk2"/>
                </a:solidFill>
                <a:latin typeface="Oswald Light"/>
                <a:ea typeface="Oswald Light"/>
                <a:cs typeface="Oswald Light"/>
                <a:sym typeface="Oswald Light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swald Light"/>
              <a:buChar char="■"/>
              <a:defRPr>
                <a:solidFill>
                  <a:schemeClr val="dk2"/>
                </a:solidFill>
                <a:latin typeface="Oswald Light"/>
                <a:ea typeface="Oswald Light"/>
                <a:cs typeface="Oswald Light"/>
                <a:sym typeface="Oswald Light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swald Light"/>
              <a:buChar char="●"/>
              <a:defRPr>
                <a:solidFill>
                  <a:schemeClr val="dk2"/>
                </a:solidFill>
                <a:latin typeface="Oswald Light"/>
                <a:ea typeface="Oswald Light"/>
                <a:cs typeface="Oswald Light"/>
                <a:sym typeface="Oswald Light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swald Light"/>
              <a:buChar char="○"/>
              <a:defRPr>
                <a:solidFill>
                  <a:schemeClr val="dk2"/>
                </a:solidFill>
                <a:latin typeface="Oswald Light"/>
                <a:ea typeface="Oswald Light"/>
                <a:cs typeface="Oswald Light"/>
                <a:sym typeface="Oswald Light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Oswald Light"/>
              <a:buChar char="■"/>
              <a:defRPr>
                <a:solidFill>
                  <a:schemeClr val="dk2"/>
                </a:solidFill>
                <a:latin typeface="Oswald Light"/>
                <a:ea typeface="Oswald Light"/>
                <a:cs typeface="Oswald Light"/>
                <a:sym typeface="Oswald Ligh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2" r:id="rId3"/>
    <p:sldLayoutId id="2147483653" r:id="rId4"/>
    <p:sldLayoutId id="2147483655" r:id="rId5"/>
    <p:sldLayoutId id="2147483658" r:id="rId6"/>
    <p:sldLayoutId id="2147483659" r:id="rId7"/>
    <p:sldLayoutId id="2147483661" r:id="rId8"/>
    <p:sldLayoutId id="2147483662" r:id="rId9"/>
    <p:sldLayoutId id="2147483663" r:id="rId10"/>
    <p:sldLayoutId id="2147483664" r:id="rId11"/>
    <p:sldLayoutId id="2147483665" r:id="rId12"/>
    <p:sldLayoutId id="2147483668" r:id="rId13"/>
    <p:sldLayoutId id="2147483671" r:id="rId14"/>
    <p:sldLayoutId id="2147483672" r:id="rId1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9" name="Google Shape;5619;p29"/>
          <p:cNvSpPr/>
          <p:nvPr/>
        </p:nvSpPr>
        <p:spPr>
          <a:xfrm>
            <a:off x="551775" y="2346850"/>
            <a:ext cx="4841839" cy="1291619"/>
          </a:xfrm>
          <a:custGeom>
            <a:avLst/>
            <a:gdLst/>
            <a:ahLst/>
            <a:cxnLst/>
            <a:rect l="l" t="t" r="r" b="b"/>
            <a:pathLst>
              <a:path w="272511" h="143593" extrusionOk="0">
                <a:moveTo>
                  <a:pt x="251027" y="1"/>
                </a:moveTo>
                <a:cubicBezTo>
                  <a:pt x="245294" y="1"/>
                  <a:pt x="237572" y="381"/>
                  <a:pt x="227184" y="1118"/>
                </a:cubicBezTo>
                <a:cubicBezTo>
                  <a:pt x="222766" y="1431"/>
                  <a:pt x="215826" y="1538"/>
                  <a:pt x="208362" y="1538"/>
                </a:cubicBezTo>
                <a:cubicBezTo>
                  <a:pt x="195627" y="1538"/>
                  <a:pt x="181370" y="1225"/>
                  <a:pt x="175522" y="1083"/>
                </a:cubicBezTo>
                <a:cubicBezTo>
                  <a:pt x="174989" y="1069"/>
                  <a:pt x="173989" y="1063"/>
                  <a:pt x="172589" y="1063"/>
                </a:cubicBezTo>
                <a:cubicBezTo>
                  <a:pt x="157097" y="1063"/>
                  <a:pt x="92556" y="1810"/>
                  <a:pt x="67749" y="1810"/>
                </a:cubicBezTo>
                <a:cubicBezTo>
                  <a:pt x="64700" y="1810"/>
                  <a:pt x="62251" y="1799"/>
                  <a:pt x="60567" y="1773"/>
                </a:cubicBezTo>
                <a:cubicBezTo>
                  <a:pt x="46982" y="1571"/>
                  <a:pt x="33386" y="1368"/>
                  <a:pt x="19800" y="1166"/>
                </a:cubicBezTo>
                <a:cubicBezTo>
                  <a:pt x="17432" y="1135"/>
                  <a:pt x="14473" y="590"/>
                  <a:pt x="11780" y="590"/>
                </a:cubicBezTo>
                <a:cubicBezTo>
                  <a:pt x="9383" y="590"/>
                  <a:pt x="7196" y="1021"/>
                  <a:pt x="5823" y="2631"/>
                </a:cubicBezTo>
                <a:cubicBezTo>
                  <a:pt x="4287" y="4428"/>
                  <a:pt x="4334" y="8857"/>
                  <a:pt x="4656" y="11203"/>
                </a:cubicBezTo>
                <a:cubicBezTo>
                  <a:pt x="9073" y="43898"/>
                  <a:pt x="0" y="111168"/>
                  <a:pt x="4656" y="141183"/>
                </a:cubicBezTo>
                <a:cubicBezTo>
                  <a:pt x="4906" y="142791"/>
                  <a:pt x="7144" y="142993"/>
                  <a:pt x="8763" y="143076"/>
                </a:cubicBezTo>
                <a:cubicBezTo>
                  <a:pt x="16269" y="143444"/>
                  <a:pt x="22992" y="143592"/>
                  <a:pt x="29104" y="143592"/>
                </a:cubicBezTo>
                <a:cubicBezTo>
                  <a:pt x="54639" y="143592"/>
                  <a:pt x="69514" y="141003"/>
                  <a:pt x="86318" y="141003"/>
                </a:cubicBezTo>
                <a:cubicBezTo>
                  <a:pt x="90106" y="141003"/>
                  <a:pt x="93992" y="141135"/>
                  <a:pt x="98120" y="141457"/>
                </a:cubicBezTo>
                <a:cubicBezTo>
                  <a:pt x="109441" y="142339"/>
                  <a:pt x="120783" y="142673"/>
                  <a:pt x="132134" y="142673"/>
                </a:cubicBezTo>
                <a:cubicBezTo>
                  <a:pt x="152645" y="142673"/>
                  <a:pt x="173184" y="141583"/>
                  <a:pt x="193679" y="140671"/>
                </a:cubicBezTo>
                <a:cubicBezTo>
                  <a:pt x="194430" y="140638"/>
                  <a:pt x="195267" y="140623"/>
                  <a:pt x="196181" y="140623"/>
                </a:cubicBezTo>
                <a:cubicBezTo>
                  <a:pt x="207210" y="140623"/>
                  <a:pt x="229426" y="142867"/>
                  <a:pt x="245705" y="142867"/>
                </a:cubicBezTo>
                <a:cubicBezTo>
                  <a:pt x="255508" y="142867"/>
                  <a:pt x="263157" y="142053"/>
                  <a:pt x="264914" y="139445"/>
                </a:cubicBezTo>
                <a:cubicBezTo>
                  <a:pt x="272511" y="128170"/>
                  <a:pt x="267462" y="96213"/>
                  <a:pt x="268034" y="81259"/>
                </a:cubicBezTo>
                <a:cubicBezTo>
                  <a:pt x="269272" y="49362"/>
                  <a:pt x="268332" y="42707"/>
                  <a:pt x="267308" y="7107"/>
                </a:cubicBezTo>
                <a:cubicBezTo>
                  <a:pt x="267164" y="2261"/>
                  <a:pt x="265009" y="1"/>
                  <a:pt x="251027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000">
              <a:solidFill>
                <a:srgbClr val="EE6137"/>
              </a:solidFill>
              <a:latin typeface="Barrio"/>
              <a:ea typeface="Barrio"/>
              <a:cs typeface="Barrio"/>
              <a:sym typeface="Barrio"/>
            </a:endParaRPr>
          </a:p>
        </p:txBody>
      </p:sp>
      <p:sp>
        <p:nvSpPr>
          <p:cNvPr id="5620" name="Google Shape;5620;p29"/>
          <p:cNvSpPr txBox="1">
            <a:spLocks noGrp="1"/>
          </p:cNvSpPr>
          <p:nvPr>
            <p:ph type="ctrTitle"/>
          </p:nvPr>
        </p:nvSpPr>
        <p:spPr>
          <a:xfrm>
            <a:off x="862375" y="1092652"/>
            <a:ext cx="5789100" cy="269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/>
              <a:t>Rain</a:t>
            </a:r>
            <a:br>
              <a:rPr lang="en" sz="9600"/>
            </a:br>
            <a:r>
              <a:rPr lang="en" sz="10200"/>
              <a:t>forecasting</a:t>
            </a:r>
            <a:endParaRPr sz="10200"/>
          </a:p>
        </p:txBody>
      </p:sp>
      <p:sp>
        <p:nvSpPr>
          <p:cNvPr id="5621" name="Google Shape;5621;p29"/>
          <p:cNvSpPr/>
          <p:nvPr/>
        </p:nvSpPr>
        <p:spPr>
          <a:xfrm>
            <a:off x="7692230" y="2515637"/>
            <a:ext cx="133100" cy="168512"/>
          </a:xfrm>
          <a:custGeom>
            <a:avLst/>
            <a:gdLst/>
            <a:ahLst/>
            <a:cxnLst/>
            <a:rect l="l" t="t" r="r" b="b"/>
            <a:pathLst>
              <a:path w="5138" h="6505" extrusionOk="0">
                <a:moveTo>
                  <a:pt x="2569" y="0"/>
                </a:moveTo>
                <a:cubicBezTo>
                  <a:pt x="1969" y="1702"/>
                  <a:pt x="0" y="6505"/>
                  <a:pt x="2569" y="6505"/>
                </a:cubicBezTo>
                <a:cubicBezTo>
                  <a:pt x="5137" y="6505"/>
                  <a:pt x="3236" y="1802"/>
                  <a:pt x="2569" y="0"/>
                </a:cubicBezTo>
                <a:close/>
              </a:path>
            </a:pathLst>
          </a:custGeom>
          <a:solidFill>
            <a:srgbClr val="A5D9D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22" name="Google Shape;5622;p29"/>
          <p:cNvSpPr/>
          <p:nvPr/>
        </p:nvSpPr>
        <p:spPr>
          <a:xfrm>
            <a:off x="5242482" y="1149618"/>
            <a:ext cx="25076" cy="18159"/>
          </a:xfrm>
          <a:custGeom>
            <a:avLst/>
            <a:gdLst/>
            <a:ahLst/>
            <a:cxnLst/>
            <a:rect l="l" t="t" r="r" b="b"/>
            <a:pathLst>
              <a:path w="968" h="701" extrusionOk="0">
                <a:moveTo>
                  <a:pt x="1" y="0"/>
                </a:moveTo>
                <a:lnTo>
                  <a:pt x="1" y="0"/>
                </a:lnTo>
                <a:cubicBezTo>
                  <a:pt x="334" y="234"/>
                  <a:pt x="668" y="467"/>
                  <a:pt x="968" y="701"/>
                </a:cubicBezTo>
                <a:cubicBezTo>
                  <a:pt x="901" y="534"/>
                  <a:pt x="835" y="367"/>
                  <a:pt x="734" y="200"/>
                </a:cubicBezTo>
                <a:cubicBezTo>
                  <a:pt x="501" y="134"/>
                  <a:pt x="234" y="67"/>
                  <a:pt x="1" y="0"/>
                </a:cubicBez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23" name="Google Shape;5623;p29"/>
          <p:cNvSpPr/>
          <p:nvPr/>
        </p:nvSpPr>
        <p:spPr>
          <a:xfrm>
            <a:off x="7638985" y="459718"/>
            <a:ext cx="6943" cy="11269"/>
          </a:xfrm>
          <a:custGeom>
            <a:avLst/>
            <a:gdLst/>
            <a:ahLst/>
            <a:cxnLst/>
            <a:rect l="l" t="t" r="r" b="b"/>
            <a:pathLst>
              <a:path w="268" h="435" extrusionOk="0">
                <a:moveTo>
                  <a:pt x="0" y="0"/>
                </a:moveTo>
                <a:lnTo>
                  <a:pt x="0" y="0"/>
                </a:lnTo>
                <a:cubicBezTo>
                  <a:pt x="101" y="134"/>
                  <a:pt x="201" y="301"/>
                  <a:pt x="267" y="434"/>
                </a:cubicBezTo>
                <a:cubicBezTo>
                  <a:pt x="234" y="334"/>
                  <a:pt x="234" y="267"/>
                  <a:pt x="234" y="167"/>
                </a:cubicBezTo>
                <a:cubicBezTo>
                  <a:pt x="167" y="100"/>
                  <a:pt x="101" y="67"/>
                  <a:pt x="0" y="0"/>
                </a:cubicBezTo>
                <a:close/>
              </a:path>
            </a:pathLst>
          </a:custGeom>
          <a:solidFill>
            <a:srgbClr val="F2F3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24" name="Google Shape;5624;p29"/>
          <p:cNvSpPr txBox="1">
            <a:spLocks noGrp="1"/>
          </p:cNvSpPr>
          <p:nvPr>
            <p:ph type="subTitle" idx="1"/>
          </p:nvPr>
        </p:nvSpPr>
        <p:spPr>
          <a:xfrm>
            <a:off x="862375" y="3682138"/>
            <a:ext cx="46419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-US">
                <a:effectLst/>
              </a:rPr>
              <a:t>Using Machine Learning for Water Management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625" name="Google Shape;5625;p29"/>
          <p:cNvGrpSpPr/>
          <p:nvPr/>
        </p:nvGrpSpPr>
        <p:grpSpPr>
          <a:xfrm>
            <a:off x="5488351" y="459724"/>
            <a:ext cx="3808057" cy="2509851"/>
            <a:chOff x="5488351" y="459724"/>
            <a:chExt cx="3808057" cy="2509851"/>
          </a:xfrm>
        </p:grpSpPr>
        <p:sp>
          <p:nvSpPr>
            <p:cNvPr id="5626" name="Google Shape;5626;p29"/>
            <p:cNvSpPr/>
            <p:nvPr/>
          </p:nvSpPr>
          <p:spPr>
            <a:xfrm>
              <a:off x="6531655" y="2530649"/>
              <a:ext cx="133100" cy="168512"/>
            </a:xfrm>
            <a:custGeom>
              <a:avLst/>
              <a:gdLst/>
              <a:ahLst/>
              <a:cxnLst/>
              <a:rect l="l" t="t" r="r" b="b"/>
              <a:pathLst>
                <a:path w="5138" h="6505" extrusionOk="0">
                  <a:moveTo>
                    <a:pt x="2569" y="0"/>
                  </a:moveTo>
                  <a:cubicBezTo>
                    <a:pt x="1969" y="1702"/>
                    <a:pt x="0" y="6505"/>
                    <a:pt x="2569" y="6505"/>
                  </a:cubicBezTo>
                  <a:cubicBezTo>
                    <a:pt x="5137" y="6505"/>
                    <a:pt x="3236" y="1802"/>
                    <a:pt x="2569" y="0"/>
                  </a:cubicBezTo>
                  <a:close/>
                </a:path>
              </a:pathLst>
            </a:custGeom>
            <a:solidFill>
              <a:srgbClr val="A5D9D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7" name="Google Shape;5627;p29"/>
            <p:cNvSpPr/>
            <p:nvPr/>
          </p:nvSpPr>
          <p:spPr>
            <a:xfrm>
              <a:off x="5914328" y="1600239"/>
              <a:ext cx="459736" cy="685576"/>
            </a:xfrm>
            <a:custGeom>
              <a:avLst/>
              <a:gdLst/>
              <a:ahLst/>
              <a:cxnLst/>
              <a:rect l="l" t="t" r="r" b="b"/>
              <a:pathLst>
                <a:path w="17747" h="26465" extrusionOk="0">
                  <a:moveTo>
                    <a:pt x="11122" y="0"/>
                  </a:moveTo>
                  <a:cubicBezTo>
                    <a:pt x="6616" y="0"/>
                    <a:pt x="3331" y="3234"/>
                    <a:pt x="2035" y="5616"/>
                  </a:cubicBezTo>
                  <a:cubicBezTo>
                    <a:pt x="67" y="9219"/>
                    <a:pt x="1" y="21928"/>
                    <a:pt x="8340" y="25831"/>
                  </a:cubicBezTo>
                  <a:cubicBezTo>
                    <a:pt x="8840" y="26064"/>
                    <a:pt x="9574" y="26264"/>
                    <a:pt x="10541" y="26465"/>
                  </a:cubicBezTo>
                  <a:cubicBezTo>
                    <a:pt x="4370" y="21594"/>
                    <a:pt x="4571" y="10853"/>
                    <a:pt x="6338" y="7584"/>
                  </a:cubicBezTo>
                  <a:cubicBezTo>
                    <a:pt x="7656" y="5206"/>
                    <a:pt x="10943" y="1967"/>
                    <a:pt x="15438" y="1967"/>
                  </a:cubicBezTo>
                  <a:cubicBezTo>
                    <a:pt x="16176" y="1967"/>
                    <a:pt x="16947" y="2054"/>
                    <a:pt x="17747" y="2247"/>
                  </a:cubicBezTo>
                  <a:cubicBezTo>
                    <a:pt x="15344" y="632"/>
                    <a:pt x="13114" y="0"/>
                    <a:pt x="11122" y="0"/>
                  </a:cubicBezTo>
                  <a:close/>
                </a:path>
              </a:pathLst>
            </a:custGeom>
            <a:solidFill>
              <a:srgbClr val="000000">
                <a:alpha val="258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8" name="Google Shape;5628;p29"/>
            <p:cNvSpPr/>
            <p:nvPr/>
          </p:nvSpPr>
          <p:spPr>
            <a:xfrm>
              <a:off x="6555457" y="1774231"/>
              <a:ext cx="25076" cy="18159"/>
            </a:xfrm>
            <a:custGeom>
              <a:avLst/>
              <a:gdLst/>
              <a:ahLst/>
              <a:cxnLst/>
              <a:rect l="l" t="t" r="r" b="b"/>
              <a:pathLst>
                <a:path w="968" h="701" extrusionOk="0">
                  <a:moveTo>
                    <a:pt x="1" y="0"/>
                  </a:moveTo>
                  <a:lnTo>
                    <a:pt x="1" y="0"/>
                  </a:lnTo>
                  <a:cubicBezTo>
                    <a:pt x="334" y="234"/>
                    <a:pt x="668" y="467"/>
                    <a:pt x="968" y="701"/>
                  </a:cubicBezTo>
                  <a:cubicBezTo>
                    <a:pt x="901" y="534"/>
                    <a:pt x="835" y="367"/>
                    <a:pt x="734" y="200"/>
                  </a:cubicBezTo>
                  <a:cubicBezTo>
                    <a:pt x="501" y="134"/>
                    <a:pt x="234" y="67"/>
                    <a:pt x="1" y="0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9" name="Google Shape;5629;p29"/>
            <p:cNvSpPr/>
            <p:nvPr/>
          </p:nvSpPr>
          <p:spPr>
            <a:xfrm>
              <a:off x="5510809" y="2053311"/>
              <a:ext cx="458881" cy="763913"/>
            </a:xfrm>
            <a:custGeom>
              <a:avLst/>
              <a:gdLst/>
              <a:ahLst/>
              <a:cxnLst/>
              <a:rect l="l" t="t" r="r" b="b"/>
              <a:pathLst>
                <a:path w="17714" h="29489" extrusionOk="0">
                  <a:moveTo>
                    <a:pt x="17347" y="0"/>
                  </a:moveTo>
                  <a:cubicBezTo>
                    <a:pt x="4070" y="3636"/>
                    <a:pt x="1" y="20782"/>
                    <a:pt x="13110" y="29488"/>
                  </a:cubicBezTo>
                  <a:cubicBezTo>
                    <a:pt x="1702" y="20749"/>
                    <a:pt x="5471" y="5037"/>
                    <a:pt x="17713" y="1068"/>
                  </a:cubicBezTo>
                  <a:cubicBezTo>
                    <a:pt x="17580" y="701"/>
                    <a:pt x="17447" y="367"/>
                    <a:pt x="17347" y="0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0" name="Google Shape;5630;p29"/>
            <p:cNvSpPr/>
            <p:nvPr/>
          </p:nvSpPr>
          <p:spPr>
            <a:xfrm>
              <a:off x="5914328" y="459724"/>
              <a:ext cx="2933793" cy="1877024"/>
            </a:xfrm>
            <a:custGeom>
              <a:avLst/>
              <a:gdLst/>
              <a:ahLst/>
              <a:cxnLst/>
              <a:rect l="l" t="t" r="r" b="b"/>
              <a:pathLst>
                <a:path w="113252" h="72458" extrusionOk="0">
                  <a:moveTo>
                    <a:pt x="54257" y="0"/>
                  </a:moveTo>
                  <a:cubicBezTo>
                    <a:pt x="52777" y="0"/>
                    <a:pt x="51194" y="130"/>
                    <a:pt x="49503" y="411"/>
                  </a:cubicBezTo>
                  <a:cubicBezTo>
                    <a:pt x="28354" y="3914"/>
                    <a:pt x="24084" y="27364"/>
                    <a:pt x="27087" y="41741"/>
                  </a:cubicBezTo>
                  <a:cubicBezTo>
                    <a:pt x="25579" y="40494"/>
                    <a:pt x="23944" y="39944"/>
                    <a:pt x="22478" y="39944"/>
                  </a:cubicBezTo>
                  <a:cubicBezTo>
                    <a:pt x="19080" y="39944"/>
                    <a:pt x="16593" y="42899"/>
                    <a:pt x="18714" y="46978"/>
                  </a:cubicBezTo>
                  <a:cubicBezTo>
                    <a:pt x="15943" y="44841"/>
                    <a:pt x="13380" y="44030"/>
                    <a:pt x="11122" y="44030"/>
                  </a:cubicBezTo>
                  <a:cubicBezTo>
                    <a:pt x="6610" y="44030"/>
                    <a:pt x="3314" y="47268"/>
                    <a:pt x="2002" y="49646"/>
                  </a:cubicBezTo>
                  <a:cubicBezTo>
                    <a:pt x="67" y="53249"/>
                    <a:pt x="1" y="65925"/>
                    <a:pt x="8340" y="69827"/>
                  </a:cubicBezTo>
                  <a:cubicBezTo>
                    <a:pt x="12886" y="71982"/>
                    <a:pt x="36101" y="72457"/>
                    <a:pt x="57919" y="72457"/>
                  </a:cubicBezTo>
                  <a:cubicBezTo>
                    <a:pt x="75162" y="72457"/>
                    <a:pt x="91532" y="72160"/>
                    <a:pt x="97128" y="72160"/>
                  </a:cubicBezTo>
                  <a:cubicBezTo>
                    <a:pt x="97388" y="72160"/>
                    <a:pt x="97625" y="72161"/>
                    <a:pt x="97837" y="72162"/>
                  </a:cubicBezTo>
                  <a:cubicBezTo>
                    <a:pt x="97987" y="72163"/>
                    <a:pt x="98135" y="72163"/>
                    <a:pt x="98281" y="72163"/>
                  </a:cubicBezTo>
                  <a:cubicBezTo>
                    <a:pt x="108474" y="72163"/>
                    <a:pt x="110633" y="70974"/>
                    <a:pt x="112047" y="62556"/>
                  </a:cubicBezTo>
                  <a:cubicBezTo>
                    <a:pt x="113252" y="55355"/>
                    <a:pt x="107374" y="51261"/>
                    <a:pt x="101014" y="51261"/>
                  </a:cubicBezTo>
                  <a:cubicBezTo>
                    <a:pt x="99802" y="51261"/>
                    <a:pt x="98572" y="51410"/>
                    <a:pt x="97370" y="51714"/>
                  </a:cubicBezTo>
                  <a:cubicBezTo>
                    <a:pt x="101300" y="44636"/>
                    <a:pt x="97088" y="41191"/>
                    <a:pt x="93066" y="41191"/>
                  </a:cubicBezTo>
                  <a:cubicBezTo>
                    <a:pt x="91933" y="41191"/>
                    <a:pt x="90815" y="41465"/>
                    <a:pt x="89898" y="42008"/>
                  </a:cubicBezTo>
                  <a:cubicBezTo>
                    <a:pt x="97792" y="22785"/>
                    <a:pt x="90867" y="16730"/>
                    <a:pt x="83890" y="16730"/>
                  </a:cubicBezTo>
                  <a:cubicBezTo>
                    <a:pt x="79958" y="16730"/>
                    <a:pt x="76010" y="18653"/>
                    <a:pt x="74687" y="21226"/>
                  </a:cubicBezTo>
                  <a:cubicBezTo>
                    <a:pt x="74718" y="17176"/>
                    <a:pt x="71249" y="0"/>
                    <a:pt x="5425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1" name="Google Shape;5631;p29"/>
            <p:cNvSpPr/>
            <p:nvPr/>
          </p:nvSpPr>
          <p:spPr>
            <a:xfrm>
              <a:off x="5914328" y="459853"/>
              <a:ext cx="1764545" cy="1828634"/>
            </a:xfrm>
            <a:custGeom>
              <a:avLst/>
              <a:gdLst/>
              <a:ahLst/>
              <a:cxnLst/>
              <a:rect l="l" t="t" r="r" b="b"/>
              <a:pathLst>
                <a:path w="68116" h="70590" extrusionOk="0">
                  <a:moveTo>
                    <a:pt x="54225" y="1"/>
                  </a:moveTo>
                  <a:cubicBezTo>
                    <a:pt x="52754" y="1"/>
                    <a:pt x="51182" y="129"/>
                    <a:pt x="49503" y="406"/>
                  </a:cubicBezTo>
                  <a:cubicBezTo>
                    <a:pt x="28354" y="3909"/>
                    <a:pt x="24084" y="27359"/>
                    <a:pt x="27087" y="41736"/>
                  </a:cubicBezTo>
                  <a:cubicBezTo>
                    <a:pt x="25578" y="40478"/>
                    <a:pt x="23942" y="39925"/>
                    <a:pt x="22475" y="39925"/>
                  </a:cubicBezTo>
                  <a:cubicBezTo>
                    <a:pt x="19079" y="39925"/>
                    <a:pt x="16594" y="42895"/>
                    <a:pt x="18714" y="46973"/>
                  </a:cubicBezTo>
                  <a:cubicBezTo>
                    <a:pt x="15943" y="44836"/>
                    <a:pt x="13384" y="44025"/>
                    <a:pt x="11131" y="44025"/>
                  </a:cubicBezTo>
                  <a:cubicBezTo>
                    <a:pt x="6629" y="44025"/>
                    <a:pt x="3347" y="47263"/>
                    <a:pt x="2035" y="49641"/>
                  </a:cubicBezTo>
                  <a:cubicBezTo>
                    <a:pt x="67" y="53244"/>
                    <a:pt x="1" y="65920"/>
                    <a:pt x="8340" y="69822"/>
                  </a:cubicBezTo>
                  <a:cubicBezTo>
                    <a:pt x="8907" y="70123"/>
                    <a:pt x="9808" y="70356"/>
                    <a:pt x="10942" y="70590"/>
                  </a:cubicBezTo>
                  <a:cubicBezTo>
                    <a:pt x="7139" y="65186"/>
                    <a:pt x="7539" y="56913"/>
                    <a:pt x="9040" y="54145"/>
                  </a:cubicBezTo>
                  <a:cubicBezTo>
                    <a:pt x="10352" y="51743"/>
                    <a:pt x="13636" y="48511"/>
                    <a:pt x="18141" y="48511"/>
                  </a:cubicBezTo>
                  <a:cubicBezTo>
                    <a:pt x="20393" y="48511"/>
                    <a:pt x="22950" y="49319"/>
                    <a:pt x="25719" y="51443"/>
                  </a:cubicBezTo>
                  <a:cubicBezTo>
                    <a:pt x="23623" y="47390"/>
                    <a:pt x="26113" y="44427"/>
                    <a:pt x="29498" y="44427"/>
                  </a:cubicBezTo>
                  <a:cubicBezTo>
                    <a:pt x="30961" y="44427"/>
                    <a:pt x="32592" y="44981"/>
                    <a:pt x="34092" y="46239"/>
                  </a:cubicBezTo>
                  <a:cubicBezTo>
                    <a:pt x="31089" y="31862"/>
                    <a:pt x="35359" y="8412"/>
                    <a:pt x="56508" y="4909"/>
                  </a:cubicBezTo>
                  <a:cubicBezTo>
                    <a:pt x="58205" y="4630"/>
                    <a:pt x="59788" y="4501"/>
                    <a:pt x="61266" y="4501"/>
                  </a:cubicBezTo>
                  <a:cubicBezTo>
                    <a:pt x="63854" y="4501"/>
                    <a:pt x="66120" y="4897"/>
                    <a:pt x="68116" y="5576"/>
                  </a:cubicBezTo>
                  <a:cubicBezTo>
                    <a:pt x="65030" y="2382"/>
                    <a:pt x="60560" y="1"/>
                    <a:pt x="54225" y="1"/>
                  </a:cubicBezTo>
                  <a:close/>
                </a:path>
              </a:pathLst>
            </a:custGeom>
            <a:solidFill>
              <a:srgbClr val="000000">
                <a:alpha val="100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2" name="Google Shape;5632;p29"/>
            <p:cNvSpPr/>
            <p:nvPr/>
          </p:nvSpPr>
          <p:spPr>
            <a:xfrm>
              <a:off x="6349527" y="459801"/>
              <a:ext cx="1242922" cy="1267014"/>
            </a:xfrm>
            <a:custGeom>
              <a:avLst/>
              <a:gdLst/>
              <a:ahLst/>
              <a:cxnLst/>
              <a:rect l="l" t="t" r="r" b="b"/>
              <a:pathLst>
                <a:path w="47980" h="48910" extrusionOk="0">
                  <a:moveTo>
                    <a:pt x="37423" y="0"/>
                  </a:moveTo>
                  <a:cubicBezTo>
                    <a:pt x="35953" y="0"/>
                    <a:pt x="34382" y="129"/>
                    <a:pt x="32702" y="408"/>
                  </a:cubicBezTo>
                  <a:cubicBezTo>
                    <a:pt x="11553" y="3911"/>
                    <a:pt x="7283" y="27361"/>
                    <a:pt x="10286" y="41738"/>
                  </a:cubicBezTo>
                  <a:cubicBezTo>
                    <a:pt x="8784" y="40485"/>
                    <a:pt x="7151" y="39932"/>
                    <a:pt x="5685" y="39932"/>
                  </a:cubicBezTo>
                  <a:cubicBezTo>
                    <a:pt x="2429" y="39932"/>
                    <a:pt x="0" y="42656"/>
                    <a:pt x="1679" y="46474"/>
                  </a:cubicBezTo>
                  <a:cubicBezTo>
                    <a:pt x="3114" y="46908"/>
                    <a:pt x="4648" y="47709"/>
                    <a:pt x="6249" y="48909"/>
                  </a:cubicBezTo>
                  <a:cubicBezTo>
                    <a:pt x="4130" y="44857"/>
                    <a:pt x="6613" y="41894"/>
                    <a:pt x="9996" y="41894"/>
                  </a:cubicBezTo>
                  <a:cubicBezTo>
                    <a:pt x="11458" y="41894"/>
                    <a:pt x="13089" y="42447"/>
                    <a:pt x="14589" y="43706"/>
                  </a:cubicBezTo>
                  <a:cubicBezTo>
                    <a:pt x="11587" y="29329"/>
                    <a:pt x="15856" y="5879"/>
                    <a:pt x="37005" y="2376"/>
                  </a:cubicBezTo>
                  <a:cubicBezTo>
                    <a:pt x="38687" y="2104"/>
                    <a:pt x="40260" y="1978"/>
                    <a:pt x="41731" y="1978"/>
                  </a:cubicBezTo>
                  <a:cubicBezTo>
                    <a:pt x="44052" y="1978"/>
                    <a:pt x="46122" y="2292"/>
                    <a:pt x="47979" y="2843"/>
                  </a:cubicBezTo>
                  <a:cubicBezTo>
                    <a:pt x="45214" y="1124"/>
                    <a:pt x="41760" y="0"/>
                    <a:pt x="37423" y="0"/>
                  </a:cubicBez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3" name="Google Shape;5633;p29"/>
            <p:cNvSpPr/>
            <p:nvPr/>
          </p:nvSpPr>
          <p:spPr>
            <a:xfrm>
              <a:off x="6768018" y="1992827"/>
              <a:ext cx="167657" cy="79528"/>
            </a:xfrm>
            <a:custGeom>
              <a:avLst/>
              <a:gdLst/>
              <a:ahLst/>
              <a:cxnLst/>
              <a:rect l="l" t="t" r="r" b="b"/>
              <a:pathLst>
                <a:path w="6472" h="3070" extrusionOk="0">
                  <a:moveTo>
                    <a:pt x="3236" y="0"/>
                  </a:moveTo>
                  <a:cubicBezTo>
                    <a:pt x="1468" y="0"/>
                    <a:pt x="34" y="668"/>
                    <a:pt x="0" y="1535"/>
                  </a:cubicBezTo>
                  <a:cubicBezTo>
                    <a:pt x="0" y="2369"/>
                    <a:pt x="1468" y="3069"/>
                    <a:pt x="3236" y="3069"/>
                  </a:cubicBezTo>
                  <a:cubicBezTo>
                    <a:pt x="5037" y="3069"/>
                    <a:pt x="6472" y="2402"/>
                    <a:pt x="6472" y="1535"/>
                  </a:cubicBezTo>
                  <a:cubicBezTo>
                    <a:pt x="6472" y="701"/>
                    <a:pt x="5037" y="0"/>
                    <a:pt x="32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4" name="Google Shape;5634;p29"/>
            <p:cNvSpPr/>
            <p:nvPr/>
          </p:nvSpPr>
          <p:spPr>
            <a:xfrm>
              <a:off x="7664914" y="1996272"/>
              <a:ext cx="167657" cy="79528"/>
            </a:xfrm>
            <a:custGeom>
              <a:avLst/>
              <a:gdLst/>
              <a:ahLst/>
              <a:cxnLst/>
              <a:rect l="l" t="t" r="r" b="b"/>
              <a:pathLst>
                <a:path w="6472" h="3070" extrusionOk="0">
                  <a:moveTo>
                    <a:pt x="3236" y="1"/>
                  </a:moveTo>
                  <a:cubicBezTo>
                    <a:pt x="1435" y="1"/>
                    <a:pt x="0" y="701"/>
                    <a:pt x="0" y="1535"/>
                  </a:cubicBezTo>
                  <a:cubicBezTo>
                    <a:pt x="0" y="2369"/>
                    <a:pt x="1435" y="3070"/>
                    <a:pt x="3236" y="3070"/>
                  </a:cubicBezTo>
                  <a:cubicBezTo>
                    <a:pt x="5004" y="3070"/>
                    <a:pt x="6471" y="2403"/>
                    <a:pt x="6471" y="1569"/>
                  </a:cubicBezTo>
                  <a:cubicBezTo>
                    <a:pt x="6471" y="701"/>
                    <a:pt x="5004" y="34"/>
                    <a:pt x="323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5" name="Google Shape;5635;p29"/>
            <p:cNvSpPr/>
            <p:nvPr/>
          </p:nvSpPr>
          <p:spPr>
            <a:xfrm>
              <a:off x="6859611" y="1511728"/>
              <a:ext cx="193588" cy="107014"/>
            </a:xfrm>
            <a:custGeom>
              <a:avLst/>
              <a:gdLst/>
              <a:ahLst/>
              <a:cxnLst/>
              <a:rect l="l" t="t" r="r" b="b"/>
              <a:pathLst>
                <a:path w="7473" h="4131" extrusionOk="0">
                  <a:moveTo>
                    <a:pt x="4963" y="1"/>
                  </a:moveTo>
                  <a:cubicBezTo>
                    <a:pt x="3266" y="1"/>
                    <a:pt x="997" y="1514"/>
                    <a:pt x="601" y="1995"/>
                  </a:cubicBezTo>
                  <a:cubicBezTo>
                    <a:pt x="0" y="2729"/>
                    <a:pt x="701" y="3863"/>
                    <a:pt x="1301" y="4096"/>
                  </a:cubicBezTo>
                  <a:cubicBezTo>
                    <a:pt x="1375" y="4120"/>
                    <a:pt x="1479" y="4130"/>
                    <a:pt x="1608" y="4130"/>
                  </a:cubicBezTo>
                  <a:cubicBezTo>
                    <a:pt x="2584" y="4130"/>
                    <a:pt x="4950" y="3516"/>
                    <a:pt x="5804" y="3162"/>
                  </a:cubicBezTo>
                  <a:cubicBezTo>
                    <a:pt x="7272" y="2562"/>
                    <a:pt x="7472" y="894"/>
                    <a:pt x="5804" y="160"/>
                  </a:cubicBezTo>
                  <a:cubicBezTo>
                    <a:pt x="5552" y="49"/>
                    <a:pt x="5266" y="1"/>
                    <a:pt x="49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6" name="Google Shape;5636;p29"/>
            <p:cNvSpPr/>
            <p:nvPr/>
          </p:nvSpPr>
          <p:spPr>
            <a:xfrm>
              <a:off x="7530114" y="1514370"/>
              <a:ext cx="192733" cy="107791"/>
            </a:xfrm>
            <a:custGeom>
              <a:avLst/>
              <a:gdLst/>
              <a:ahLst/>
              <a:cxnLst/>
              <a:rect l="l" t="t" r="r" b="b"/>
              <a:pathLst>
                <a:path w="7440" h="4161" extrusionOk="0">
                  <a:moveTo>
                    <a:pt x="2497" y="1"/>
                  </a:moveTo>
                  <a:cubicBezTo>
                    <a:pt x="2198" y="1"/>
                    <a:pt x="1918" y="49"/>
                    <a:pt x="1668" y="158"/>
                  </a:cubicBezTo>
                  <a:cubicBezTo>
                    <a:pt x="0" y="892"/>
                    <a:pt x="201" y="2527"/>
                    <a:pt x="1668" y="3161"/>
                  </a:cubicBezTo>
                  <a:cubicBezTo>
                    <a:pt x="2498" y="3516"/>
                    <a:pt x="4878" y="4161"/>
                    <a:pt x="5845" y="4161"/>
                  </a:cubicBezTo>
                  <a:cubicBezTo>
                    <a:pt x="5968" y="4161"/>
                    <a:pt x="6067" y="4150"/>
                    <a:pt x="6138" y="4128"/>
                  </a:cubicBezTo>
                  <a:cubicBezTo>
                    <a:pt x="6772" y="3894"/>
                    <a:pt x="7439" y="2794"/>
                    <a:pt x="6872" y="2060"/>
                  </a:cubicBezTo>
                  <a:cubicBezTo>
                    <a:pt x="6475" y="1549"/>
                    <a:pt x="4196" y="1"/>
                    <a:pt x="24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7" name="Google Shape;5637;p29"/>
            <p:cNvSpPr/>
            <p:nvPr/>
          </p:nvSpPr>
          <p:spPr>
            <a:xfrm>
              <a:off x="7180163" y="1962572"/>
              <a:ext cx="206566" cy="159912"/>
            </a:xfrm>
            <a:custGeom>
              <a:avLst/>
              <a:gdLst/>
              <a:ahLst/>
              <a:cxnLst/>
              <a:rect l="l" t="t" r="r" b="b"/>
              <a:pathLst>
                <a:path w="7974" h="6173" extrusionOk="0">
                  <a:moveTo>
                    <a:pt x="4037" y="1"/>
                  </a:moveTo>
                  <a:cubicBezTo>
                    <a:pt x="2403" y="1"/>
                    <a:pt x="334" y="3904"/>
                    <a:pt x="1" y="6172"/>
                  </a:cubicBezTo>
                  <a:cubicBezTo>
                    <a:pt x="1113" y="5570"/>
                    <a:pt x="2603" y="5218"/>
                    <a:pt x="4157" y="5218"/>
                  </a:cubicBezTo>
                  <a:cubicBezTo>
                    <a:pt x="5446" y="5218"/>
                    <a:pt x="6778" y="5461"/>
                    <a:pt x="7973" y="6005"/>
                  </a:cubicBezTo>
                  <a:cubicBezTo>
                    <a:pt x="7573" y="3704"/>
                    <a:pt x="5605" y="1"/>
                    <a:pt x="4037" y="1"/>
                  </a:cubicBezTo>
                  <a:close/>
                </a:path>
              </a:pathLst>
            </a:custGeom>
            <a:solidFill>
              <a:srgbClr val="191919">
                <a:alpha val="28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8" name="Google Shape;5638;p29"/>
            <p:cNvSpPr/>
            <p:nvPr/>
          </p:nvSpPr>
          <p:spPr>
            <a:xfrm>
              <a:off x="7177572" y="2097709"/>
              <a:ext cx="212602" cy="88155"/>
            </a:xfrm>
            <a:custGeom>
              <a:avLst/>
              <a:gdLst/>
              <a:ahLst/>
              <a:cxnLst/>
              <a:rect l="l" t="t" r="r" b="b"/>
              <a:pathLst>
                <a:path w="8207" h="3403" extrusionOk="0">
                  <a:moveTo>
                    <a:pt x="4257" y="1"/>
                  </a:moveTo>
                  <a:cubicBezTo>
                    <a:pt x="2703" y="1"/>
                    <a:pt x="1213" y="353"/>
                    <a:pt x="101" y="955"/>
                  </a:cubicBezTo>
                  <a:cubicBezTo>
                    <a:pt x="1" y="1556"/>
                    <a:pt x="34" y="2056"/>
                    <a:pt x="234" y="2323"/>
                  </a:cubicBezTo>
                  <a:cubicBezTo>
                    <a:pt x="970" y="3294"/>
                    <a:pt x="2945" y="3398"/>
                    <a:pt x="3753" y="3398"/>
                  </a:cubicBezTo>
                  <a:cubicBezTo>
                    <a:pt x="3971" y="3398"/>
                    <a:pt x="4104" y="3390"/>
                    <a:pt x="4104" y="3390"/>
                  </a:cubicBezTo>
                  <a:cubicBezTo>
                    <a:pt x="4104" y="3390"/>
                    <a:pt x="4276" y="3402"/>
                    <a:pt x="4550" y="3402"/>
                  </a:cubicBezTo>
                  <a:cubicBezTo>
                    <a:pt x="5395" y="3402"/>
                    <a:pt x="7209" y="3288"/>
                    <a:pt x="7940" y="2356"/>
                  </a:cubicBezTo>
                  <a:cubicBezTo>
                    <a:pt x="8173" y="2056"/>
                    <a:pt x="8207" y="1489"/>
                    <a:pt x="8073" y="788"/>
                  </a:cubicBezTo>
                  <a:cubicBezTo>
                    <a:pt x="6878" y="244"/>
                    <a:pt x="5546" y="1"/>
                    <a:pt x="42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9" name="Google Shape;5639;p29"/>
            <p:cNvSpPr/>
            <p:nvPr/>
          </p:nvSpPr>
          <p:spPr>
            <a:xfrm>
              <a:off x="5488351" y="2015285"/>
              <a:ext cx="1732578" cy="941129"/>
            </a:xfrm>
            <a:custGeom>
              <a:avLst/>
              <a:gdLst/>
              <a:ahLst/>
              <a:cxnLst/>
              <a:rect l="l" t="t" r="r" b="b"/>
              <a:pathLst>
                <a:path w="66882" h="36330" extrusionOk="0">
                  <a:moveTo>
                    <a:pt x="60677" y="1"/>
                  </a:moveTo>
                  <a:cubicBezTo>
                    <a:pt x="59276" y="1"/>
                    <a:pt x="60777" y="5104"/>
                    <a:pt x="61745" y="6505"/>
                  </a:cubicBezTo>
                  <a:cubicBezTo>
                    <a:pt x="62512" y="7573"/>
                    <a:pt x="62512" y="9708"/>
                    <a:pt x="61344" y="12343"/>
                  </a:cubicBezTo>
                  <a:cubicBezTo>
                    <a:pt x="61011" y="13110"/>
                    <a:pt x="60610" y="13944"/>
                    <a:pt x="60043" y="14778"/>
                  </a:cubicBezTo>
                  <a:cubicBezTo>
                    <a:pt x="57834" y="18232"/>
                    <a:pt x="50979" y="32691"/>
                    <a:pt x="32463" y="32691"/>
                  </a:cubicBezTo>
                  <a:cubicBezTo>
                    <a:pt x="31132" y="32691"/>
                    <a:pt x="29741" y="32616"/>
                    <a:pt x="28287" y="32457"/>
                  </a:cubicBezTo>
                  <a:cubicBezTo>
                    <a:pt x="5905" y="30022"/>
                    <a:pt x="4904" y="6672"/>
                    <a:pt x="20515" y="6239"/>
                  </a:cubicBezTo>
                  <a:cubicBezTo>
                    <a:pt x="19448" y="4804"/>
                    <a:pt x="18714" y="3170"/>
                    <a:pt x="18214" y="1468"/>
                  </a:cubicBezTo>
                  <a:lnTo>
                    <a:pt x="18214" y="1468"/>
                  </a:lnTo>
                  <a:cubicBezTo>
                    <a:pt x="3236" y="5571"/>
                    <a:pt x="1" y="26820"/>
                    <a:pt x="19815" y="33792"/>
                  </a:cubicBezTo>
                  <a:cubicBezTo>
                    <a:pt x="24817" y="35555"/>
                    <a:pt x="29391" y="36329"/>
                    <a:pt x="33550" y="36329"/>
                  </a:cubicBezTo>
                  <a:cubicBezTo>
                    <a:pt x="46225" y="36329"/>
                    <a:pt x="55036" y="29138"/>
                    <a:pt x="60310" y="20849"/>
                  </a:cubicBezTo>
                  <a:cubicBezTo>
                    <a:pt x="62579" y="17280"/>
                    <a:pt x="64046" y="14511"/>
                    <a:pt x="64947" y="12376"/>
                  </a:cubicBezTo>
                  <a:cubicBezTo>
                    <a:pt x="66882" y="7873"/>
                    <a:pt x="66448" y="6038"/>
                    <a:pt x="66081" y="5004"/>
                  </a:cubicBezTo>
                  <a:cubicBezTo>
                    <a:pt x="65514" y="3470"/>
                    <a:pt x="62078" y="1"/>
                    <a:pt x="60677" y="1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0" name="Google Shape;5640;p29"/>
            <p:cNvSpPr/>
            <p:nvPr/>
          </p:nvSpPr>
          <p:spPr>
            <a:xfrm>
              <a:off x="5936786" y="2015285"/>
              <a:ext cx="1201163" cy="868465"/>
            </a:xfrm>
            <a:custGeom>
              <a:avLst/>
              <a:gdLst/>
              <a:ahLst/>
              <a:cxnLst/>
              <a:rect l="l" t="t" r="r" b="b"/>
              <a:pathLst>
                <a:path w="46368" h="33525" extrusionOk="0">
                  <a:moveTo>
                    <a:pt x="43365" y="1"/>
                  </a:moveTo>
                  <a:cubicBezTo>
                    <a:pt x="41964" y="1"/>
                    <a:pt x="43465" y="5104"/>
                    <a:pt x="44466" y="6505"/>
                  </a:cubicBezTo>
                  <a:cubicBezTo>
                    <a:pt x="45200" y="7573"/>
                    <a:pt x="45200" y="9708"/>
                    <a:pt x="44066" y="12343"/>
                  </a:cubicBezTo>
                  <a:cubicBezTo>
                    <a:pt x="43732" y="13110"/>
                    <a:pt x="43298" y="13944"/>
                    <a:pt x="42731" y="14778"/>
                  </a:cubicBezTo>
                  <a:cubicBezTo>
                    <a:pt x="40522" y="18232"/>
                    <a:pt x="33696" y="32691"/>
                    <a:pt x="15156" y="32691"/>
                  </a:cubicBezTo>
                  <a:cubicBezTo>
                    <a:pt x="13824" y="32691"/>
                    <a:pt x="12431" y="32616"/>
                    <a:pt x="10975" y="32457"/>
                  </a:cubicBezTo>
                  <a:cubicBezTo>
                    <a:pt x="6439" y="31957"/>
                    <a:pt x="2803" y="30623"/>
                    <a:pt x="1" y="28755"/>
                  </a:cubicBezTo>
                  <a:lnTo>
                    <a:pt x="1" y="28755"/>
                  </a:lnTo>
                  <a:cubicBezTo>
                    <a:pt x="2936" y="31023"/>
                    <a:pt x="6973" y="32724"/>
                    <a:pt x="12143" y="33291"/>
                  </a:cubicBezTo>
                  <a:cubicBezTo>
                    <a:pt x="13599" y="33450"/>
                    <a:pt x="14992" y="33525"/>
                    <a:pt x="16324" y="33525"/>
                  </a:cubicBezTo>
                  <a:cubicBezTo>
                    <a:pt x="34863" y="33525"/>
                    <a:pt x="41692" y="19066"/>
                    <a:pt x="43932" y="15612"/>
                  </a:cubicBezTo>
                  <a:cubicBezTo>
                    <a:pt x="44466" y="14778"/>
                    <a:pt x="44900" y="13944"/>
                    <a:pt x="45233" y="13177"/>
                  </a:cubicBezTo>
                  <a:cubicBezTo>
                    <a:pt x="46367" y="10542"/>
                    <a:pt x="46367" y="8407"/>
                    <a:pt x="45633" y="7339"/>
                  </a:cubicBezTo>
                  <a:cubicBezTo>
                    <a:pt x="44666" y="5938"/>
                    <a:pt x="43165" y="835"/>
                    <a:pt x="44533" y="835"/>
                  </a:cubicBezTo>
                  <a:cubicBezTo>
                    <a:pt x="44800" y="835"/>
                    <a:pt x="45166" y="968"/>
                    <a:pt x="45567" y="1202"/>
                  </a:cubicBezTo>
                  <a:cubicBezTo>
                    <a:pt x="44699" y="501"/>
                    <a:pt x="43899" y="1"/>
                    <a:pt x="43365" y="1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1" name="Google Shape;5641;p29"/>
            <p:cNvSpPr/>
            <p:nvPr/>
          </p:nvSpPr>
          <p:spPr>
            <a:xfrm>
              <a:off x="7342601" y="1995417"/>
              <a:ext cx="1953807" cy="974158"/>
            </a:xfrm>
            <a:custGeom>
              <a:avLst/>
              <a:gdLst/>
              <a:ahLst/>
              <a:cxnLst/>
              <a:rect l="l" t="t" r="r" b="b"/>
              <a:pathLst>
                <a:path w="75422" h="37605" extrusionOk="0">
                  <a:moveTo>
                    <a:pt x="6172" y="1"/>
                  </a:moveTo>
                  <a:cubicBezTo>
                    <a:pt x="4804" y="1"/>
                    <a:pt x="1302" y="3436"/>
                    <a:pt x="735" y="4971"/>
                  </a:cubicBezTo>
                  <a:cubicBezTo>
                    <a:pt x="368" y="5938"/>
                    <a:pt x="1" y="8507"/>
                    <a:pt x="1669" y="13177"/>
                  </a:cubicBezTo>
                  <a:cubicBezTo>
                    <a:pt x="2569" y="15712"/>
                    <a:pt x="4071" y="18881"/>
                    <a:pt x="6506" y="22817"/>
                  </a:cubicBezTo>
                  <a:cubicBezTo>
                    <a:pt x="11631" y="31038"/>
                    <a:pt x="24900" y="37605"/>
                    <a:pt x="39708" y="37605"/>
                  </a:cubicBezTo>
                  <a:cubicBezTo>
                    <a:pt x="44848" y="37605"/>
                    <a:pt x="50173" y="36813"/>
                    <a:pt x="55407" y="35026"/>
                  </a:cubicBezTo>
                  <a:cubicBezTo>
                    <a:pt x="75422" y="28187"/>
                    <a:pt x="72186" y="6672"/>
                    <a:pt x="57008" y="2602"/>
                  </a:cubicBezTo>
                  <a:lnTo>
                    <a:pt x="57008" y="2602"/>
                  </a:lnTo>
                  <a:cubicBezTo>
                    <a:pt x="56975" y="2836"/>
                    <a:pt x="56942" y="3036"/>
                    <a:pt x="56908" y="3270"/>
                  </a:cubicBezTo>
                  <a:cubicBezTo>
                    <a:pt x="56608" y="4971"/>
                    <a:pt x="56308" y="6372"/>
                    <a:pt x="55908" y="7506"/>
                  </a:cubicBezTo>
                  <a:cubicBezTo>
                    <a:pt x="70485" y="8974"/>
                    <a:pt x="68850" y="31290"/>
                    <a:pt x="46935" y="33591"/>
                  </a:cubicBezTo>
                  <a:cubicBezTo>
                    <a:pt x="44748" y="33821"/>
                    <a:pt x="42654" y="33929"/>
                    <a:pt x="40651" y="33929"/>
                  </a:cubicBezTo>
                  <a:cubicBezTo>
                    <a:pt x="20593" y="33929"/>
                    <a:pt x="9687" y="23142"/>
                    <a:pt x="6806" y="16713"/>
                  </a:cubicBezTo>
                  <a:cubicBezTo>
                    <a:pt x="6305" y="15578"/>
                    <a:pt x="5838" y="14344"/>
                    <a:pt x="5505" y="13177"/>
                  </a:cubicBezTo>
                  <a:cubicBezTo>
                    <a:pt x="4638" y="10208"/>
                    <a:pt x="4337" y="7473"/>
                    <a:pt x="5038" y="6505"/>
                  </a:cubicBezTo>
                  <a:cubicBezTo>
                    <a:pt x="6039" y="5104"/>
                    <a:pt x="7573" y="1"/>
                    <a:pt x="6172" y="1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2" name="Google Shape;5642;p29"/>
            <p:cNvSpPr/>
            <p:nvPr/>
          </p:nvSpPr>
          <p:spPr>
            <a:xfrm>
              <a:off x="8793358" y="2132808"/>
              <a:ext cx="257548" cy="289514"/>
            </a:xfrm>
            <a:custGeom>
              <a:avLst/>
              <a:gdLst/>
              <a:ahLst/>
              <a:cxnLst/>
              <a:rect l="l" t="t" r="r" b="b"/>
              <a:pathLst>
                <a:path w="9942" h="11176" extrusionOk="0">
                  <a:moveTo>
                    <a:pt x="634" y="0"/>
                  </a:moveTo>
                  <a:cubicBezTo>
                    <a:pt x="434" y="834"/>
                    <a:pt x="234" y="1568"/>
                    <a:pt x="1" y="2202"/>
                  </a:cubicBezTo>
                  <a:cubicBezTo>
                    <a:pt x="5738" y="2802"/>
                    <a:pt x="8974" y="6605"/>
                    <a:pt x="9441" y="11175"/>
                  </a:cubicBezTo>
                  <a:cubicBezTo>
                    <a:pt x="9941" y="5838"/>
                    <a:pt x="6906" y="901"/>
                    <a:pt x="634" y="0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3" name="Google Shape;5643;p29"/>
            <p:cNvSpPr/>
            <p:nvPr/>
          </p:nvSpPr>
          <p:spPr>
            <a:xfrm>
              <a:off x="7342601" y="1995417"/>
              <a:ext cx="1475937" cy="974158"/>
            </a:xfrm>
            <a:custGeom>
              <a:avLst/>
              <a:gdLst/>
              <a:ahLst/>
              <a:cxnLst/>
              <a:rect l="l" t="t" r="r" b="b"/>
              <a:pathLst>
                <a:path w="56975" h="37605" extrusionOk="0">
                  <a:moveTo>
                    <a:pt x="56975" y="34425"/>
                  </a:moveTo>
                  <a:cubicBezTo>
                    <a:pt x="56849" y="34475"/>
                    <a:pt x="56722" y="34526"/>
                    <a:pt x="56593" y="34576"/>
                  </a:cubicBezTo>
                  <a:lnTo>
                    <a:pt x="56593" y="34576"/>
                  </a:lnTo>
                  <a:cubicBezTo>
                    <a:pt x="56642" y="34559"/>
                    <a:pt x="56692" y="34542"/>
                    <a:pt x="56742" y="34525"/>
                  </a:cubicBezTo>
                  <a:lnTo>
                    <a:pt x="56975" y="34425"/>
                  </a:lnTo>
                  <a:close/>
                  <a:moveTo>
                    <a:pt x="6205" y="1"/>
                  </a:moveTo>
                  <a:cubicBezTo>
                    <a:pt x="4804" y="1"/>
                    <a:pt x="1302" y="3436"/>
                    <a:pt x="735" y="4971"/>
                  </a:cubicBezTo>
                  <a:cubicBezTo>
                    <a:pt x="368" y="5938"/>
                    <a:pt x="1" y="8473"/>
                    <a:pt x="1669" y="13177"/>
                  </a:cubicBezTo>
                  <a:cubicBezTo>
                    <a:pt x="2569" y="15712"/>
                    <a:pt x="4071" y="18881"/>
                    <a:pt x="6506" y="22784"/>
                  </a:cubicBezTo>
                  <a:cubicBezTo>
                    <a:pt x="11632" y="31030"/>
                    <a:pt x="24904" y="37604"/>
                    <a:pt x="39713" y="37604"/>
                  </a:cubicBezTo>
                  <a:cubicBezTo>
                    <a:pt x="44851" y="37604"/>
                    <a:pt x="50175" y="36813"/>
                    <a:pt x="55407" y="35026"/>
                  </a:cubicBezTo>
                  <a:cubicBezTo>
                    <a:pt x="55807" y="34876"/>
                    <a:pt x="56207" y="34726"/>
                    <a:pt x="56593" y="34576"/>
                  </a:cubicBezTo>
                  <a:lnTo>
                    <a:pt x="56593" y="34576"/>
                  </a:lnTo>
                  <a:cubicBezTo>
                    <a:pt x="51417" y="36324"/>
                    <a:pt x="46155" y="37099"/>
                    <a:pt x="41074" y="37099"/>
                  </a:cubicBezTo>
                  <a:cubicBezTo>
                    <a:pt x="26254" y="37099"/>
                    <a:pt x="12969" y="30510"/>
                    <a:pt x="7840" y="22283"/>
                  </a:cubicBezTo>
                  <a:cubicBezTo>
                    <a:pt x="5405" y="18380"/>
                    <a:pt x="3904" y="15211"/>
                    <a:pt x="3003" y="12676"/>
                  </a:cubicBezTo>
                  <a:cubicBezTo>
                    <a:pt x="1335" y="7973"/>
                    <a:pt x="1702" y="5438"/>
                    <a:pt x="2069" y="4437"/>
                  </a:cubicBezTo>
                  <a:cubicBezTo>
                    <a:pt x="2503" y="3303"/>
                    <a:pt x="4638" y="1035"/>
                    <a:pt x="6239" y="1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4" name="Google Shape;5644;p29"/>
            <p:cNvSpPr/>
            <p:nvPr/>
          </p:nvSpPr>
          <p:spPr>
            <a:xfrm>
              <a:off x="6984905" y="1904705"/>
              <a:ext cx="88155" cy="88155"/>
            </a:xfrm>
            <a:custGeom>
              <a:avLst/>
              <a:gdLst/>
              <a:ahLst/>
              <a:cxnLst/>
              <a:rect l="l" t="t" r="r" b="b"/>
              <a:pathLst>
                <a:path w="3403" h="3403" extrusionOk="0">
                  <a:moveTo>
                    <a:pt x="1701" y="0"/>
                  </a:moveTo>
                  <a:cubicBezTo>
                    <a:pt x="767" y="0"/>
                    <a:pt x="0" y="767"/>
                    <a:pt x="0" y="1701"/>
                  </a:cubicBezTo>
                  <a:cubicBezTo>
                    <a:pt x="0" y="2635"/>
                    <a:pt x="767" y="3402"/>
                    <a:pt x="1701" y="3402"/>
                  </a:cubicBezTo>
                  <a:cubicBezTo>
                    <a:pt x="2635" y="3402"/>
                    <a:pt x="3403" y="2635"/>
                    <a:pt x="3403" y="1701"/>
                  </a:cubicBezTo>
                  <a:cubicBezTo>
                    <a:pt x="3403" y="767"/>
                    <a:pt x="2635" y="0"/>
                    <a:pt x="170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5" name="Google Shape;5645;p29"/>
            <p:cNvSpPr/>
            <p:nvPr/>
          </p:nvSpPr>
          <p:spPr>
            <a:xfrm>
              <a:off x="7544801" y="1904705"/>
              <a:ext cx="88155" cy="88155"/>
            </a:xfrm>
            <a:custGeom>
              <a:avLst/>
              <a:gdLst/>
              <a:ahLst/>
              <a:cxnLst/>
              <a:rect l="l" t="t" r="r" b="b"/>
              <a:pathLst>
                <a:path w="3403" h="3403" extrusionOk="0">
                  <a:moveTo>
                    <a:pt x="1702" y="0"/>
                  </a:moveTo>
                  <a:cubicBezTo>
                    <a:pt x="768" y="0"/>
                    <a:pt x="1" y="767"/>
                    <a:pt x="1" y="1701"/>
                  </a:cubicBezTo>
                  <a:cubicBezTo>
                    <a:pt x="1" y="2635"/>
                    <a:pt x="768" y="3402"/>
                    <a:pt x="1702" y="3402"/>
                  </a:cubicBezTo>
                  <a:cubicBezTo>
                    <a:pt x="2636" y="3402"/>
                    <a:pt x="3403" y="2635"/>
                    <a:pt x="3403" y="1701"/>
                  </a:cubicBezTo>
                  <a:cubicBezTo>
                    <a:pt x="3403" y="767"/>
                    <a:pt x="2636" y="0"/>
                    <a:pt x="17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6" name="Google Shape;5646;p29"/>
            <p:cNvSpPr/>
            <p:nvPr/>
          </p:nvSpPr>
          <p:spPr>
            <a:xfrm>
              <a:off x="7028966" y="1923692"/>
              <a:ext cx="25076" cy="25102"/>
            </a:xfrm>
            <a:custGeom>
              <a:avLst/>
              <a:gdLst/>
              <a:ahLst/>
              <a:cxnLst/>
              <a:rect l="l" t="t" r="r" b="b"/>
              <a:pathLst>
                <a:path w="968" h="969" extrusionOk="0">
                  <a:moveTo>
                    <a:pt x="501" y="1"/>
                  </a:moveTo>
                  <a:cubicBezTo>
                    <a:pt x="234" y="1"/>
                    <a:pt x="0" y="234"/>
                    <a:pt x="0" y="501"/>
                  </a:cubicBezTo>
                  <a:cubicBezTo>
                    <a:pt x="0" y="768"/>
                    <a:pt x="234" y="968"/>
                    <a:pt x="501" y="968"/>
                  </a:cubicBezTo>
                  <a:cubicBezTo>
                    <a:pt x="768" y="968"/>
                    <a:pt x="968" y="768"/>
                    <a:pt x="968" y="501"/>
                  </a:cubicBezTo>
                  <a:cubicBezTo>
                    <a:pt x="968" y="234"/>
                    <a:pt x="768" y="1"/>
                    <a:pt x="501" y="1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7" name="Google Shape;5647;p29"/>
            <p:cNvSpPr/>
            <p:nvPr/>
          </p:nvSpPr>
          <p:spPr>
            <a:xfrm>
              <a:off x="7591453" y="1923692"/>
              <a:ext cx="25102" cy="25102"/>
            </a:xfrm>
            <a:custGeom>
              <a:avLst/>
              <a:gdLst/>
              <a:ahLst/>
              <a:cxnLst/>
              <a:rect l="l" t="t" r="r" b="b"/>
              <a:pathLst>
                <a:path w="969" h="969" extrusionOk="0">
                  <a:moveTo>
                    <a:pt x="501" y="1"/>
                  </a:moveTo>
                  <a:cubicBezTo>
                    <a:pt x="234" y="1"/>
                    <a:pt x="1" y="234"/>
                    <a:pt x="1" y="501"/>
                  </a:cubicBezTo>
                  <a:cubicBezTo>
                    <a:pt x="1" y="768"/>
                    <a:pt x="234" y="968"/>
                    <a:pt x="501" y="968"/>
                  </a:cubicBezTo>
                  <a:cubicBezTo>
                    <a:pt x="768" y="968"/>
                    <a:pt x="968" y="768"/>
                    <a:pt x="968" y="501"/>
                  </a:cubicBezTo>
                  <a:cubicBezTo>
                    <a:pt x="968" y="234"/>
                    <a:pt x="768" y="1"/>
                    <a:pt x="501" y="1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Google Shape;5664;p31">
            <a:extLst>
              <a:ext uri="{FF2B5EF4-FFF2-40B4-BE49-F238E27FC236}">
                <a16:creationId xmlns:a16="http://schemas.microsoft.com/office/drawing/2014/main" id="{ADB62893-F9A8-FD77-D714-15232D4B1AF0}"/>
              </a:ext>
            </a:extLst>
          </p:cNvPr>
          <p:cNvSpPr/>
          <p:nvPr/>
        </p:nvSpPr>
        <p:spPr>
          <a:xfrm>
            <a:off x="6363440" y="4389363"/>
            <a:ext cx="2770604" cy="530576"/>
          </a:xfrm>
          <a:custGeom>
            <a:avLst/>
            <a:gdLst/>
            <a:ahLst/>
            <a:cxnLst/>
            <a:rect l="l" t="t" r="r" b="b"/>
            <a:pathLst>
              <a:path w="272511" h="143593" extrusionOk="0">
                <a:moveTo>
                  <a:pt x="251027" y="1"/>
                </a:moveTo>
                <a:cubicBezTo>
                  <a:pt x="245294" y="1"/>
                  <a:pt x="237572" y="381"/>
                  <a:pt x="227184" y="1118"/>
                </a:cubicBezTo>
                <a:cubicBezTo>
                  <a:pt x="222766" y="1431"/>
                  <a:pt x="215826" y="1538"/>
                  <a:pt x="208362" y="1538"/>
                </a:cubicBezTo>
                <a:cubicBezTo>
                  <a:pt x="195627" y="1538"/>
                  <a:pt x="181370" y="1225"/>
                  <a:pt x="175522" y="1083"/>
                </a:cubicBezTo>
                <a:cubicBezTo>
                  <a:pt x="174989" y="1069"/>
                  <a:pt x="173989" y="1063"/>
                  <a:pt x="172589" y="1063"/>
                </a:cubicBezTo>
                <a:cubicBezTo>
                  <a:pt x="157097" y="1063"/>
                  <a:pt x="92556" y="1810"/>
                  <a:pt x="67749" y="1810"/>
                </a:cubicBezTo>
                <a:cubicBezTo>
                  <a:pt x="64700" y="1810"/>
                  <a:pt x="62251" y="1799"/>
                  <a:pt x="60567" y="1773"/>
                </a:cubicBezTo>
                <a:cubicBezTo>
                  <a:pt x="46982" y="1571"/>
                  <a:pt x="33386" y="1368"/>
                  <a:pt x="19800" y="1166"/>
                </a:cubicBezTo>
                <a:cubicBezTo>
                  <a:pt x="17432" y="1135"/>
                  <a:pt x="14473" y="590"/>
                  <a:pt x="11780" y="590"/>
                </a:cubicBezTo>
                <a:cubicBezTo>
                  <a:pt x="9383" y="590"/>
                  <a:pt x="7196" y="1021"/>
                  <a:pt x="5823" y="2631"/>
                </a:cubicBezTo>
                <a:cubicBezTo>
                  <a:pt x="4287" y="4428"/>
                  <a:pt x="4334" y="8857"/>
                  <a:pt x="4656" y="11203"/>
                </a:cubicBezTo>
                <a:cubicBezTo>
                  <a:pt x="9073" y="43898"/>
                  <a:pt x="0" y="111168"/>
                  <a:pt x="4656" y="141183"/>
                </a:cubicBezTo>
                <a:cubicBezTo>
                  <a:pt x="4906" y="142791"/>
                  <a:pt x="7144" y="142993"/>
                  <a:pt x="8763" y="143076"/>
                </a:cubicBezTo>
                <a:cubicBezTo>
                  <a:pt x="16269" y="143444"/>
                  <a:pt x="22992" y="143592"/>
                  <a:pt x="29104" y="143592"/>
                </a:cubicBezTo>
                <a:cubicBezTo>
                  <a:pt x="54639" y="143592"/>
                  <a:pt x="69514" y="141003"/>
                  <a:pt x="86318" y="141003"/>
                </a:cubicBezTo>
                <a:cubicBezTo>
                  <a:pt x="90106" y="141003"/>
                  <a:pt x="93992" y="141135"/>
                  <a:pt x="98120" y="141457"/>
                </a:cubicBezTo>
                <a:cubicBezTo>
                  <a:pt x="109441" y="142339"/>
                  <a:pt x="120783" y="142673"/>
                  <a:pt x="132134" y="142673"/>
                </a:cubicBezTo>
                <a:cubicBezTo>
                  <a:pt x="152645" y="142673"/>
                  <a:pt x="173184" y="141583"/>
                  <a:pt x="193679" y="140671"/>
                </a:cubicBezTo>
                <a:cubicBezTo>
                  <a:pt x="194430" y="140638"/>
                  <a:pt x="195267" y="140623"/>
                  <a:pt x="196181" y="140623"/>
                </a:cubicBezTo>
                <a:cubicBezTo>
                  <a:pt x="207210" y="140623"/>
                  <a:pt x="229426" y="142867"/>
                  <a:pt x="245705" y="142867"/>
                </a:cubicBezTo>
                <a:cubicBezTo>
                  <a:pt x="255508" y="142867"/>
                  <a:pt x="263157" y="142053"/>
                  <a:pt x="264914" y="139445"/>
                </a:cubicBezTo>
                <a:cubicBezTo>
                  <a:pt x="272511" y="128170"/>
                  <a:pt x="267462" y="96213"/>
                  <a:pt x="268034" y="81259"/>
                </a:cubicBezTo>
                <a:cubicBezTo>
                  <a:pt x="269272" y="49362"/>
                  <a:pt x="268332" y="42707"/>
                  <a:pt x="267308" y="7107"/>
                </a:cubicBezTo>
                <a:cubicBezTo>
                  <a:pt x="267164" y="2261"/>
                  <a:pt x="265009" y="1"/>
                  <a:pt x="251027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000">
              <a:solidFill>
                <a:srgbClr val="EE6137"/>
              </a:solidFill>
              <a:latin typeface="Barrio"/>
              <a:ea typeface="Barrio"/>
              <a:cs typeface="Barrio"/>
              <a:sym typeface="Barrio"/>
            </a:endParaRPr>
          </a:p>
        </p:txBody>
      </p:sp>
      <p:sp>
        <p:nvSpPr>
          <p:cNvPr id="3" name="Google Shape;5624;p29">
            <a:extLst>
              <a:ext uri="{FF2B5EF4-FFF2-40B4-BE49-F238E27FC236}">
                <a16:creationId xmlns:a16="http://schemas.microsoft.com/office/drawing/2014/main" id="{991EDACA-ACD2-D680-5404-994A21D6F661}"/>
              </a:ext>
            </a:extLst>
          </p:cNvPr>
          <p:cNvSpPr txBox="1">
            <a:spLocks/>
          </p:cNvSpPr>
          <p:nvPr/>
        </p:nvSpPr>
        <p:spPr>
          <a:xfrm>
            <a:off x="6432283" y="4421522"/>
            <a:ext cx="2195661" cy="4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swald Light"/>
              <a:buNone/>
              <a:defRPr sz="2000" b="0" i="0" u="none" strike="noStrike" cap="none">
                <a:solidFill>
                  <a:schemeClr val="dk2"/>
                </a:solidFill>
                <a:latin typeface="Oswald Light"/>
                <a:ea typeface="Oswald Light"/>
                <a:cs typeface="Oswald Light"/>
                <a:sym typeface="Oswald Light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swald Light"/>
              <a:buNone/>
              <a:defRPr sz="1800" b="0" i="0" u="none" strike="noStrike" cap="none">
                <a:solidFill>
                  <a:schemeClr val="dk2"/>
                </a:solidFill>
                <a:latin typeface="Oswald Light"/>
                <a:ea typeface="Oswald Light"/>
                <a:cs typeface="Oswald Light"/>
                <a:sym typeface="Oswald Light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swald Light"/>
              <a:buNone/>
              <a:defRPr sz="1800" b="0" i="0" u="none" strike="noStrike" cap="none">
                <a:solidFill>
                  <a:schemeClr val="dk2"/>
                </a:solidFill>
                <a:latin typeface="Oswald Light"/>
                <a:ea typeface="Oswald Light"/>
                <a:cs typeface="Oswald Light"/>
                <a:sym typeface="Oswald Light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swald Light"/>
              <a:buNone/>
              <a:defRPr sz="1800" b="0" i="0" u="none" strike="noStrike" cap="none">
                <a:solidFill>
                  <a:schemeClr val="dk2"/>
                </a:solidFill>
                <a:latin typeface="Oswald Light"/>
                <a:ea typeface="Oswald Light"/>
                <a:cs typeface="Oswald Light"/>
                <a:sym typeface="Oswald Light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swald Light"/>
              <a:buNone/>
              <a:defRPr sz="1800" b="0" i="0" u="none" strike="noStrike" cap="none">
                <a:solidFill>
                  <a:schemeClr val="dk2"/>
                </a:solidFill>
                <a:latin typeface="Oswald Light"/>
                <a:ea typeface="Oswald Light"/>
                <a:cs typeface="Oswald Light"/>
                <a:sym typeface="Oswald Light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swald Light"/>
              <a:buNone/>
              <a:defRPr sz="1800" b="0" i="0" u="none" strike="noStrike" cap="none">
                <a:solidFill>
                  <a:schemeClr val="dk2"/>
                </a:solidFill>
                <a:latin typeface="Oswald Light"/>
                <a:ea typeface="Oswald Light"/>
                <a:cs typeface="Oswald Light"/>
                <a:sym typeface="Oswald Light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swald Light"/>
              <a:buNone/>
              <a:defRPr sz="1800" b="0" i="0" u="none" strike="noStrike" cap="none">
                <a:solidFill>
                  <a:schemeClr val="dk2"/>
                </a:solidFill>
                <a:latin typeface="Oswald Light"/>
                <a:ea typeface="Oswald Light"/>
                <a:cs typeface="Oswald Light"/>
                <a:sym typeface="Oswald Light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swald Light"/>
              <a:buNone/>
              <a:defRPr sz="1800" b="0" i="0" u="none" strike="noStrike" cap="none">
                <a:solidFill>
                  <a:schemeClr val="dk2"/>
                </a:solidFill>
                <a:latin typeface="Oswald Light"/>
                <a:ea typeface="Oswald Light"/>
                <a:cs typeface="Oswald Light"/>
                <a:sym typeface="Oswald Light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swald Light"/>
              <a:buNone/>
              <a:defRPr sz="1800" b="0" i="0" u="none" strike="noStrike" cap="none">
                <a:solidFill>
                  <a:schemeClr val="dk2"/>
                </a:solidFill>
                <a:latin typeface="Oswald Light"/>
                <a:ea typeface="Oswald Light"/>
                <a:cs typeface="Oswald Light"/>
                <a:sym typeface="Oswald Light"/>
              </a:defRPr>
            </a:lvl9pPr>
          </a:lstStyle>
          <a:p>
            <a:pPr marL="0" indent="0"/>
            <a:r>
              <a:rPr lang="en-US"/>
              <a:t>By Rajnish Kashyap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9" name="Google Shape;5659;p31"/>
          <p:cNvSpPr/>
          <p:nvPr/>
        </p:nvSpPr>
        <p:spPr>
          <a:xfrm>
            <a:off x="5014842" y="900433"/>
            <a:ext cx="3728800" cy="1828133"/>
          </a:xfrm>
          <a:custGeom>
            <a:avLst/>
            <a:gdLst/>
            <a:ahLst/>
            <a:cxnLst/>
            <a:rect l="l" t="t" r="r" b="b"/>
            <a:pathLst>
              <a:path w="272511" h="143593" extrusionOk="0">
                <a:moveTo>
                  <a:pt x="251027" y="1"/>
                </a:moveTo>
                <a:cubicBezTo>
                  <a:pt x="245294" y="1"/>
                  <a:pt x="237572" y="381"/>
                  <a:pt x="227184" y="1118"/>
                </a:cubicBezTo>
                <a:cubicBezTo>
                  <a:pt x="222766" y="1431"/>
                  <a:pt x="215826" y="1538"/>
                  <a:pt x="208362" y="1538"/>
                </a:cubicBezTo>
                <a:cubicBezTo>
                  <a:pt x="195627" y="1538"/>
                  <a:pt x="181370" y="1225"/>
                  <a:pt x="175522" y="1083"/>
                </a:cubicBezTo>
                <a:cubicBezTo>
                  <a:pt x="174989" y="1069"/>
                  <a:pt x="173989" y="1063"/>
                  <a:pt x="172589" y="1063"/>
                </a:cubicBezTo>
                <a:cubicBezTo>
                  <a:pt x="157097" y="1063"/>
                  <a:pt x="92556" y="1810"/>
                  <a:pt x="67749" y="1810"/>
                </a:cubicBezTo>
                <a:cubicBezTo>
                  <a:pt x="64700" y="1810"/>
                  <a:pt x="62251" y="1799"/>
                  <a:pt x="60567" y="1773"/>
                </a:cubicBezTo>
                <a:cubicBezTo>
                  <a:pt x="46982" y="1571"/>
                  <a:pt x="33386" y="1368"/>
                  <a:pt x="19800" y="1166"/>
                </a:cubicBezTo>
                <a:cubicBezTo>
                  <a:pt x="17432" y="1135"/>
                  <a:pt x="14473" y="590"/>
                  <a:pt x="11780" y="590"/>
                </a:cubicBezTo>
                <a:cubicBezTo>
                  <a:pt x="9383" y="590"/>
                  <a:pt x="7196" y="1021"/>
                  <a:pt x="5823" y="2631"/>
                </a:cubicBezTo>
                <a:cubicBezTo>
                  <a:pt x="4287" y="4428"/>
                  <a:pt x="4334" y="8857"/>
                  <a:pt x="4656" y="11203"/>
                </a:cubicBezTo>
                <a:cubicBezTo>
                  <a:pt x="9073" y="43898"/>
                  <a:pt x="0" y="111168"/>
                  <a:pt x="4656" y="141183"/>
                </a:cubicBezTo>
                <a:cubicBezTo>
                  <a:pt x="4906" y="142791"/>
                  <a:pt x="7144" y="142993"/>
                  <a:pt x="8763" y="143076"/>
                </a:cubicBezTo>
                <a:cubicBezTo>
                  <a:pt x="16269" y="143444"/>
                  <a:pt x="22992" y="143592"/>
                  <a:pt x="29104" y="143592"/>
                </a:cubicBezTo>
                <a:cubicBezTo>
                  <a:pt x="54639" y="143592"/>
                  <a:pt x="69514" y="141003"/>
                  <a:pt x="86318" y="141003"/>
                </a:cubicBezTo>
                <a:cubicBezTo>
                  <a:pt x="90106" y="141003"/>
                  <a:pt x="93992" y="141135"/>
                  <a:pt x="98120" y="141457"/>
                </a:cubicBezTo>
                <a:cubicBezTo>
                  <a:pt x="109441" y="142339"/>
                  <a:pt x="120783" y="142673"/>
                  <a:pt x="132134" y="142673"/>
                </a:cubicBezTo>
                <a:cubicBezTo>
                  <a:pt x="152645" y="142673"/>
                  <a:pt x="173184" y="141583"/>
                  <a:pt x="193679" y="140671"/>
                </a:cubicBezTo>
                <a:cubicBezTo>
                  <a:pt x="194430" y="140638"/>
                  <a:pt x="195267" y="140623"/>
                  <a:pt x="196181" y="140623"/>
                </a:cubicBezTo>
                <a:cubicBezTo>
                  <a:pt x="207210" y="140623"/>
                  <a:pt x="229426" y="142867"/>
                  <a:pt x="245705" y="142867"/>
                </a:cubicBezTo>
                <a:cubicBezTo>
                  <a:pt x="255508" y="142867"/>
                  <a:pt x="263157" y="142053"/>
                  <a:pt x="264914" y="139445"/>
                </a:cubicBezTo>
                <a:cubicBezTo>
                  <a:pt x="272511" y="128170"/>
                  <a:pt x="267462" y="96213"/>
                  <a:pt x="268034" y="81259"/>
                </a:cubicBezTo>
                <a:cubicBezTo>
                  <a:pt x="269272" y="49362"/>
                  <a:pt x="268332" y="42707"/>
                  <a:pt x="267308" y="7107"/>
                </a:cubicBezTo>
                <a:cubicBezTo>
                  <a:pt x="267164" y="2261"/>
                  <a:pt x="265009" y="1"/>
                  <a:pt x="251027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000">
              <a:solidFill>
                <a:srgbClr val="EE6137"/>
              </a:solidFill>
              <a:latin typeface="Barrio"/>
              <a:ea typeface="Barrio"/>
              <a:cs typeface="Barrio"/>
              <a:sym typeface="Barrio"/>
            </a:endParaRPr>
          </a:p>
        </p:txBody>
      </p:sp>
      <p:sp>
        <p:nvSpPr>
          <p:cNvPr id="5660" name="Google Shape;5660;p31"/>
          <p:cNvSpPr/>
          <p:nvPr/>
        </p:nvSpPr>
        <p:spPr>
          <a:xfrm>
            <a:off x="610292" y="900434"/>
            <a:ext cx="3649581" cy="1870878"/>
          </a:xfrm>
          <a:custGeom>
            <a:avLst/>
            <a:gdLst/>
            <a:ahLst/>
            <a:cxnLst/>
            <a:rect l="l" t="t" r="r" b="b"/>
            <a:pathLst>
              <a:path w="272511" h="143593" extrusionOk="0">
                <a:moveTo>
                  <a:pt x="251027" y="1"/>
                </a:moveTo>
                <a:cubicBezTo>
                  <a:pt x="245294" y="1"/>
                  <a:pt x="237572" y="381"/>
                  <a:pt x="227184" y="1118"/>
                </a:cubicBezTo>
                <a:cubicBezTo>
                  <a:pt x="222766" y="1431"/>
                  <a:pt x="215826" y="1538"/>
                  <a:pt x="208362" y="1538"/>
                </a:cubicBezTo>
                <a:cubicBezTo>
                  <a:pt x="195627" y="1538"/>
                  <a:pt x="181370" y="1225"/>
                  <a:pt x="175522" y="1083"/>
                </a:cubicBezTo>
                <a:cubicBezTo>
                  <a:pt x="174989" y="1069"/>
                  <a:pt x="173989" y="1063"/>
                  <a:pt x="172589" y="1063"/>
                </a:cubicBezTo>
                <a:cubicBezTo>
                  <a:pt x="157097" y="1063"/>
                  <a:pt x="92556" y="1810"/>
                  <a:pt x="67749" y="1810"/>
                </a:cubicBezTo>
                <a:cubicBezTo>
                  <a:pt x="64700" y="1810"/>
                  <a:pt x="62251" y="1799"/>
                  <a:pt x="60567" y="1773"/>
                </a:cubicBezTo>
                <a:cubicBezTo>
                  <a:pt x="46982" y="1571"/>
                  <a:pt x="33386" y="1368"/>
                  <a:pt x="19800" y="1166"/>
                </a:cubicBezTo>
                <a:cubicBezTo>
                  <a:pt x="17432" y="1135"/>
                  <a:pt x="14473" y="590"/>
                  <a:pt x="11780" y="590"/>
                </a:cubicBezTo>
                <a:cubicBezTo>
                  <a:pt x="9383" y="590"/>
                  <a:pt x="7196" y="1021"/>
                  <a:pt x="5823" y="2631"/>
                </a:cubicBezTo>
                <a:cubicBezTo>
                  <a:pt x="4287" y="4428"/>
                  <a:pt x="4334" y="8857"/>
                  <a:pt x="4656" y="11203"/>
                </a:cubicBezTo>
                <a:cubicBezTo>
                  <a:pt x="9073" y="43898"/>
                  <a:pt x="0" y="111168"/>
                  <a:pt x="4656" y="141183"/>
                </a:cubicBezTo>
                <a:cubicBezTo>
                  <a:pt x="4906" y="142791"/>
                  <a:pt x="7144" y="142993"/>
                  <a:pt x="8763" y="143076"/>
                </a:cubicBezTo>
                <a:cubicBezTo>
                  <a:pt x="16269" y="143444"/>
                  <a:pt x="22992" y="143592"/>
                  <a:pt x="29104" y="143592"/>
                </a:cubicBezTo>
                <a:cubicBezTo>
                  <a:pt x="54639" y="143592"/>
                  <a:pt x="69514" y="141003"/>
                  <a:pt x="86318" y="141003"/>
                </a:cubicBezTo>
                <a:cubicBezTo>
                  <a:pt x="90106" y="141003"/>
                  <a:pt x="93992" y="141135"/>
                  <a:pt x="98120" y="141457"/>
                </a:cubicBezTo>
                <a:cubicBezTo>
                  <a:pt x="109441" y="142339"/>
                  <a:pt x="120783" y="142673"/>
                  <a:pt x="132134" y="142673"/>
                </a:cubicBezTo>
                <a:cubicBezTo>
                  <a:pt x="152645" y="142673"/>
                  <a:pt x="173184" y="141583"/>
                  <a:pt x="193679" y="140671"/>
                </a:cubicBezTo>
                <a:cubicBezTo>
                  <a:pt x="194430" y="140638"/>
                  <a:pt x="195267" y="140623"/>
                  <a:pt x="196181" y="140623"/>
                </a:cubicBezTo>
                <a:cubicBezTo>
                  <a:pt x="207210" y="140623"/>
                  <a:pt x="229426" y="142867"/>
                  <a:pt x="245705" y="142867"/>
                </a:cubicBezTo>
                <a:cubicBezTo>
                  <a:pt x="255508" y="142867"/>
                  <a:pt x="263157" y="142053"/>
                  <a:pt x="264914" y="139445"/>
                </a:cubicBezTo>
                <a:cubicBezTo>
                  <a:pt x="272511" y="128170"/>
                  <a:pt x="267462" y="96213"/>
                  <a:pt x="268034" y="81259"/>
                </a:cubicBezTo>
                <a:cubicBezTo>
                  <a:pt x="269272" y="49362"/>
                  <a:pt x="268332" y="42707"/>
                  <a:pt x="267308" y="7107"/>
                </a:cubicBezTo>
                <a:cubicBezTo>
                  <a:pt x="267164" y="2261"/>
                  <a:pt x="265009" y="1"/>
                  <a:pt x="251027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000">
              <a:solidFill>
                <a:srgbClr val="EE6137"/>
              </a:solidFill>
              <a:latin typeface="Barrio"/>
              <a:ea typeface="Barrio"/>
              <a:cs typeface="Barrio"/>
              <a:sym typeface="Barrio"/>
            </a:endParaRPr>
          </a:p>
        </p:txBody>
      </p:sp>
      <p:sp>
        <p:nvSpPr>
          <p:cNvPr id="5661" name="Google Shape;5661;p31"/>
          <p:cNvSpPr/>
          <p:nvPr/>
        </p:nvSpPr>
        <p:spPr>
          <a:xfrm>
            <a:off x="5014856" y="2980525"/>
            <a:ext cx="3728786" cy="1870876"/>
          </a:xfrm>
          <a:custGeom>
            <a:avLst/>
            <a:gdLst/>
            <a:ahLst/>
            <a:cxnLst/>
            <a:rect l="l" t="t" r="r" b="b"/>
            <a:pathLst>
              <a:path w="272511" h="143593" extrusionOk="0">
                <a:moveTo>
                  <a:pt x="251027" y="1"/>
                </a:moveTo>
                <a:cubicBezTo>
                  <a:pt x="245294" y="1"/>
                  <a:pt x="237572" y="381"/>
                  <a:pt x="227184" y="1118"/>
                </a:cubicBezTo>
                <a:cubicBezTo>
                  <a:pt x="222766" y="1431"/>
                  <a:pt x="215826" y="1538"/>
                  <a:pt x="208362" y="1538"/>
                </a:cubicBezTo>
                <a:cubicBezTo>
                  <a:pt x="195627" y="1538"/>
                  <a:pt x="181370" y="1225"/>
                  <a:pt x="175522" y="1083"/>
                </a:cubicBezTo>
                <a:cubicBezTo>
                  <a:pt x="174989" y="1069"/>
                  <a:pt x="173989" y="1063"/>
                  <a:pt x="172589" y="1063"/>
                </a:cubicBezTo>
                <a:cubicBezTo>
                  <a:pt x="157097" y="1063"/>
                  <a:pt x="92556" y="1810"/>
                  <a:pt x="67749" y="1810"/>
                </a:cubicBezTo>
                <a:cubicBezTo>
                  <a:pt x="64700" y="1810"/>
                  <a:pt x="62251" y="1799"/>
                  <a:pt x="60567" y="1773"/>
                </a:cubicBezTo>
                <a:cubicBezTo>
                  <a:pt x="46982" y="1571"/>
                  <a:pt x="33386" y="1368"/>
                  <a:pt x="19800" y="1166"/>
                </a:cubicBezTo>
                <a:cubicBezTo>
                  <a:pt x="17432" y="1135"/>
                  <a:pt x="14473" y="590"/>
                  <a:pt x="11780" y="590"/>
                </a:cubicBezTo>
                <a:cubicBezTo>
                  <a:pt x="9383" y="590"/>
                  <a:pt x="7196" y="1021"/>
                  <a:pt x="5823" y="2631"/>
                </a:cubicBezTo>
                <a:cubicBezTo>
                  <a:pt x="4287" y="4428"/>
                  <a:pt x="4334" y="8857"/>
                  <a:pt x="4656" y="11203"/>
                </a:cubicBezTo>
                <a:cubicBezTo>
                  <a:pt x="9073" y="43898"/>
                  <a:pt x="0" y="111168"/>
                  <a:pt x="4656" y="141183"/>
                </a:cubicBezTo>
                <a:cubicBezTo>
                  <a:pt x="4906" y="142791"/>
                  <a:pt x="7144" y="142993"/>
                  <a:pt x="8763" y="143076"/>
                </a:cubicBezTo>
                <a:cubicBezTo>
                  <a:pt x="16269" y="143444"/>
                  <a:pt x="22992" y="143592"/>
                  <a:pt x="29104" y="143592"/>
                </a:cubicBezTo>
                <a:cubicBezTo>
                  <a:pt x="54639" y="143592"/>
                  <a:pt x="69514" y="141003"/>
                  <a:pt x="86318" y="141003"/>
                </a:cubicBezTo>
                <a:cubicBezTo>
                  <a:pt x="90106" y="141003"/>
                  <a:pt x="93992" y="141135"/>
                  <a:pt x="98120" y="141457"/>
                </a:cubicBezTo>
                <a:cubicBezTo>
                  <a:pt x="109441" y="142339"/>
                  <a:pt x="120783" y="142673"/>
                  <a:pt x="132134" y="142673"/>
                </a:cubicBezTo>
                <a:cubicBezTo>
                  <a:pt x="152645" y="142673"/>
                  <a:pt x="173184" y="141583"/>
                  <a:pt x="193679" y="140671"/>
                </a:cubicBezTo>
                <a:cubicBezTo>
                  <a:pt x="194430" y="140638"/>
                  <a:pt x="195267" y="140623"/>
                  <a:pt x="196181" y="140623"/>
                </a:cubicBezTo>
                <a:cubicBezTo>
                  <a:pt x="207210" y="140623"/>
                  <a:pt x="229426" y="142867"/>
                  <a:pt x="245705" y="142867"/>
                </a:cubicBezTo>
                <a:cubicBezTo>
                  <a:pt x="255508" y="142867"/>
                  <a:pt x="263157" y="142053"/>
                  <a:pt x="264914" y="139445"/>
                </a:cubicBezTo>
                <a:cubicBezTo>
                  <a:pt x="272511" y="128170"/>
                  <a:pt x="267462" y="96213"/>
                  <a:pt x="268034" y="81259"/>
                </a:cubicBezTo>
                <a:cubicBezTo>
                  <a:pt x="269272" y="49362"/>
                  <a:pt x="268332" y="42707"/>
                  <a:pt x="267308" y="7107"/>
                </a:cubicBezTo>
                <a:cubicBezTo>
                  <a:pt x="267164" y="2261"/>
                  <a:pt x="265009" y="1"/>
                  <a:pt x="251027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000">
              <a:solidFill>
                <a:srgbClr val="EE6137"/>
              </a:solidFill>
              <a:latin typeface="Barrio"/>
              <a:ea typeface="Barrio"/>
              <a:cs typeface="Barrio"/>
              <a:sym typeface="Barrio"/>
            </a:endParaRPr>
          </a:p>
        </p:txBody>
      </p:sp>
      <p:sp>
        <p:nvSpPr>
          <p:cNvPr id="5662" name="Google Shape;5662;p31"/>
          <p:cNvSpPr/>
          <p:nvPr/>
        </p:nvSpPr>
        <p:spPr>
          <a:xfrm>
            <a:off x="610292" y="2960095"/>
            <a:ext cx="3649581" cy="1870877"/>
          </a:xfrm>
          <a:custGeom>
            <a:avLst/>
            <a:gdLst/>
            <a:ahLst/>
            <a:cxnLst/>
            <a:rect l="l" t="t" r="r" b="b"/>
            <a:pathLst>
              <a:path w="272511" h="143593" extrusionOk="0">
                <a:moveTo>
                  <a:pt x="251027" y="1"/>
                </a:moveTo>
                <a:cubicBezTo>
                  <a:pt x="245294" y="1"/>
                  <a:pt x="237572" y="381"/>
                  <a:pt x="227184" y="1118"/>
                </a:cubicBezTo>
                <a:cubicBezTo>
                  <a:pt x="222766" y="1431"/>
                  <a:pt x="215826" y="1538"/>
                  <a:pt x="208362" y="1538"/>
                </a:cubicBezTo>
                <a:cubicBezTo>
                  <a:pt x="195627" y="1538"/>
                  <a:pt x="181370" y="1225"/>
                  <a:pt x="175522" y="1083"/>
                </a:cubicBezTo>
                <a:cubicBezTo>
                  <a:pt x="174989" y="1069"/>
                  <a:pt x="173989" y="1063"/>
                  <a:pt x="172589" y="1063"/>
                </a:cubicBezTo>
                <a:cubicBezTo>
                  <a:pt x="157097" y="1063"/>
                  <a:pt x="92556" y="1810"/>
                  <a:pt x="67749" y="1810"/>
                </a:cubicBezTo>
                <a:cubicBezTo>
                  <a:pt x="64700" y="1810"/>
                  <a:pt x="62251" y="1799"/>
                  <a:pt x="60567" y="1773"/>
                </a:cubicBezTo>
                <a:cubicBezTo>
                  <a:pt x="46982" y="1571"/>
                  <a:pt x="33386" y="1368"/>
                  <a:pt x="19800" y="1166"/>
                </a:cubicBezTo>
                <a:cubicBezTo>
                  <a:pt x="17432" y="1135"/>
                  <a:pt x="14473" y="590"/>
                  <a:pt x="11780" y="590"/>
                </a:cubicBezTo>
                <a:cubicBezTo>
                  <a:pt x="9383" y="590"/>
                  <a:pt x="7196" y="1021"/>
                  <a:pt x="5823" y="2631"/>
                </a:cubicBezTo>
                <a:cubicBezTo>
                  <a:pt x="4287" y="4428"/>
                  <a:pt x="4334" y="8857"/>
                  <a:pt x="4656" y="11203"/>
                </a:cubicBezTo>
                <a:cubicBezTo>
                  <a:pt x="9073" y="43898"/>
                  <a:pt x="0" y="111168"/>
                  <a:pt x="4656" y="141183"/>
                </a:cubicBezTo>
                <a:cubicBezTo>
                  <a:pt x="4906" y="142791"/>
                  <a:pt x="7144" y="142993"/>
                  <a:pt x="8763" y="143076"/>
                </a:cubicBezTo>
                <a:cubicBezTo>
                  <a:pt x="16269" y="143444"/>
                  <a:pt x="22992" y="143592"/>
                  <a:pt x="29104" y="143592"/>
                </a:cubicBezTo>
                <a:cubicBezTo>
                  <a:pt x="54639" y="143592"/>
                  <a:pt x="69514" y="141003"/>
                  <a:pt x="86318" y="141003"/>
                </a:cubicBezTo>
                <a:cubicBezTo>
                  <a:pt x="90106" y="141003"/>
                  <a:pt x="93992" y="141135"/>
                  <a:pt x="98120" y="141457"/>
                </a:cubicBezTo>
                <a:cubicBezTo>
                  <a:pt x="109441" y="142339"/>
                  <a:pt x="120783" y="142673"/>
                  <a:pt x="132134" y="142673"/>
                </a:cubicBezTo>
                <a:cubicBezTo>
                  <a:pt x="152645" y="142673"/>
                  <a:pt x="173184" y="141583"/>
                  <a:pt x="193679" y="140671"/>
                </a:cubicBezTo>
                <a:cubicBezTo>
                  <a:pt x="194430" y="140638"/>
                  <a:pt x="195267" y="140623"/>
                  <a:pt x="196181" y="140623"/>
                </a:cubicBezTo>
                <a:cubicBezTo>
                  <a:pt x="207210" y="140623"/>
                  <a:pt x="229426" y="142867"/>
                  <a:pt x="245705" y="142867"/>
                </a:cubicBezTo>
                <a:cubicBezTo>
                  <a:pt x="255508" y="142867"/>
                  <a:pt x="263157" y="142053"/>
                  <a:pt x="264914" y="139445"/>
                </a:cubicBezTo>
                <a:cubicBezTo>
                  <a:pt x="272511" y="128170"/>
                  <a:pt x="267462" y="96213"/>
                  <a:pt x="268034" y="81259"/>
                </a:cubicBezTo>
                <a:cubicBezTo>
                  <a:pt x="269272" y="49362"/>
                  <a:pt x="268332" y="42707"/>
                  <a:pt x="267308" y="7107"/>
                </a:cubicBezTo>
                <a:cubicBezTo>
                  <a:pt x="267164" y="2261"/>
                  <a:pt x="265009" y="1"/>
                  <a:pt x="251027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000">
              <a:solidFill>
                <a:srgbClr val="EE6137"/>
              </a:solidFill>
              <a:latin typeface="Barrio"/>
              <a:ea typeface="Barrio"/>
              <a:cs typeface="Barrio"/>
              <a:sym typeface="Barrio"/>
            </a:endParaRPr>
          </a:p>
        </p:txBody>
      </p:sp>
      <p:sp>
        <p:nvSpPr>
          <p:cNvPr id="5663" name="Google Shape;5663;p31"/>
          <p:cNvSpPr txBox="1">
            <a:spLocks noGrp="1"/>
          </p:cNvSpPr>
          <p:nvPr>
            <p:ph type="title" idx="2"/>
          </p:nvPr>
        </p:nvSpPr>
        <p:spPr>
          <a:xfrm>
            <a:off x="5193684" y="934452"/>
            <a:ext cx="3398534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Asmatic"/>
              </a:rPr>
              <a:t>Eda &amp; Data Wrangling</a:t>
            </a:r>
            <a:endParaRPr sz="2400">
              <a:latin typeface="Asmatic"/>
            </a:endParaRPr>
          </a:p>
        </p:txBody>
      </p:sp>
      <p:sp>
        <p:nvSpPr>
          <p:cNvPr id="5664" name="Google Shape;5664;p31"/>
          <p:cNvSpPr/>
          <p:nvPr/>
        </p:nvSpPr>
        <p:spPr>
          <a:xfrm>
            <a:off x="551781" y="307059"/>
            <a:ext cx="8040437" cy="530576"/>
          </a:xfrm>
          <a:custGeom>
            <a:avLst/>
            <a:gdLst/>
            <a:ahLst/>
            <a:cxnLst/>
            <a:rect l="l" t="t" r="r" b="b"/>
            <a:pathLst>
              <a:path w="272511" h="143593" extrusionOk="0">
                <a:moveTo>
                  <a:pt x="251027" y="1"/>
                </a:moveTo>
                <a:cubicBezTo>
                  <a:pt x="245294" y="1"/>
                  <a:pt x="237572" y="381"/>
                  <a:pt x="227184" y="1118"/>
                </a:cubicBezTo>
                <a:cubicBezTo>
                  <a:pt x="222766" y="1431"/>
                  <a:pt x="215826" y="1538"/>
                  <a:pt x="208362" y="1538"/>
                </a:cubicBezTo>
                <a:cubicBezTo>
                  <a:pt x="195627" y="1538"/>
                  <a:pt x="181370" y="1225"/>
                  <a:pt x="175522" y="1083"/>
                </a:cubicBezTo>
                <a:cubicBezTo>
                  <a:pt x="174989" y="1069"/>
                  <a:pt x="173989" y="1063"/>
                  <a:pt x="172589" y="1063"/>
                </a:cubicBezTo>
                <a:cubicBezTo>
                  <a:pt x="157097" y="1063"/>
                  <a:pt x="92556" y="1810"/>
                  <a:pt x="67749" y="1810"/>
                </a:cubicBezTo>
                <a:cubicBezTo>
                  <a:pt x="64700" y="1810"/>
                  <a:pt x="62251" y="1799"/>
                  <a:pt x="60567" y="1773"/>
                </a:cubicBezTo>
                <a:cubicBezTo>
                  <a:pt x="46982" y="1571"/>
                  <a:pt x="33386" y="1368"/>
                  <a:pt x="19800" y="1166"/>
                </a:cubicBezTo>
                <a:cubicBezTo>
                  <a:pt x="17432" y="1135"/>
                  <a:pt x="14473" y="590"/>
                  <a:pt x="11780" y="590"/>
                </a:cubicBezTo>
                <a:cubicBezTo>
                  <a:pt x="9383" y="590"/>
                  <a:pt x="7196" y="1021"/>
                  <a:pt x="5823" y="2631"/>
                </a:cubicBezTo>
                <a:cubicBezTo>
                  <a:pt x="4287" y="4428"/>
                  <a:pt x="4334" y="8857"/>
                  <a:pt x="4656" y="11203"/>
                </a:cubicBezTo>
                <a:cubicBezTo>
                  <a:pt x="9073" y="43898"/>
                  <a:pt x="0" y="111168"/>
                  <a:pt x="4656" y="141183"/>
                </a:cubicBezTo>
                <a:cubicBezTo>
                  <a:pt x="4906" y="142791"/>
                  <a:pt x="7144" y="142993"/>
                  <a:pt x="8763" y="143076"/>
                </a:cubicBezTo>
                <a:cubicBezTo>
                  <a:pt x="16269" y="143444"/>
                  <a:pt x="22992" y="143592"/>
                  <a:pt x="29104" y="143592"/>
                </a:cubicBezTo>
                <a:cubicBezTo>
                  <a:pt x="54639" y="143592"/>
                  <a:pt x="69514" y="141003"/>
                  <a:pt x="86318" y="141003"/>
                </a:cubicBezTo>
                <a:cubicBezTo>
                  <a:pt x="90106" y="141003"/>
                  <a:pt x="93992" y="141135"/>
                  <a:pt x="98120" y="141457"/>
                </a:cubicBezTo>
                <a:cubicBezTo>
                  <a:pt x="109441" y="142339"/>
                  <a:pt x="120783" y="142673"/>
                  <a:pt x="132134" y="142673"/>
                </a:cubicBezTo>
                <a:cubicBezTo>
                  <a:pt x="152645" y="142673"/>
                  <a:pt x="173184" y="141583"/>
                  <a:pt x="193679" y="140671"/>
                </a:cubicBezTo>
                <a:cubicBezTo>
                  <a:pt x="194430" y="140638"/>
                  <a:pt x="195267" y="140623"/>
                  <a:pt x="196181" y="140623"/>
                </a:cubicBezTo>
                <a:cubicBezTo>
                  <a:pt x="207210" y="140623"/>
                  <a:pt x="229426" y="142867"/>
                  <a:pt x="245705" y="142867"/>
                </a:cubicBezTo>
                <a:cubicBezTo>
                  <a:pt x="255508" y="142867"/>
                  <a:pt x="263157" y="142053"/>
                  <a:pt x="264914" y="139445"/>
                </a:cubicBezTo>
                <a:cubicBezTo>
                  <a:pt x="272511" y="128170"/>
                  <a:pt x="267462" y="96213"/>
                  <a:pt x="268034" y="81259"/>
                </a:cubicBezTo>
                <a:cubicBezTo>
                  <a:pt x="269272" y="49362"/>
                  <a:pt x="268332" y="42707"/>
                  <a:pt x="267308" y="7107"/>
                </a:cubicBezTo>
                <a:cubicBezTo>
                  <a:pt x="267164" y="2261"/>
                  <a:pt x="265009" y="1"/>
                  <a:pt x="251027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000">
              <a:solidFill>
                <a:srgbClr val="EE6137"/>
              </a:solidFill>
              <a:latin typeface="Barrio"/>
              <a:ea typeface="Barrio"/>
              <a:cs typeface="Barrio"/>
              <a:sym typeface="Barrio"/>
            </a:endParaRPr>
          </a:p>
        </p:txBody>
      </p:sp>
      <p:sp>
        <p:nvSpPr>
          <p:cNvPr id="5665" name="Google Shape;5665;p31"/>
          <p:cNvSpPr txBox="1">
            <a:spLocks noGrp="1"/>
          </p:cNvSpPr>
          <p:nvPr>
            <p:ph type="title" idx="8"/>
          </p:nvPr>
        </p:nvSpPr>
        <p:spPr>
          <a:xfrm>
            <a:off x="638224" y="348549"/>
            <a:ext cx="77040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OF CONTENTS</a:t>
            </a:r>
            <a:endParaRPr/>
          </a:p>
        </p:txBody>
      </p:sp>
      <p:sp>
        <p:nvSpPr>
          <p:cNvPr id="5666" name="Google Shape;5666;p31"/>
          <p:cNvSpPr txBox="1">
            <a:spLocks noGrp="1"/>
          </p:cNvSpPr>
          <p:nvPr>
            <p:ph type="title"/>
          </p:nvPr>
        </p:nvSpPr>
        <p:spPr>
          <a:xfrm>
            <a:off x="863382" y="931644"/>
            <a:ext cx="2953634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Asmatic"/>
              </a:rPr>
              <a:t>Introduction</a:t>
            </a:r>
            <a:endParaRPr sz="2400">
              <a:latin typeface="Asmatic"/>
            </a:endParaRPr>
          </a:p>
        </p:txBody>
      </p:sp>
      <p:sp>
        <p:nvSpPr>
          <p:cNvPr id="5667" name="Google Shape;5667;p31"/>
          <p:cNvSpPr txBox="1">
            <a:spLocks noGrp="1"/>
          </p:cNvSpPr>
          <p:nvPr>
            <p:ph type="subTitle" idx="1"/>
          </p:nvPr>
        </p:nvSpPr>
        <p:spPr>
          <a:xfrm>
            <a:off x="865189" y="1396369"/>
            <a:ext cx="3394684" cy="130241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l"/>
            <a:r>
              <a:rPr lang="en-US">
                <a:latin typeface="Asmatic"/>
              </a:rPr>
              <a:t>The project aims to predict</a:t>
            </a:r>
          </a:p>
          <a:p>
            <a:pPr algn="l"/>
            <a:r>
              <a:rPr lang="en-US">
                <a:latin typeface="Asmatic"/>
              </a:rPr>
              <a:t>whether it will rain tomorrow</a:t>
            </a:r>
          </a:p>
          <a:p>
            <a:pPr algn="l"/>
            <a:r>
              <a:rPr lang="en-US">
                <a:latin typeface="Asmatic"/>
              </a:rPr>
              <a:t>using historical weather data,</a:t>
            </a:r>
          </a:p>
          <a:p>
            <a:pPr algn="l"/>
            <a:r>
              <a:rPr lang="en-US">
                <a:latin typeface="Asmatic"/>
              </a:rPr>
              <a:t>applying data science and</a:t>
            </a:r>
          </a:p>
          <a:p>
            <a:pPr algn="l"/>
            <a:r>
              <a:rPr lang="en-US">
                <a:latin typeface="Asmatic"/>
              </a:rPr>
              <a:t>machine learning techniques.</a:t>
            </a:r>
          </a:p>
        </p:txBody>
      </p:sp>
      <p:sp>
        <p:nvSpPr>
          <p:cNvPr id="5668" name="Google Shape;5668;p31"/>
          <p:cNvSpPr txBox="1">
            <a:spLocks noGrp="1"/>
          </p:cNvSpPr>
          <p:nvPr>
            <p:ph type="subTitle" idx="3"/>
          </p:nvPr>
        </p:nvSpPr>
        <p:spPr>
          <a:xfrm>
            <a:off x="5069050" y="1426155"/>
            <a:ext cx="3975889" cy="107060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l"/>
            <a:r>
              <a:rPr lang="en-US" sz="1600">
                <a:latin typeface="Asmatic"/>
              </a:rPr>
              <a:t>Performed thorough exploratory data</a:t>
            </a:r>
          </a:p>
          <a:p>
            <a:pPr algn="l"/>
            <a:r>
              <a:rPr lang="en-US" sz="1600">
                <a:latin typeface="Asmatic"/>
              </a:rPr>
              <a:t>analysis, handled missing values,</a:t>
            </a:r>
          </a:p>
          <a:p>
            <a:pPr algn="l"/>
            <a:r>
              <a:rPr lang="en-US" sz="1600">
                <a:latin typeface="Asmatic"/>
              </a:rPr>
              <a:t>visualized distributions, and cleaned the</a:t>
            </a:r>
          </a:p>
          <a:p>
            <a:pPr algn="l"/>
            <a:r>
              <a:rPr lang="en-US" sz="1600">
                <a:latin typeface="Asmatic"/>
              </a:rPr>
              <a:t>dataset for modeling.</a:t>
            </a:r>
          </a:p>
        </p:txBody>
      </p:sp>
      <p:sp>
        <p:nvSpPr>
          <p:cNvPr id="5669" name="Google Shape;5669;p31"/>
          <p:cNvSpPr txBox="1">
            <a:spLocks noGrp="1"/>
          </p:cNvSpPr>
          <p:nvPr>
            <p:ph type="title" idx="4"/>
          </p:nvPr>
        </p:nvSpPr>
        <p:spPr>
          <a:xfrm>
            <a:off x="673616" y="2981859"/>
            <a:ext cx="3143400" cy="52482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Asmatic"/>
              </a:rPr>
              <a:t>Feature Engineering</a:t>
            </a:r>
            <a:endParaRPr sz="2400">
              <a:latin typeface="Asmatic"/>
            </a:endParaRPr>
          </a:p>
        </p:txBody>
      </p:sp>
      <p:sp>
        <p:nvSpPr>
          <p:cNvPr id="5670" name="Google Shape;5670;p31"/>
          <p:cNvSpPr txBox="1">
            <a:spLocks noGrp="1"/>
          </p:cNvSpPr>
          <p:nvPr>
            <p:ph type="subTitle" idx="5"/>
          </p:nvPr>
        </p:nvSpPr>
        <p:spPr>
          <a:xfrm>
            <a:off x="563920" y="3556848"/>
            <a:ext cx="3852016" cy="101921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l"/>
            <a:r>
              <a:rPr lang="en-US">
                <a:latin typeface="Asmatic"/>
              </a:rPr>
              <a:t>Converted categorical variables, created</a:t>
            </a:r>
          </a:p>
          <a:p>
            <a:pPr algn="l"/>
            <a:r>
              <a:rPr lang="en-US">
                <a:latin typeface="Asmatic"/>
              </a:rPr>
              <a:t>new meaningful features, and scaled</a:t>
            </a:r>
          </a:p>
          <a:p>
            <a:pPr algn="l"/>
            <a:r>
              <a:rPr lang="en-US">
                <a:latin typeface="Asmatic"/>
              </a:rPr>
              <a:t>numerical data to enhance model</a:t>
            </a:r>
          </a:p>
          <a:p>
            <a:pPr algn="l"/>
            <a:r>
              <a:rPr lang="en-US">
                <a:latin typeface="Asmatic"/>
              </a:rPr>
              <a:t>performance.</a:t>
            </a:r>
          </a:p>
        </p:txBody>
      </p:sp>
      <p:sp>
        <p:nvSpPr>
          <p:cNvPr id="5671" name="Google Shape;5671;p31"/>
          <p:cNvSpPr txBox="1">
            <a:spLocks noGrp="1"/>
          </p:cNvSpPr>
          <p:nvPr>
            <p:ph type="title" idx="6"/>
          </p:nvPr>
        </p:nvSpPr>
        <p:spPr>
          <a:xfrm>
            <a:off x="5014856" y="2980525"/>
            <a:ext cx="3728784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Asmatic"/>
              </a:rPr>
              <a:t>Model Building</a:t>
            </a:r>
            <a:endParaRPr sz="2400">
              <a:latin typeface="Asmatic"/>
            </a:endParaRPr>
          </a:p>
        </p:txBody>
      </p:sp>
      <p:sp>
        <p:nvSpPr>
          <p:cNvPr id="5672" name="Google Shape;5672;p31"/>
          <p:cNvSpPr txBox="1">
            <a:spLocks noGrp="1"/>
          </p:cNvSpPr>
          <p:nvPr>
            <p:ph type="subTitle" idx="7"/>
          </p:nvPr>
        </p:nvSpPr>
        <p:spPr>
          <a:xfrm>
            <a:off x="5069050" y="3556847"/>
            <a:ext cx="3728785" cy="101921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l"/>
            <a:r>
              <a:rPr lang="en-US">
                <a:latin typeface="Asmatic"/>
              </a:rPr>
              <a:t>Trained multiple classification models</a:t>
            </a:r>
          </a:p>
          <a:p>
            <a:pPr algn="l"/>
            <a:r>
              <a:rPr lang="en-US">
                <a:latin typeface="Asmatic"/>
              </a:rPr>
              <a:t>including Logistic Regression, Random</a:t>
            </a:r>
          </a:p>
          <a:p>
            <a:pPr algn="l"/>
            <a:r>
              <a:rPr lang="en-US">
                <a:latin typeface="Asmatic"/>
              </a:rPr>
              <a:t>Forest, and </a:t>
            </a:r>
            <a:r>
              <a:rPr lang="en-US" err="1">
                <a:latin typeface="Asmatic"/>
              </a:rPr>
              <a:t>XGBoost</a:t>
            </a:r>
            <a:r>
              <a:rPr lang="en-US">
                <a:latin typeface="Asmatic"/>
              </a:rPr>
              <a:t>, achieving high</a:t>
            </a:r>
          </a:p>
          <a:p>
            <a:pPr algn="l"/>
            <a:r>
              <a:rPr lang="en-US">
                <a:latin typeface="Asmatic"/>
              </a:rPr>
              <a:t>accuracy and model evaluation metrics.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3A409E0B-38B2-C413-6218-436391E93096}"/>
              </a:ext>
            </a:extLst>
          </p:cNvPr>
          <p:cNvCxnSpPr>
            <a:cxnSpLocks/>
          </p:cNvCxnSpPr>
          <p:nvPr/>
        </p:nvCxnSpPr>
        <p:spPr>
          <a:xfrm>
            <a:off x="4571999" y="1161962"/>
            <a:ext cx="0" cy="3279951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5724;p35">
            <a:extLst>
              <a:ext uri="{FF2B5EF4-FFF2-40B4-BE49-F238E27FC236}">
                <a16:creationId xmlns:a16="http://schemas.microsoft.com/office/drawing/2014/main" id="{2647F36E-56FF-2562-31BC-C45EDFDE37CB}"/>
              </a:ext>
            </a:extLst>
          </p:cNvPr>
          <p:cNvSpPr/>
          <p:nvPr/>
        </p:nvSpPr>
        <p:spPr>
          <a:xfrm>
            <a:off x="4324664" y="930166"/>
            <a:ext cx="4267554" cy="3573254"/>
          </a:xfrm>
          <a:custGeom>
            <a:avLst/>
            <a:gdLst/>
            <a:ahLst/>
            <a:cxnLst/>
            <a:rect l="l" t="t" r="r" b="b"/>
            <a:pathLst>
              <a:path w="272511" h="143593" extrusionOk="0">
                <a:moveTo>
                  <a:pt x="251027" y="1"/>
                </a:moveTo>
                <a:cubicBezTo>
                  <a:pt x="245294" y="1"/>
                  <a:pt x="237572" y="381"/>
                  <a:pt x="227184" y="1118"/>
                </a:cubicBezTo>
                <a:cubicBezTo>
                  <a:pt x="222766" y="1431"/>
                  <a:pt x="215826" y="1538"/>
                  <a:pt x="208362" y="1538"/>
                </a:cubicBezTo>
                <a:cubicBezTo>
                  <a:pt x="195627" y="1538"/>
                  <a:pt x="181370" y="1225"/>
                  <a:pt x="175522" y="1083"/>
                </a:cubicBezTo>
                <a:cubicBezTo>
                  <a:pt x="174989" y="1069"/>
                  <a:pt x="173989" y="1063"/>
                  <a:pt x="172589" y="1063"/>
                </a:cubicBezTo>
                <a:cubicBezTo>
                  <a:pt x="157097" y="1063"/>
                  <a:pt x="92556" y="1810"/>
                  <a:pt x="67749" y="1810"/>
                </a:cubicBezTo>
                <a:cubicBezTo>
                  <a:pt x="64700" y="1810"/>
                  <a:pt x="62251" y="1799"/>
                  <a:pt x="60567" y="1773"/>
                </a:cubicBezTo>
                <a:cubicBezTo>
                  <a:pt x="46982" y="1571"/>
                  <a:pt x="33386" y="1368"/>
                  <a:pt x="19800" y="1166"/>
                </a:cubicBezTo>
                <a:cubicBezTo>
                  <a:pt x="17432" y="1135"/>
                  <a:pt x="14473" y="590"/>
                  <a:pt x="11780" y="590"/>
                </a:cubicBezTo>
                <a:cubicBezTo>
                  <a:pt x="9383" y="590"/>
                  <a:pt x="7196" y="1021"/>
                  <a:pt x="5823" y="2631"/>
                </a:cubicBezTo>
                <a:cubicBezTo>
                  <a:pt x="4287" y="4428"/>
                  <a:pt x="4334" y="8857"/>
                  <a:pt x="4656" y="11203"/>
                </a:cubicBezTo>
                <a:cubicBezTo>
                  <a:pt x="9073" y="43898"/>
                  <a:pt x="0" y="111168"/>
                  <a:pt x="4656" y="141183"/>
                </a:cubicBezTo>
                <a:cubicBezTo>
                  <a:pt x="4906" y="142791"/>
                  <a:pt x="7144" y="142993"/>
                  <a:pt x="8763" y="143076"/>
                </a:cubicBezTo>
                <a:cubicBezTo>
                  <a:pt x="16269" y="143444"/>
                  <a:pt x="22992" y="143592"/>
                  <a:pt x="29104" y="143592"/>
                </a:cubicBezTo>
                <a:cubicBezTo>
                  <a:pt x="54639" y="143592"/>
                  <a:pt x="69514" y="141003"/>
                  <a:pt x="86318" y="141003"/>
                </a:cubicBezTo>
                <a:cubicBezTo>
                  <a:pt x="90106" y="141003"/>
                  <a:pt x="93992" y="141135"/>
                  <a:pt x="98120" y="141457"/>
                </a:cubicBezTo>
                <a:cubicBezTo>
                  <a:pt x="109441" y="142339"/>
                  <a:pt x="120783" y="142673"/>
                  <a:pt x="132134" y="142673"/>
                </a:cubicBezTo>
                <a:cubicBezTo>
                  <a:pt x="152645" y="142673"/>
                  <a:pt x="173184" y="141583"/>
                  <a:pt x="193679" y="140671"/>
                </a:cubicBezTo>
                <a:cubicBezTo>
                  <a:pt x="194430" y="140638"/>
                  <a:pt x="195267" y="140623"/>
                  <a:pt x="196181" y="140623"/>
                </a:cubicBezTo>
                <a:cubicBezTo>
                  <a:pt x="207210" y="140623"/>
                  <a:pt x="229426" y="142867"/>
                  <a:pt x="245705" y="142867"/>
                </a:cubicBezTo>
                <a:cubicBezTo>
                  <a:pt x="255508" y="142867"/>
                  <a:pt x="263157" y="142053"/>
                  <a:pt x="264914" y="139445"/>
                </a:cubicBezTo>
                <a:cubicBezTo>
                  <a:pt x="272511" y="128170"/>
                  <a:pt x="267462" y="96213"/>
                  <a:pt x="268034" y="81259"/>
                </a:cubicBezTo>
                <a:cubicBezTo>
                  <a:pt x="269272" y="49362"/>
                  <a:pt x="268332" y="42707"/>
                  <a:pt x="267308" y="7107"/>
                </a:cubicBezTo>
                <a:cubicBezTo>
                  <a:pt x="267164" y="2261"/>
                  <a:pt x="265009" y="1"/>
                  <a:pt x="251027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000">
              <a:solidFill>
                <a:srgbClr val="EE6137"/>
              </a:solidFill>
              <a:latin typeface="Barrio"/>
              <a:ea typeface="Barrio"/>
              <a:cs typeface="Barrio"/>
              <a:sym typeface="Barrio"/>
            </a:endParaRPr>
          </a:p>
        </p:txBody>
      </p:sp>
      <p:sp>
        <p:nvSpPr>
          <p:cNvPr id="5716" name="Google Shape;5716;p34"/>
          <p:cNvSpPr/>
          <p:nvPr/>
        </p:nvSpPr>
        <p:spPr>
          <a:xfrm>
            <a:off x="551781" y="160646"/>
            <a:ext cx="8040437" cy="530576"/>
          </a:xfrm>
          <a:custGeom>
            <a:avLst/>
            <a:gdLst/>
            <a:ahLst/>
            <a:cxnLst/>
            <a:rect l="l" t="t" r="r" b="b"/>
            <a:pathLst>
              <a:path w="272511" h="143593" extrusionOk="0">
                <a:moveTo>
                  <a:pt x="251027" y="1"/>
                </a:moveTo>
                <a:cubicBezTo>
                  <a:pt x="245294" y="1"/>
                  <a:pt x="237572" y="381"/>
                  <a:pt x="227184" y="1118"/>
                </a:cubicBezTo>
                <a:cubicBezTo>
                  <a:pt x="222766" y="1431"/>
                  <a:pt x="215826" y="1538"/>
                  <a:pt x="208362" y="1538"/>
                </a:cubicBezTo>
                <a:cubicBezTo>
                  <a:pt x="195627" y="1538"/>
                  <a:pt x="181370" y="1225"/>
                  <a:pt x="175522" y="1083"/>
                </a:cubicBezTo>
                <a:cubicBezTo>
                  <a:pt x="174989" y="1069"/>
                  <a:pt x="173989" y="1063"/>
                  <a:pt x="172589" y="1063"/>
                </a:cubicBezTo>
                <a:cubicBezTo>
                  <a:pt x="157097" y="1063"/>
                  <a:pt x="92556" y="1810"/>
                  <a:pt x="67749" y="1810"/>
                </a:cubicBezTo>
                <a:cubicBezTo>
                  <a:pt x="64700" y="1810"/>
                  <a:pt x="62251" y="1799"/>
                  <a:pt x="60567" y="1773"/>
                </a:cubicBezTo>
                <a:cubicBezTo>
                  <a:pt x="46982" y="1571"/>
                  <a:pt x="33386" y="1368"/>
                  <a:pt x="19800" y="1166"/>
                </a:cubicBezTo>
                <a:cubicBezTo>
                  <a:pt x="17432" y="1135"/>
                  <a:pt x="14473" y="590"/>
                  <a:pt x="11780" y="590"/>
                </a:cubicBezTo>
                <a:cubicBezTo>
                  <a:pt x="9383" y="590"/>
                  <a:pt x="7196" y="1021"/>
                  <a:pt x="5823" y="2631"/>
                </a:cubicBezTo>
                <a:cubicBezTo>
                  <a:pt x="4287" y="4428"/>
                  <a:pt x="4334" y="8857"/>
                  <a:pt x="4656" y="11203"/>
                </a:cubicBezTo>
                <a:cubicBezTo>
                  <a:pt x="9073" y="43898"/>
                  <a:pt x="0" y="111168"/>
                  <a:pt x="4656" y="141183"/>
                </a:cubicBezTo>
                <a:cubicBezTo>
                  <a:pt x="4906" y="142791"/>
                  <a:pt x="7144" y="142993"/>
                  <a:pt x="8763" y="143076"/>
                </a:cubicBezTo>
                <a:cubicBezTo>
                  <a:pt x="16269" y="143444"/>
                  <a:pt x="22992" y="143592"/>
                  <a:pt x="29104" y="143592"/>
                </a:cubicBezTo>
                <a:cubicBezTo>
                  <a:pt x="54639" y="143592"/>
                  <a:pt x="69514" y="141003"/>
                  <a:pt x="86318" y="141003"/>
                </a:cubicBezTo>
                <a:cubicBezTo>
                  <a:pt x="90106" y="141003"/>
                  <a:pt x="93992" y="141135"/>
                  <a:pt x="98120" y="141457"/>
                </a:cubicBezTo>
                <a:cubicBezTo>
                  <a:pt x="109441" y="142339"/>
                  <a:pt x="120783" y="142673"/>
                  <a:pt x="132134" y="142673"/>
                </a:cubicBezTo>
                <a:cubicBezTo>
                  <a:pt x="152645" y="142673"/>
                  <a:pt x="173184" y="141583"/>
                  <a:pt x="193679" y="140671"/>
                </a:cubicBezTo>
                <a:cubicBezTo>
                  <a:pt x="194430" y="140638"/>
                  <a:pt x="195267" y="140623"/>
                  <a:pt x="196181" y="140623"/>
                </a:cubicBezTo>
                <a:cubicBezTo>
                  <a:pt x="207210" y="140623"/>
                  <a:pt x="229426" y="142867"/>
                  <a:pt x="245705" y="142867"/>
                </a:cubicBezTo>
                <a:cubicBezTo>
                  <a:pt x="255508" y="142867"/>
                  <a:pt x="263157" y="142053"/>
                  <a:pt x="264914" y="139445"/>
                </a:cubicBezTo>
                <a:cubicBezTo>
                  <a:pt x="272511" y="128170"/>
                  <a:pt x="267462" y="96213"/>
                  <a:pt x="268034" y="81259"/>
                </a:cubicBezTo>
                <a:cubicBezTo>
                  <a:pt x="269272" y="49362"/>
                  <a:pt x="268332" y="42707"/>
                  <a:pt x="267308" y="7107"/>
                </a:cubicBezTo>
                <a:cubicBezTo>
                  <a:pt x="267164" y="2261"/>
                  <a:pt x="265009" y="1"/>
                  <a:pt x="251027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000">
              <a:solidFill>
                <a:srgbClr val="EE6137"/>
              </a:solidFill>
              <a:latin typeface="Barrio"/>
              <a:ea typeface="Barrio"/>
              <a:cs typeface="Barrio"/>
              <a:sym typeface="Barrio"/>
            </a:endParaRPr>
          </a:p>
        </p:txBody>
      </p:sp>
      <p:sp>
        <p:nvSpPr>
          <p:cNvPr id="5717" name="Google Shape;5717;p34"/>
          <p:cNvSpPr txBox="1">
            <a:spLocks noGrp="1"/>
          </p:cNvSpPr>
          <p:nvPr>
            <p:ph type="title"/>
          </p:nvPr>
        </p:nvSpPr>
        <p:spPr>
          <a:xfrm>
            <a:off x="720000" y="200762"/>
            <a:ext cx="77040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  <p:sp>
        <p:nvSpPr>
          <p:cNvPr id="5718" name="Google Shape;5718;p34"/>
          <p:cNvSpPr txBox="1">
            <a:spLocks noGrp="1"/>
          </p:cNvSpPr>
          <p:nvPr>
            <p:ph type="subTitle" idx="1"/>
          </p:nvPr>
        </p:nvSpPr>
        <p:spPr>
          <a:xfrm flipH="1">
            <a:off x="4423838" y="1089320"/>
            <a:ext cx="4168380" cy="329218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l">
              <a:buNone/>
            </a:pPr>
            <a:r>
              <a:rPr lang="en-US" sz="1400" b="0" i="0">
                <a:effectLst/>
                <a:latin typeface="Asmatic"/>
              </a:rPr>
              <a:t>Welcome to the </a:t>
            </a:r>
            <a:r>
              <a:rPr lang="en-US" sz="1400" b="1" i="0">
                <a:effectLst/>
                <a:latin typeface="Asmatic"/>
              </a:rPr>
              <a:t>Rain Forecasting for</a:t>
            </a:r>
          </a:p>
          <a:p>
            <a:pPr algn="l">
              <a:buNone/>
            </a:pPr>
            <a:r>
              <a:rPr lang="en-US" sz="1400" b="1" i="0">
                <a:effectLst/>
                <a:latin typeface="Asmatic"/>
              </a:rPr>
              <a:t>Mumbai</a:t>
            </a:r>
            <a:r>
              <a:rPr lang="en-US" sz="1400" b="0" i="0">
                <a:effectLst/>
                <a:latin typeface="Asmatic"/>
              </a:rPr>
              <a:t> project.</a:t>
            </a:r>
          </a:p>
          <a:p>
            <a:pPr algn="l">
              <a:buNone/>
            </a:pPr>
            <a:endParaRPr lang="en-US" sz="1400" b="0" i="0">
              <a:effectLst/>
              <a:latin typeface="Asmatic"/>
            </a:endParaRPr>
          </a:p>
          <a:p>
            <a:pPr algn="l">
              <a:buNone/>
            </a:pPr>
            <a:r>
              <a:rPr lang="en-US" sz="1400" b="0" i="0">
                <a:effectLst/>
                <a:latin typeface="Asmatic"/>
              </a:rPr>
              <a:t>In this project, we aim to develop a machine</a:t>
            </a:r>
          </a:p>
          <a:p>
            <a:pPr algn="l">
              <a:buNone/>
            </a:pPr>
            <a:r>
              <a:rPr lang="en-US" sz="1400" b="0" i="0">
                <a:effectLst/>
                <a:latin typeface="Asmatic"/>
              </a:rPr>
              <a:t>learning model to accurately forecast monthly</a:t>
            </a:r>
          </a:p>
          <a:p>
            <a:pPr algn="l">
              <a:buNone/>
            </a:pPr>
            <a:r>
              <a:rPr lang="en-US" sz="1400" b="0" i="0">
                <a:effectLst/>
                <a:latin typeface="Asmatic"/>
              </a:rPr>
              <a:t>rainfall levels in Mumbai, India.</a:t>
            </a:r>
          </a:p>
          <a:p>
            <a:pPr algn="l">
              <a:buNone/>
            </a:pPr>
            <a:endParaRPr lang="en-US" sz="1400" b="0" i="0">
              <a:effectLst/>
              <a:latin typeface="Asmatic"/>
            </a:endParaRPr>
          </a:p>
          <a:p>
            <a:pPr algn="l">
              <a:buNone/>
            </a:pPr>
            <a:r>
              <a:rPr lang="en-US" sz="1400" b="0" i="0">
                <a:effectLst/>
                <a:latin typeface="Asmatic"/>
              </a:rPr>
              <a:t>This forecast will play a critical role in:</a:t>
            </a:r>
          </a:p>
          <a:p>
            <a:pPr marL="114300" indent="0" algn="l"/>
            <a:r>
              <a:rPr lang="en-IN" sz="1100" b="0" i="0">
                <a:effectLst/>
                <a:latin typeface="system-ui"/>
              </a:rPr>
              <a:t>➤ </a:t>
            </a:r>
            <a:r>
              <a:rPr lang="en-US" sz="1400" b="0" i="0">
                <a:effectLst/>
                <a:latin typeface="Asmatic"/>
              </a:rPr>
              <a:t>Optimizing water resource planning and allocation.</a:t>
            </a:r>
          </a:p>
          <a:p>
            <a:pPr marL="114300" indent="0" algn="l"/>
            <a:r>
              <a:rPr lang="en-IN" sz="1100" b="0" i="0">
                <a:effectLst/>
                <a:latin typeface="system-ui"/>
              </a:rPr>
              <a:t>➤ </a:t>
            </a:r>
            <a:r>
              <a:rPr lang="en-US" sz="1400" b="0" i="0">
                <a:effectLst/>
                <a:latin typeface="Asmatic"/>
              </a:rPr>
              <a:t>Ensuring uninterrupted water supply throughout the year.</a:t>
            </a:r>
          </a:p>
          <a:p>
            <a:pPr marL="114300" indent="0" algn="l"/>
            <a:r>
              <a:rPr lang="en-IN" sz="1100" b="0" i="0">
                <a:effectLst/>
                <a:latin typeface="system-ui"/>
              </a:rPr>
              <a:t>➤ </a:t>
            </a:r>
            <a:r>
              <a:rPr lang="en-US" sz="1400" b="0" i="0">
                <a:effectLst/>
                <a:latin typeface="Asmatic"/>
              </a:rPr>
              <a:t>Reducing the impact of droughts and water scarcity.</a:t>
            </a:r>
          </a:p>
        </p:txBody>
      </p:sp>
      <p:pic>
        <p:nvPicPr>
          <p:cNvPr id="5719" name="Google Shape;5719;p34"/>
          <p:cNvPicPr preferRelativeResize="0"/>
          <p:nvPr/>
        </p:nvPicPr>
        <p:blipFill rotWithShape="1">
          <a:blip r:embed="rId3">
            <a:alphaModFix/>
          </a:blip>
          <a:srcRect t="17176" b="9326"/>
          <a:stretch/>
        </p:blipFill>
        <p:spPr>
          <a:xfrm>
            <a:off x="720000" y="1562076"/>
            <a:ext cx="3369492" cy="2476548"/>
          </a:xfrm>
          <a:prstGeom prst="cloud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5724;p35">
            <a:extLst>
              <a:ext uri="{FF2B5EF4-FFF2-40B4-BE49-F238E27FC236}">
                <a16:creationId xmlns:a16="http://schemas.microsoft.com/office/drawing/2014/main" id="{3CC12555-6E39-3F11-34C8-EAD580036563}"/>
              </a:ext>
            </a:extLst>
          </p:cNvPr>
          <p:cNvSpPr/>
          <p:nvPr/>
        </p:nvSpPr>
        <p:spPr>
          <a:xfrm>
            <a:off x="4569246" y="1275394"/>
            <a:ext cx="3338022" cy="3349946"/>
          </a:xfrm>
          <a:custGeom>
            <a:avLst/>
            <a:gdLst/>
            <a:ahLst/>
            <a:cxnLst/>
            <a:rect l="l" t="t" r="r" b="b"/>
            <a:pathLst>
              <a:path w="272511" h="143593" extrusionOk="0">
                <a:moveTo>
                  <a:pt x="251027" y="1"/>
                </a:moveTo>
                <a:cubicBezTo>
                  <a:pt x="245294" y="1"/>
                  <a:pt x="237572" y="381"/>
                  <a:pt x="227184" y="1118"/>
                </a:cubicBezTo>
                <a:cubicBezTo>
                  <a:pt x="222766" y="1431"/>
                  <a:pt x="215826" y="1538"/>
                  <a:pt x="208362" y="1538"/>
                </a:cubicBezTo>
                <a:cubicBezTo>
                  <a:pt x="195627" y="1538"/>
                  <a:pt x="181370" y="1225"/>
                  <a:pt x="175522" y="1083"/>
                </a:cubicBezTo>
                <a:cubicBezTo>
                  <a:pt x="174989" y="1069"/>
                  <a:pt x="173989" y="1063"/>
                  <a:pt x="172589" y="1063"/>
                </a:cubicBezTo>
                <a:cubicBezTo>
                  <a:pt x="157097" y="1063"/>
                  <a:pt x="92556" y="1810"/>
                  <a:pt x="67749" y="1810"/>
                </a:cubicBezTo>
                <a:cubicBezTo>
                  <a:pt x="64700" y="1810"/>
                  <a:pt x="62251" y="1799"/>
                  <a:pt x="60567" y="1773"/>
                </a:cubicBezTo>
                <a:cubicBezTo>
                  <a:pt x="46982" y="1571"/>
                  <a:pt x="33386" y="1368"/>
                  <a:pt x="19800" y="1166"/>
                </a:cubicBezTo>
                <a:cubicBezTo>
                  <a:pt x="17432" y="1135"/>
                  <a:pt x="14473" y="590"/>
                  <a:pt x="11780" y="590"/>
                </a:cubicBezTo>
                <a:cubicBezTo>
                  <a:pt x="9383" y="590"/>
                  <a:pt x="7196" y="1021"/>
                  <a:pt x="5823" y="2631"/>
                </a:cubicBezTo>
                <a:cubicBezTo>
                  <a:pt x="4287" y="4428"/>
                  <a:pt x="4334" y="8857"/>
                  <a:pt x="4656" y="11203"/>
                </a:cubicBezTo>
                <a:cubicBezTo>
                  <a:pt x="9073" y="43898"/>
                  <a:pt x="0" y="111168"/>
                  <a:pt x="4656" y="141183"/>
                </a:cubicBezTo>
                <a:cubicBezTo>
                  <a:pt x="4906" y="142791"/>
                  <a:pt x="7144" y="142993"/>
                  <a:pt x="8763" y="143076"/>
                </a:cubicBezTo>
                <a:cubicBezTo>
                  <a:pt x="16269" y="143444"/>
                  <a:pt x="22992" y="143592"/>
                  <a:pt x="29104" y="143592"/>
                </a:cubicBezTo>
                <a:cubicBezTo>
                  <a:pt x="54639" y="143592"/>
                  <a:pt x="69514" y="141003"/>
                  <a:pt x="86318" y="141003"/>
                </a:cubicBezTo>
                <a:cubicBezTo>
                  <a:pt x="90106" y="141003"/>
                  <a:pt x="93992" y="141135"/>
                  <a:pt x="98120" y="141457"/>
                </a:cubicBezTo>
                <a:cubicBezTo>
                  <a:pt x="109441" y="142339"/>
                  <a:pt x="120783" y="142673"/>
                  <a:pt x="132134" y="142673"/>
                </a:cubicBezTo>
                <a:cubicBezTo>
                  <a:pt x="152645" y="142673"/>
                  <a:pt x="173184" y="141583"/>
                  <a:pt x="193679" y="140671"/>
                </a:cubicBezTo>
                <a:cubicBezTo>
                  <a:pt x="194430" y="140638"/>
                  <a:pt x="195267" y="140623"/>
                  <a:pt x="196181" y="140623"/>
                </a:cubicBezTo>
                <a:cubicBezTo>
                  <a:pt x="207210" y="140623"/>
                  <a:pt x="229426" y="142867"/>
                  <a:pt x="245705" y="142867"/>
                </a:cubicBezTo>
                <a:cubicBezTo>
                  <a:pt x="255508" y="142867"/>
                  <a:pt x="263157" y="142053"/>
                  <a:pt x="264914" y="139445"/>
                </a:cubicBezTo>
                <a:cubicBezTo>
                  <a:pt x="272511" y="128170"/>
                  <a:pt x="267462" y="96213"/>
                  <a:pt x="268034" y="81259"/>
                </a:cubicBezTo>
                <a:cubicBezTo>
                  <a:pt x="269272" y="49362"/>
                  <a:pt x="268332" y="42707"/>
                  <a:pt x="267308" y="7107"/>
                </a:cubicBezTo>
                <a:cubicBezTo>
                  <a:pt x="267164" y="2261"/>
                  <a:pt x="265009" y="1"/>
                  <a:pt x="251027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000">
              <a:solidFill>
                <a:srgbClr val="EE6137"/>
              </a:solidFill>
              <a:latin typeface="Barrio"/>
              <a:ea typeface="Barrio"/>
              <a:cs typeface="Barrio"/>
              <a:sym typeface="Barrio"/>
            </a:endParaRPr>
          </a:p>
        </p:txBody>
      </p:sp>
      <p:sp>
        <p:nvSpPr>
          <p:cNvPr id="5724" name="Google Shape;5724;p35"/>
          <p:cNvSpPr/>
          <p:nvPr/>
        </p:nvSpPr>
        <p:spPr>
          <a:xfrm>
            <a:off x="537524" y="1269208"/>
            <a:ext cx="3338022" cy="3248201"/>
          </a:xfrm>
          <a:custGeom>
            <a:avLst/>
            <a:gdLst/>
            <a:ahLst/>
            <a:cxnLst/>
            <a:rect l="l" t="t" r="r" b="b"/>
            <a:pathLst>
              <a:path w="272511" h="143593" extrusionOk="0">
                <a:moveTo>
                  <a:pt x="251027" y="1"/>
                </a:moveTo>
                <a:cubicBezTo>
                  <a:pt x="245294" y="1"/>
                  <a:pt x="237572" y="381"/>
                  <a:pt x="227184" y="1118"/>
                </a:cubicBezTo>
                <a:cubicBezTo>
                  <a:pt x="222766" y="1431"/>
                  <a:pt x="215826" y="1538"/>
                  <a:pt x="208362" y="1538"/>
                </a:cubicBezTo>
                <a:cubicBezTo>
                  <a:pt x="195627" y="1538"/>
                  <a:pt x="181370" y="1225"/>
                  <a:pt x="175522" y="1083"/>
                </a:cubicBezTo>
                <a:cubicBezTo>
                  <a:pt x="174989" y="1069"/>
                  <a:pt x="173989" y="1063"/>
                  <a:pt x="172589" y="1063"/>
                </a:cubicBezTo>
                <a:cubicBezTo>
                  <a:pt x="157097" y="1063"/>
                  <a:pt x="92556" y="1810"/>
                  <a:pt x="67749" y="1810"/>
                </a:cubicBezTo>
                <a:cubicBezTo>
                  <a:pt x="64700" y="1810"/>
                  <a:pt x="62251" y="1799"/>
                  <a:pt x="60567" y="1773"/>
                </a:cubicBezTo>
                <a:cubicBezTo>
                  <a:pt x="46982" y="1571"/>
                  <a:pt x="33386" y="1368"/>
                  <a:pt x="19800" y="1166"/>
                </a:cubicBezTo>
                <a:cubicBezTo>
                  <a:pt x="17432" y="1135"/>
                  <a:pt x="14473" y="590"/>
                  <a:pt x="11780" y="590"/>
                </a:cubicBezTo>
                <a:cubicBezTo>
                  <a:pt x="9383" y="590"/>
                  <a:pt x="7196" y="1021"/>
                  <a:pt x="5823" y="2631"/>
                </a:cubicBezTo>
                <a:cubicBezTo>
                  <a:pt x="4287" y="4428"/>
                  <a:pt x="4334" y="8857"/>
                  <a:pt x="4656" y="11203"/>
                </a:cubicBezTo>
                <a:cubicBezTo>
                  <a:pt x="9073" y="43898"/>
                  <a:pt x="0" y="111168"/>
                  <a:pt x="4656" y="141183"/>
                </a:cubicBezTo>
                <a:cubicBezTo>
                  <a:pt x="4906" y="142791"/>
                  <a:pt x="7144" y="142993"/>
                  <a:pt x="8763" y="143076"/>
                </a:cubicBezTo>
                <a:cubicBezTo>
                  <a:pt x="16269" y="143444"/>
                  <a:pt x="22992" y="143592"/>
                  <a:pt x="29104" y="143592"/>
                </a:cubicBezTo>
                <a:cubicBezTo>
                  <a:pt x="54639" y="143592"/>
                  <a:pt x="69514" y="141003"/>
                  <a:pt x="86318" y="141003"/>
                </a:cubicBezTo>
                <a:cubicBezTo>
                  <a:pt x="90106" y="141003"/>
                  <a:pt x="93992" y="141135"/>
                  <a:pt x="98120" y="141457"/>
                </a:cubicBezTo>
                <a:cubicBezTo>
                  <a:pt x="109441" y="142339"/>
                  <a:pt x="120783" y="142673"/>
                  <a:pt x="132134" y="142673"/>
                </a:cubicBezTo>
                <a:cubicBezTo>
                  <a:pt x="152645" y="142673"/>
                  <a:pt x="173184" y="141583"/>
                  <a:pt x="193679" y="140671"/>
                </a:cubicBezTo>
                <a:cubicBezTo>
                  <a:pt x="194430" y="140638"/>
                  <a:pt x="195267" y="140623"/>
                  <a:pt x="196181" y="140623"/>
                </a:cubicBezTo>
                <a:cubicBezTo>
                  <a:pt x="207210" y="140623"/>
                  <a:pt x="229426" y="142867"/>
                  <a:pt x="245705" y="142867"/>
                </a:cubicBezTo>
                <a:cubicBezTo>
                  <a:pt x="255508" y="142867"/>
                  <a:pt x="263157" y="142053"/>
                  <a:pt x="264914" y="139445"/>
                </a:cubicBezTo>
                <a:cubicBezTo>
                  <a:pt x="272511" y="128170"/>
                  <a:pt x="267462" y="96213"/>
                  <a:pt x="268034" y="81259"/>
                </a:cubicBezTo>
                <a:cubicBezTo>
                  <a:pt x="269272" y="49362"/>
                  <a:pt x="268332" y="42707"/>
                  <a:pt x="267308" y="7107"/>
                </a:cubicBezTo>
                <a:cubicBezTo>
                  <a:pt x="267164" y="2261"/>
                  <a:pt x="265009" y="1"/>
                  <a:pt x="251027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000">
              <a:solidFill>
                <a:srgbClr val="EE6137"/>
              </a:solidFill>
              <a:latin typeface="Barrio"/>
              <a:ea typeface="Barrio"/>
              <a:cs typeface="Barrio"/>
              <a:sym typeface="Barrio"/>
            </a:endParaRPr>
          </a:p>
        </p:txBody>
      </p:sp>
      <p:sp>
        <p:nvSpPr>
          <p:cNvPr id="5725" name="Google Shape;5725;p35"/>
          <p:cNvSpPr txBox="1">
            <a:spLocks noGrp="1"/>
          </p:cNvSpPr>
          <p:nvPr>
            <p:ph type="title"/>
          </p:nvPr>
        </p:nvSpPr>
        <p:spPr>
          <a:xfrm>
            <a:off x="695847" y="1470008"/>
            <a:ext cx="2742600" cy="53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smatic"/>
              </a:rPr>
              <a:t>Problem</a:t>
            </a:r>
            <a:endParaRPr>
              <a:latin typeface="Asmatic"/>
            </a:endParaRPr>
          </a:p>
        </p:txBody>
      </p:sp>
      <p:sp>
        <p:nvSpPr>
          <p:cNvPr id="5727" name="Google Shape;5727;p35"/>
          <p:cNvSpPr/>
          <p:nvPr/>
        </p:nvSpPr>
        <p:spPr>
          <a:xfrm>
            <a:off x="551781" y="61887"/>
            <a:ext cx="8040437" cy="530576"/>
          </a:xfrm>
          <a:custGeom>
            <a:avLst/>
            <a:gdLst/>
            <a:ahLst/>
            <a:cxnLst/>
            <a:rect l="l" t="t" r="r" b="b"/>
            <a:pathLst>
              <a:path w="272511" h="143593" extrusionOk="0">
                <a:moveTo>
                  <a:pt x="251027" y="1"/>
                </a:moveTo>
                <a:cubicBezTo>
                  <a:pt x="245294" y="1"/>
                  <a:pt x="237572" y="381"/>
                  <a:pt x="227184" y="1118"/>
                </a:cubicBezTo>
                <a:cubicBezTo>
                  <a:pt x="222766" y="1431"/>
                  <a:pt x="215826" y="1538"/>
                  <a:pt x="208362" y="1538"/>
                </a:cubicBezTo>
                <a:cubicBezTo>
                  <a:pt x="195627" y="1538"/>
                  <a:pt x="181370" y="1225"/>
                  <a:pt x="175522" y="1083"/>
                </a:cubicBezTo>
                <a:cubicBezTo>
                  <a:pt x="174989" y="1069"/>
                  <a:pt x="173989" y="1063"/>
                  <a:pt x="172589" y="1063"/>
                </a:cubicBezTo>
                <a:cubicBezTo>
                  <a:pt x="157097" y="1063"/>
                  <a:pt x="92556" y="1810"/>
                  <a:pt x="67749" y="1810"/>
                </a:cubicBezTo>
                <a:cubicBezTo>
                  <a:pt x="64700" y="1810"/>
                  <a:pt x="62251" y="1799"/>
                  <a:pt x="60567" y="1773"/>
                </a:cubicBezTo>
                <a:cubicBezTo>
                  <a:pt x="46982" y="1571"/>
                  <a:pt x="33386" y="1368"/>
                  <a:pt x="19800" y="1166"/>
                </a:cubicBezTo>
                <a:cubicBezTo>
                  <a:pt x="17432" y="1135"/>
                  <a:pt x="14473" y="590"/>
                  <a:pt x="11780" y="590"/>
                </a:cubicBezTo>
                <a:cubicBezTo>
                  <a:pt x="9383" y="590"/>
                  <a:pt x="7196" y="1021"/>
                  <a:pt x="5823" y="2631"/>
                </a:cubicBezTo>
                <a:cubicBezTo>
                  <a:pt x="4287" y="4428"/>
                  <a:pt x="4334" y="8857"/>
                  <a:pt x="4656" y="11203"/>
                </a:cubicBezTo>
                <a:cubicBezTo>
                  <a:pt x="9073" y="43898"/>
                  <a:pt x="0" y="111168"/>
                  <a:pt x="4656" y="141183"/>
                </a:cubicBezTo>
                <a:cubicBezTo>
                  <a:pt x="4906" y="142791"/>
                  <a:pt x="7144" y="142993"/>
                  <a:pt x="8763" y="143076"/>
                </a:cubicBezTo>
                <a:cubicBezTo>
                  <a:pt x="16269" y="143444"/>
                  <a:pt x="22992" y="143592"/>
                  <a:pt x="29104" y="143592"/>
                </a:cubicBezTo>
                <a:cubicBezTo>
                  <a:pt x="54639" y="143592"/>
                  <a:pt x="69514" y="141003"/>
                  <a:pt x="86318" y="141003"/>
                </a:cubicBezTo>
                <a:cubicBezTo>
                  <a:pt x="90106" y="141003"/>
                  <a:pt x="93992" y="141135"/>
                  <a:pt x="98120" y="141457"/>
                </a:cubicBezTo>
                <a:cubicBezTo>
                  <a:pt x="109441" y="142339"/>
                  <a:pt x="120783" y="142673"/>
                  <a:pt x="132134" y="142673"/>
                </a:cubicBezTo>
                <a:cubicBezTo>
                  <a:pt x="152645" y="142673"/>
                  <a:pt x="173184" y="141583"/>
                  <a:pt x="193679" y="140671"/>
                </a:cubicBezTo>
                <a:cubicBezTo>
                  <a:pt x="194430" y="140638"/>
                  <a:pt x="195267" y="140623"/>
                  <a:pt x="196181" y="140623"/>
                </a:cubicBezTo>
                <a:cubicBezTo>
                  <a:pt x="207210" y="140623"/>
                  <a:pt x="229426" y="142867"/>
                  <a:pt x="245705" y="142867"/>
                </a:cubicBezTo>
                <a:cubicBezTo>
                  <a:pt x="255508" y="142867"/>
                  <a:pt x="263157" y="142053"/>
                  <a:pt x="264914" y="139445"/>
                </a:cubicBezTo>
                <a:cubicBezTo>
                  <a:pt x="272511" y="128170"/>
                  <a:pt x="267462" y="96213"/>
                  <a:pt x="268034" y="81259"/>
                </a:cubicBezTo>
                <a:cubicBezTo>
                  <a:pt x="269272" y="49362"/>
                  <a:pt x="268332" y="42707"/>
                  <a:pt x="267308" y="7107"/>
                </a:cubicBezTo>
                <a:cubicBezTo>
                  <a:pt x="267164" y="2261"/>
                  <a:pt x="265009" y="1"/>
                  <a:pt x="251027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000">
              <a:solidFill>
                <a:srgbClr val="EE6137"/>
              </a:solidFill>
              <a:latin typeface="Barrio"/>
              <a:ea typeface="Barrio"/>
              <a:cs typeface="Barrio"/>
              <a:sym typeface="Barrio"/>
            </a:endParaRPr>
          </a:p>
        </p:txBody>
      </p:sp>
      <p:sp>
        <p:nvSpPr>
          <p:cNvPr id="5728" name="Google Shape;5728;p35"/>
          <p:cNvSpPr txBox="1">
            <a:spLocks noGrp="1"/>
          </p:cNvSpPr>
          <p:nvPr>
            <p:ph type="title" idx="4"/>
          </p:nvPr>
        </p:nvSpPr>
        <p:spPr>
          <a:xfrm>
            <a:off x="623503" y="69288"/>
            <a:ext cx="77040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&amp; Objective</a:t>
            </a:r>
            <a:endParaRPr/>
          </a:p>
        </p:txBody>
      </p:sp>
      <p:sp>
        <p:nvSpPr>
          <p:cNvPr id="5729" name="Google Shape;5729;p35"/>
          <p:cNvSpPr txBox="1">
            <a:spLocks noGrp="1"/>
          </p:cNvSpPr>
          <p:nvPr>
            <p:ph type="title" idx="2"/>
          </p:nvPr>
        </p:nvSpPr>
        <p:spPr>
          <a:xfrm>
            <a:off x="4883823" y="1456632"/>
            <a:ext cx="2742600" cy="53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smatic"/>
              </a:rPr>
              <a:t>Objective</a:t>
            </a:r>
            <a:endParaRPr>
              <a:latin typeface="Asmatic"/>
            </a:endParaRPr>
          </a:p>
        </p:txBody>
      </p:sp>
      <p:sp>
        <p:nvSpPr>
          <p:cNvPr id="5731" name="Google Shape;5731;p35"/>
          <p:cNvSpPr txBox="1">
            <a:spLocks noGrp="1"/>
          </p:cNvSpPr>
          <p:nvPr>
            <p:ph type="subTitle" idx="3"/>
          </p:nvPr>
        </p:nvSpPr>
        <p:spPr>
          <a:xfrm>
            <a:off x="562614" y="2000708"/>
            <a:ext cx="3317100" cy="217465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indent="0" algn="l"/>
            <a:r>
              <a:rPr lang="en-US" sz="1400" b="0" i="0">
                <a:effectLst/>
                <a:latin typeface="Asmatic"/>
              </a:rPr>
              <a:t>Mumbai experiences highly seasonal</a:t>
            </a:r>
          </a:p>
          <a:p>
            <a:pPr marL="114300" indent="0" algn="l"/>
            <a:r>
              <a:rPr lang="en-US" sz="1400" b="0" i="0">
                <a:effectLst/>
                <a:latin typeface="Asmatic"/>
              </a:rPr>
              <a:t>rainfall, primarily concentrated during</a:t>
            </a:r>
          </a:p>
          <a:p>
            <a:pPr marL="114300" indent="0" algn="l"/>
            <a:r>
              <a:rPr lang="en-US" sz="1400" b="0" i="0">
                <a:effectLst/>
                <a:latin typeface="Asmatic"/>
              </a:rPr>
              <a:t>the monsoon months.</a:t>
            </a:r>
          </a:p>
          <a:p>
            <a:pPr marL="114300" indent="0" algn="l"/>
            <a:r>
              <a:rPr lang="en-US" sz="1400" b="0" i="0">
                <a:effectLst/>
                <a:latin typeface="Asmatic"/>
              </a:rPr>
              <a:t>A lack of accurate forecasting can lead to:</a:t>
            </a:r>
          </a:p>
          <a:p>
            <a:pPr marL="114300" indent="0" algn="l"/>
            <a:r>
              <a:rPr lang="en-IN" sz="1100" b="0" i="0">
                <a:effectLst/>
                <a:latin typeface="system-ui"/>
              </a:rPr>
              <a:t>➤</a:t>
            </a:r>
            <a:r>
              <a:rPr lang="en-US" sz="1400" b="0" i="0">
                <a:effectLst/>
                <a:latin typeface="Asmatic"/>
              </a:rPr>
              <a:t>Inefficient reservoir management</a:t>
            </a:r>
          </a:p>
          <a:p>
            <a:pPr marL="114300" indent="0" algn="l"/>
            <a:r>
              <a:rPr lang="en-IN" sz="1100" b="0" i="0">
                <a:effectLst/>
                <a:latin typeface="system-ui"/>
              </a:rPr>
              <a:t>➤</a:t>
            </a:r>
            <a:r>
              <a:rPr lang="en-IN" sz="1400" b="0" i="0">
                <a:effectLst/>
                <a:latin typeface="system-ui"/>
              </a:rPr>
              <a:t> </a:t>
            </a:r>
            <a:r>
              <a:rPr lang="en-US" sz="1400" b="0" i="0">
                <a:effectLst/>
                <a:latin typeface="Asmatic"/>
              </a:rPr>
              <a:t>Inadequate infrastructure planning during rainy/dry periods</a:t>
            </a:r>
          </a:p>
          <a:p>
            <a:pPr marL="114300" indent="0" algn="l"/>
            <a:r>
              <a:rPr lang="en-IN" sz="1100" b="0" i="0">
                <a:effectLst/>
                <a:latin typeface="system-ui"/>
              </a:rPr>
              <a:t>➤</a:t>
            </a:r>
            <a:r>
              <a:rPr lang="en-IN" sz="1400" b="0" i="0">
                <a:effectLst/>
                <a:latin typeface="system-ui"/>
              </a:rPr>
              <a:t> </a:t>
            </a:r>
            <a:r>
              <a:rPr lang="en-US" sz="1400" b="0" i="0">
                <a:effectLst/>
                <a:latin typeface="Asmatic"/>
              </a:rPr>
              <a:t>Increased risk of water shortages or wastage</a:t>
            </a:r>
          </a:p>
        </p:txBody>
      </p:sp>
      <p:grpSp>
        <p:nvGrpSpPr>
          <p:cNvPr id="5732" name="Google Shape;5732;p35"/>
          <p:cNvGrpSpPr/>
          <p:nvPr/>
        </p:nvGrpSpPr>
        <p:grpSpPr>
          <a:xfrm>
            <a:off x="1742063" y="672331"/>
            <a:ext cx="928944" cy="824913"/>
            <a:chOff x="1605627" y="1461323"/>
            <a:chExt cx="296955" cy="278166"/>
          </a:xfrm>
        </p:grpSpPr>
        <p:sp>
          <p:nvSpPr>
            <p:cNvPr id="5733" name="Google Shape;5733;p35"/>
            <p:cNvSpPr/>
            <p:nvPr/>
          </p:nvSpPr>
          <p:spPr>
            <a:xfrm>
              <a:off x="1637220" y="1461323"/>
              <a:ext cx="265362" cy="151986"/>
            </a:xfrm>
            <a:custGeom>
              <a:avLst/>
              <a:gdLst/>
              <a:ahLst/>
              <a:cxnLst/>
              <a:rect l="l" t="t" r="r" b="b"/>
              <a:pathLst>
                <a:path w="164821" h="94401" extrusionOk="0">
                  <a:moveTo>
                    <a:pt x="85757" y="0"/>
                  </a:moveTo>
                  <a:cubicBezTo>
                    <a:pt x="65538" y="0"/>
                    <a:pt x="48273" y="12741"/>
                    <a:pt x="41557" y="30650"/>
                  </a:cubicBezTo>
                  <a:cubicBezTo>
                    <a:pt x="17600" y="30935"/>
                    <a:pt x="1" y="57631"/>
                    <a:pt x="16576" y="82993"/>
                  </a:cubicBezTo>
                  <a:cubicBezTo>
                    <a:pt x="21243" y="90138"/>
                    <a:pt x="29245" y="94401"/>
                    <a:pt x="37794" y="94401"/>
                  </a:cubicBezTo>
                  <a:lnTo>
                    <a:pt x="135267" y="94401"/>
                  </a:lnTo>
                  <a:cubicBezTo>
                    <a:pt x="141173" y="94401"/>
                    <a:pt x="148699" y="90376"/>
                    <a:pt x="151937" y="85446"/>
                  </a:cubicBezTo>
                  <a:cubicBezTo>
                    <a:pt x="164821" y="65704"/>
                    <a:pt x="151413" y="44938"/>
                    <a:pt x="132862" y="44295"/>
                  </a:cubicBezTo>
                  <a:cubicBezTo>
                    <a:pt x="131362" y="19600"/>
                    <a:pt x="110857" y="0"/>
                    <a:pt x="857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4" name="Google Shape;5734;p35"/>
            <p:cNvSpPr/>
            <p:nvPr/>
          </p:nvSpPr>
          <p:spPr>
            <a:xfrm>
              <a:off x="1720536" y="1461323"/>
              <a:ext cx="169931" cy="151947"/>
            </a:xfrm>
            <a:custGeom>
              <a:avLst/>
              <a:gdLst/>
              <a:ahLst/>
              <a:cxnLst/>
              <a:rect l="l" t="t" r="r" b="b"/>
              <a:pathLst>
                <a:path w="105547" h="94377" extrusionOk="0">
                  <a:moveTo>
                    <a:pt x="34008" y="0"/>
                  </a:moveTo>
                  <a:cubicBezTo>
                    <a:pt x="20648" y="0"/>
                    <a:pt x="8574" y="5549"/>
                    <a:pt x="1" y="14480"/>
                  </a:cubicBezTo>
                  <a:cubicBezTo>
                    <a:pt x="3168" y="13813"/>
                    <a:pt x="6478" y="13456"/>
                    <a:pt x="9860" y="13456"/>
                  </a:cubicBezTo>
                  <a:cubicBezTo>
                    <a:pt x="34960" y="13456"/>
                    <a:pt x="55465" y="33031"/>
                    <a:pt x="56965" y="57750"/>
                  </a:cubicBezTo>
                  <a:cubicBezTo>
                    <a:pt x="70396" y="58203"/>
                    <a:pt x="81137" y="69253"/>
                    <a:pt x="81137" y="82779"/>
                  </a:cubicBezTo>
                  <a:cubicBezTo>
                    <a:pt x="81137" y="86970"/>
                    <a:pt x="80113" y="90924"/>
                    <a:pt x="78303" y="94377"/>
                  </a:cubicBezTo>
                  <a:lnTo>
                    <a:pt x="79922" y="94377"/>
                  </a:lnTo>
                  <a:cubicBezTo>
                    <a:pt x="93449" y="94377"/>
                    <a:pt x="105023" y="83351"/>
                    <a:pt x="105285" y="69824"/>
                  </a:cubicBezTo>
                  <a:cubicBezTo>
                    <a:pt x="105547" y="56059"/>
                    <a:pt x="94711" y="44771"/>
                    <a:pt x="81113" y="44295"/>
                  </a:cubicBezTo>
                  <a:cubicBezTo>
                    <a:pt x="79613" y="19576"/>
                    <a:pt x="59108" y="0"/>
                    <a:pt x="34008" y="0"/>
                  </a:cubicBez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5" name="Google Shape;5735;p35"/>
            <p:cNvSpPr/>
            <p:nvPr/>
          </p:nvSpPr>
          <p:spPr>
            <a:xfrm>
              <a:off x="1823177" y="1510587"/>
              <a:ext cx="12461" cy="17681"/>
            </a:xfrm>
            <a:custGeom>
              <a:avLst/>
              <a:gdLst/>
              <a:ahLst/>
              <a:cxnLst/>
              <a:rect l="l" t="t" r="r" b="b"/>
              <a:pathLst>
                <a:path w="7740" h="10982" extrusionOk="0">
                  <a:moveTo>
                    <a:pt x="2962" y="0"/>
                  </a:moveTo>
                  <a:cubicBezTo>
                    <a:pt x="2617" y="0"/>
                    <a:pt x="2266" y="70"/>
                    <a:pt x="1929" y="217"/>
                  </a:cubicBezTo>
                  <a:cubicBezTo>
                    <a:pt x="595" y="789"/>
                    <a:pt x="0" y="2313"/>
                    <a:pt x="572" y="3646"/>
                  </a:cubicBezTo>
                  <a:cubicBezTo>
                    <a:pt x="1310" y="5361"/>
                    <a:pt x="1905" y="7147"/>
                    <a:pt x="2334" y="8981"/>
                  </a:cubicBezTo>
                  <a:cubicBezTo>
                    <a:pt x="2620" y="10172"/>
                    <a:pt x="3691" y="10981"/>
                    <a:pt x="4882" y="10981"/>
                  </a:cubicBezTo>
                  <a:cubicBezTo>
                    <a:pt x="5073" y="10981"/>
                    <a:pt x="5287" y="10957"/>
                    <a:pt x="5477" y="10910"/>
                  </a:cubicBezTo>
                  <a:cubicBezTo>
                    <a:pt x="6882" y="10553"/>
                    <a:pt x="7740" y="9148"/>
                    <a:pt x="7406" y="7766"/>
                  </a:cubicBezTo>
                  <a:cubicBezTo>
                    <a:pt x="6906" y="5647"/>
                    <a:pt x="6216" y="3575"/>
                    <a:pt x="5335" y="1575"/>
                  </a:cubicBezTo>
                  <a:cubicBezTo>
                    <a:pt x="4910" y="584"/>
                    <a:pt x="3959" y="0"/>
                    <a:pt x="296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6" name="Google Shape;5736;p35"/>
            <p:cNvSpPr/>
            <p:nvPr/>
          </p:nvSpPr>
          <p:spPr>
            <a:xfrm>
              <a:off x="1771110" y="1476007"/>
              <a:ext cx="50190" cy="26035"/>
            </a:xfrm>
            <a:custGeom>
              <a:avLst/>
              <a:gdLst/>
              <a:ahLst/>
              <a:cxnLst/>
              <a:rect l="l" t="t" r="r" b="b"/>
              <a:pathLst>
                <a:path w="31174" h="16171" extrusionOk="0">
                  <a:moveTo>
                    <a:pt x="2596" y="0"/>
                  </a:moveTo>
                  <a:cubicBezTo>
                    <a:pt x="1167" y="0"/>
                    <a:pt x="0" y="1167"/>
                    <a:pt x="0" y="2596"/>
                  </a:cubicBezTo>
                  <a:cubicBezTo>
                    <a:pt x="0" y="4025"/>
                    <a:pt x="1167" y="5192"/>
                    <a:pt x="2596" y="5192"/>
                  </a:cubicBezTo>
                  <a:cubicBezTo>
                    <a:pt x="11669" y="5192"/>
                    <a:pt x="20123" y="8812"/>
                    <a:pt x="26410" y="15384"/>
                  </a:cubicBezTo>
                  <a:cubicBezTo>
                    <a:pt x="26934" y="15908"/>
                    <a:pt x="27601" y="16170"/>
                    <a:pt x="28292" y="16170"/>
                  </a:cubicBezTo>
                  <a:cubicBezTo>
                    <a:pt x="28935" y="16170"/>
                    <a:pt x="29601" y="15932"/>
                    <a:pt x="30102" y="15456"/>
                  </a:cubicBezTo>
                  <a:cubicBezTo>
                    <a:pt x="31126" y="14456"/>
                    <a:pt x="31173" y="12812"/>
                    <a:pt x="30173" y="11765"/>
                  </a:cubicBezTo>
                  <a:cubicBezTo>
                    <a:pt x="22886" y="4168"/>
                    <a:pt x="13098" y="0"/>
                    <a:pt x="259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7" name="Google Shape;5737;p35"/>
            <p:cNvSpPr/>
            <p:nvPr/>
          </p:nvSpPr>
          <p:spPr>
            <a:xfrm>
              <a:off x="1605627" y="1504648"/>
              <a:ext cx="189676" cy="108622"/>
            </a:xfrm>
            <a:custGeom>
              <a:avLst/>
              <a:gdLst/>
              <a:ahLst/>
              <a:cxnLst/>
              <a:rect l="l" t="t" r="r" b="b"/>
              <a:pathLst>
                <a:path w="117811" h="67467" extrusionOk="0">
                  <a:moveTo>
                    <a:pt x="56512" y="1"/>
                  </a:moveTo>
                  <a:cubicBezTo>
                    <a:pt x="38556" y="1"/>
                    <a:pt x="23910" y="14003"/>
                    <a:pt x="22839" y="31674"/>
                  </a:cubicBezTo>
                  <a:cubicBezTo>
                    <a:pt x="9598" y="32126"/>
                    <a:pt x="1" y="46939"/>
                    <a:pt x="9169" y="61037"/>
                  </a:cubicBezTo>
                  <a:cubicBezTo>
                    <a:pt x="11479" y="64585"/>
                    <a:pt x="16909" y="67467"/>
                    <a:pt x="21148" y="67467"/>
                  </a:cubicBezTo>
                  <a:lnTo>
                    <a:pt x="90782" y="67467"/>
                  </a:lnTo>
                  <a:cubicBezTo>
                    <a:pt x="96187" y="67467"/>
                    <a:pt x="103046" y="63823"/>
                    <a:pt x="105999" y="59298"/>
                  </a:cubicBezTo>
                  <a:cubicBezTo>
                    <a:pt x="117811" y="41176"/>
                    <a:pt x="105213" y="22100"/>
                    <a:pt x="88114" y="21910"/>
                  </a:cubicBezTo>
                  <a:cubicBezTo>
                    <a:pt x="83304" y="9098"/>
                    <a:pt x="70968" y="1"/>
                    <a:pt x="5651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8" name="Google Shape;5738;p35"/>
            <p:cNvSpPr/>
            <p:nvPr/>
          </p:nvSpPr>
          <p:spPr>
            <a:xfrm>
              <a:off x="1661952" y="1504839"/>
              <a:ext cx="121772" cy="108622"/>
            </a:xfrm>
            <a:custGeom>
              <a:avLst/>
              <a:gdLst/>
              <a:ahLst/>
              <a:cxnLst/>
              <a:rect l="l" t="t" r="r" b="b"/>
              <a:pathLst>
                <a:path w="75635" h="67467" extrusionOk="0">
                  <a:moveTo>
                    <a:pt x="21505" y="1"/>
                  </a:moveTo>
                  <a:cubicBezTo>
                    <a:pt x="13336" y="1"/>
                    <a:pt x="5835" y="2906"/>
                    <a:pt x="0" y="7740"/>
                  </a:cubicBezTo>
                  <a:cubicBezTo>
                    <a:pt x="1643" y="7502"/>
                    <a:pt x="3334" y="7383"/>
                    <a:pt x="5049" y="7383"/>
                  </a:cubicBezTo>
                  <a:cubicBezTo>
                    <a:pt x="19504" y="7383"/>
                    <a:pt x="31840" y="16480"/>
                    <a:pt x="36651" y="29269"/>
                  </a:cubicBezTo>
                  <a:cubicBezTo>
                    <a:pt x="49106" y="29435"/>
                    <a:pt x="59155" y="39556"/>
                    <a:pt x="59155" y="52059"/>
                  </a:cubicBezTo>
                  <a:cubicBezTo>
                    <a:pt x="59155" y="58013"/>
                    <a:pt x="56893" y="63418"/>
                    <a:pt x="53154" y="67467"/>
                  </a:cubicBezTo>
                  <a:cubicBezTo>
                    <a:pt x="65585" y="67300"/>
                    <a:pt x="75635" y="57155"/>
                    <a:pt x="75635" y="44676"/>
                  </a:cubicBezTo>
                  <a:cubicBezTo>
                    <a:pt x="75635" y="32198"/>
                    <a:pt x="65585" y="22053"/>
                    <a:pt x="53107" y="21910"/>
                  </a:cubicBezTo>
                  <a:cubicBezTo>
                    <a:pt x="48320" y="9098"/>
                    <a:pt x="35984" y="1"/>
                    <a:pt x="21505" y="1"/>
                  </a:cubicBez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9" name="Google Shape;5739;p35"/>
            <p:cNvSpPr/>
            <p:nvPr/>
          </p:nvSpPr>
          <p:spPr>
            <a:xfrm>
              <a:off x="1650372" y="1632804"/>
              <a:ext cx="22930" cy="30540"/>
            </a:xfrm>
            <a:custGeom>
              <a:avLst/>
              <a:gdLst/>
              <a:ahLst/>
              <a:cxnLst/>
              <a:rect l="l" t="t" r="r" b="b"/>
              <a:pathLst>
                <a:path w="14242" h="18969" extrusionOk="0">
                  <a:moveTo>
                    <a:pt x="7109" y="0"/>
                  </a:moveTo>
                  <a:cubicBezTo>
                    <a:pt x="6371" y="0"/>
                    <a:pt x="5632" y="345"/>
                    <a:pt x="5168" y="1036"/>
                  </a:cubicBezTo>
                  <a:cubicBezTo>
                    <a:pt x="3072" y="4227"/>
                    <a:pt x="0" y="9276"/>
                    <a:pt x="0" y="11848"/>
                  </a:cubicBezTo>
                  <a:cubicBezTo>
                    <a:pt x="0" y="15801"/>
                    <a:pt x="3191" y="18968"/>
                    <a:pt x="7121" y="18968"/>
                  </a:cubicBezTo>
                  <a:cubicBezTo>
                    <a:pt x="11050" y="18968"/>
                    <a:pt x="14241" y="15777"/>
                    <a:pt x="14241" y="11848"/>
                  </a:cubicBezTo>
                  <a:cubicBezTo>
                    <a:pt x="14241" y="9276"/>
                    <a:pt x="11169" y="4227"/>
                    <a:pt x="9050" y="1036"/>
                  </a:cubicBezTo>
                  <a:cubicBezTo>
                    <a:pt x="8585" y="345"/>
                    <a:pt x="7847" y="0"/>
                    <a:pt x="71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0" name="Google Shape;5740;p35"/>
            <p:cNvSpPr/>
            <p:nvPr/>
          </p:nvSpPr>
          <p:spPr>
            <a:xfrm>
              <a:off x="1657350" y="1632804"/>
              <a:ext cx="15952" cy="30540"/>
            </a:xfrm>
            <a:custGeom>
              <a:avLst/>
              <a:gdLst/>
              <a:ahLst/>
              <a:cxnLst/>
              <a:rect l="l" t="t" r="r" b="b"/>
              <a:pathLst>
                <a:path w="9908" h="18969" extrusionOk="0">
                  <a:moveTo>
                    <a:pt x="2787" y="0"/>
                  </a:moveTo>
                  <a:cubicBezTo>
                    <a:pt x="2043" y="0"/>
                    <a:pt x="1298" y="345"/>
                    <a:pt x="834" y="1036"/>
                  </a:cubicBezTo>
                  <a:cubicBezTo>
                    <a:pt x="572" y="1441"/>
                    <a:pt x="286" y="1870"/>
                    <a:pt x="0" y="2322"/>
                  </a:cubicBezTo>
                  <a:cubicBezTo>
                    <a:pt x="2001" y="5442"/>
                    <a:pt x="4335" y="9609"/>
                    <a:pt x="4335" y="11872"/>
                  </a:cubicBezTo>
                  <a:cubicBezTo>
                    <a:pt x="4335" y="14801"/>
                    <a:pt x="2549" y="17325"/>
                    <a:pt x="0" y="18421"/>
                  </a:cubicBezTo>
                  <a:cubicBezTo>
                    <a:pt x="858" y="18778"/>
                    <a:pt x="1787" y="18968"/>
                    <a:pt x="2787" y="18968"/>
                  </a:cubicBezTo>
                  <a:cubicBezTo>
                    <a:pt x="6716" y="18968"/>
                    <a:pt x="9907" y="15777"/>
                    <a:pt x="9907" y="11848"/>
                  </a:cubicBezTo>
                  <a:cubicBezTo>
                    <a:pt x="9907" y="9276"/>
                    <a:pt x="6835" y="4227"/>
                    <a:pt x="4740" y="1036"/>
                  </a:cubicBezTo>
                  <a:cubicBezTo>
                    <a:pt x="4275" y="345"/>
                    <a:pt x="3531" y="0"/>
                    <a:pt x="2787" y="0"/>
                  </a:cubicBez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1" name="Google Shape;5741;p35"/>
            <p:cNvSpPr/>
            <p:nvPr/>
          </p:nvSpPr>
          <p:spPr>
            <a:xfrm>
              <a:off x="1702057" y="1632804"/>
              <a:ext cx="22930" cy="30540"/>
            </a:xfrm>
            <a:custGeom>
              <a:avLst/>
              <a:gdLst/>
              <a:ahLst/>
              <a:cxnLst/>
              <a:rect l="l" t="t" r="r" b="b"/>
              <a:pathLst>
                <a:path w="14242" h="18969" extrusionOk="0">
                  <a:moveTo>
                    <a:pt x="7121" y="0"/>
                  </a:moveTo>
                  <a:cubicBezTo>
                    <a:pt x="6376" y="0"/>
                    <a:pt x="5632" y="345"/>
                    <a:pt x="5168" y="1036"/>
                  </a:cubicBezTo>
                  <a:cubicBezTo>
                    <a:pt x="3072" y="4227"/>
                    <a:pt x="0" y="9276"/>
                    <a:pt x="0" y="11848"/>
                  </a:cubicBezTo>
                  <a:cubicBezTo>
                    <a:pt x="0" y="15801"/>
                    <a:pt x="3191" y="18968"/>
                    <a:pt x="7121" y="18968"/>
                  </a:cubicBezTo>
                  <a:cubicBezTo>
                    <a:pt x="11050" y="18968"/>
                    <a:pt x="14241" y="15777"/>
                    <a:pt x="14241" y="11848"/>
                  </a:cubicBezTo>
                  <a:cubicBezTo>
                    <a:pt x="14241" y="9276"/>
                    <a:pt x="11169" y="4227"/>
                    <a:pt x="9073" y="1036"/>
                  </a:cubicBezTo>
                  <a:cubicBezTo>
                    <a:pt x="8609" y="345"/>
                    <a:pt x="7865" y="0"/>
                    <a:pt x="71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2" name="Google Shape;5742;p35"/>
            <p:cNvSpPr/>
            <p:nvPr/>
          </p:nvSpPr>
          <p:spPr>
            <a:xfrm>
              <a:off x="1709073" y="1632804"/>
              <a:ext cx="15913" cy="30540"/>
            </a:xfrm>
            <a:custGeom>
              <a:avLst/>
              <a:gdLst/>
              <a:ahLst/>
              <a:cxnLst/>
              <a:rect l="l" t="t" r="r" b="b"/>
              <a:pathLst>
                <a:path w="9884" h="18969" extrusionOk="0">
                  <a:moveTo>
                    <a:pt x="2766" y="0"/>
                  </a:moveTo>
                  <a:cubicBezTo>
                    <a:pt x="2024" y="0"/>
                    <a:pt x="1286" y="345"/>
                    <a:pt x="834" y="1036"/>
                  </a:cubicBezTo>
                  <a:cubicBezTo>
                    <a:pt x="572" y="1441"/>
                    <a:pt x="286" y="1870"/>
                    <a:pt x="0" y="2322"/>
                  </a:cubicBezTo>
                  <a:cubicBezTo>
                    <a:pt x="2001" y="5442"/>
                    <a:pt x="4334" y="9609"/>
                    <a:pt x="4334" y="11872"/>
                  </a:cubicBezTo>
                  <a:cubicBezTo>
                    <a:pt x="4334" y="14801"/>
                    <a:pt x="2548" y="17325"/>
                    <a:pt x="0" y="18421"/>
                  </a:cubicBezTo>
                  <a:cubicBezTo>
                    <a:pt x="858" y="18778"/>
                    <a:pt x="1786" y="18968"/>
                    <a:pt x="2763" y="18968"/>
                  </a:cubicBezTo>
                  <a:cubicBezTo>
                    <a:pt x="6692" y="18968"/>
                    <a:pt x="9883" y="15777"/>
                    <a:pt x="9883" y="11848"/>
                  </a:cubicBezTo>
                  <a:cubicBezTo>
                    <a:pt x="9883" y="9276"/>
                    <a:pt x="6811" y="4227"/>
                    <a:pt x="4715" y="1036"/>
                  </a:cubicBezTo>
                  <a:cubicBezTo>
                    <a:pt x="4251" y="345"/>
                    <a:pt x="3507" y="0"/>
                    <a:pt x="2766" y="0"/>
                  </a:cubicBez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3" name="Google Shape;5743;p35"/>
            <p:cNvSpPr/>
            <p:nvPr/>
          </p:nvSpPr>
          <p:spPr>
            <a:xfrm>
              <a:off x="1753778" y="1632804"/>
              <a:ext cx="22930" cy="30540"/>
            </a:xfrm>
            <a:custGeom>
              <a:avLst/>
              <a:gdLst/>
              <a:ahLst/>
              <a:cxnLst/>
              <a:rect l="l" t="t" r="r" b="b"/>
              <a:pathLst>
                <a:path w="14242" h="18969" extrusionOk="0">
                  <a:moveTo>
                    <a:pt x="7118" y="0"/>
                  </a:moveTo>
                  <a:cubicBezTo>
                    <a:pt x="6377" y="0"/>
                    <a:pt x="5633" y="345"/>
                    <a:pt x="5169" y="1036"/>
                  </a:cubicBezTo>
                  <a:cubicBezTo>
                    <a:pt x="3073" y="4227"/>
                    <a:pt x="1" y="9276"/>
                    <a:pt x="1" y="11848"/>
                  </a:cubicBezTo>
                  <a:cubicBezTo>
                    <a:pt x="1" y="15801"/>
                    <a:pt x="3192" y="18968"/>
                    <a:pt x="7121" y="18968"/>
                  </a:cubicBezTo>
                  <a:cubicBezTo>
                    <a:pt x="11051" y="18968"/>
                    <a:pt x="14242" y="15777"/>
                    <a:pt x="14242" y="11848"/>
                  </a:cubicBezTo>
                  <a:cubicBezTo>
                    <a:pt x="14242" y="9276"/>
                    <a:pt x="11170" y="4227"/>
                    <a:pt x="9050" y="1036"/>
                  </a:cubicBezTo>
                  <a:cubicBezTo>
                    <a:pt x="8598" y="345"/>
                    <a:pt x="7860" y="0"/>
                    <a:pt x="71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4" name="Google Shape;5744;p35"/>
            <p:cNvSpPr/>
            <p:nvPr/>
          </p:nvSpPr>
          <p:spPr>
            <a:xfrm>
              <a:off x="1760757" y="1632804"/>
              <a:ext cx="15950" cy="30540"/>
            </a:xfrm>
            <a:custGeom>
              <a:avLst/>
              <a:gdLst/>
              <a:ahLst/>
              <a:cxnLst/>
              <a:rect l="l" t="t" r="r" b="b"/>
              <a:pathLst>
                <a:path w="9907" h="18969" extrusionOk="0">
                  <a:moveTo>
                    <a:pt x="2783" y="0"/>
                  </a:moveTo>
                  <a:cubicBezTo>
                    <a:pt x="2042" y="0"/>
                    <a:pt x="1298" y="345"/>
                    <a:pt x="834" y="1036"/>
                  </a:cubicBezTo>
                  <a:cubicBezTo>
                    <a:pt x="572" y="1441"/>
                    <a:pt x="286" y="1870"/>
                    <a:pt x="0" y="2322"/>
                  </a:cubicBezTo>
                  <a:cubicBezTo>
                    <a:pt x="2001" y="5442"/>
                    <a:pt x="4334" y="9609"/>
                    <a:pt x="4334" y="11872"/>
                  </a:cubicBezTo>
                  <a:cubicBezTo>
                    <a:pt x="4334" y="14801"/>
                    <a:pt x="2548" y="17325"/>
                    <a:pt x="0" y="18421"/>
                  </a:cubicBezTo>
                  <a:cubicBezTo>
                    <a:pt x="857" y="18778"/>
                    <a:pt x="1786" y="18968"/>
                    <a:pt x="2786" y="18968"/>
                  </a:cubicBezTo>
                  <a:cubicBezTo>
                    <a:pt x="6716" y="18968"/>
                    <a:pt x="9907" y="15777"/>
                    <a:pt x="9907" y="11848"/>
                  </a:cubicBezTo>
                  <a:cubicBezTo>
                    <a:pt x="9907" y="9276"/>
                    <a:pt x="6835" y="4227"/>
                    <a:pt x="4715" y="1036"/>
                  </a:cubicBezTo>
                  <a:cubicBezTo>
                    <a:pt x="4263" y="345"/>
                    <a:pt x="3525" y="0"/>
                    <a:pt x="2783" y="0"/>
                  </a:cubicBez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5" name="Google Shape;5745;p35"/>
            <p:cNvSpPr/>
            <p:nvPr/>
          </p:nvSpPr>
          <p:spPr>
            <a:xfrm>
              <a:off x="1805462" y="1632804"/>
              <a:ext cx="22930" cy="30540"/>
            </a:xfrm>
            <a:custGeom>
              <a:avLst/>
              <a:gdLst/>
              <a:ahLst/>
              <a:cxnLst/>
              <a:rect l="l" t="t" r="r" b="b"/>
              <a:pathLst>
                <a:path w="14242" h="18969" extrusionOk="0">
                  <a:moveTo>
                    <a:pt x="7121" y="0"/>
                  </a:moveTo>
                  <a:cubicBezTo>
                    <a:pt x="6377" y="0"/>
                    <a:pt x="5633" y="345"/>
                    <a:pt x="5169" y="1036"/>
                  </a:cubicBezTo>
                  <a:cubicBezTo>
                    <a:pt x="3073" y="4227"/>
                    <a:pt x="1" y="9276"/>
                    <a:pt x="1" y="11848"/>
                  </a:cubicBezTo>
                  <a:cubicBezTo>
                    <a:pt x="1" y="15801"/>
                    <a:pt x="3192" y="18968"/>
                    <a:pt x="7121" y="18968"/>
                  </a:cubicBezTo>
                  <a:cubicBezTo>
                    <a:pt x="11051" y="18968"/>
                    <a:pt x="14242" y="15777"/>
                    <a:pt x="14242" y="11848"/>
                  </a:cubicBezTo>
                  <a:cubicBezTo>
                    <a:pt x="14242" y="9276"/>
                    <a:pt x="11170" y="4227"/>
                    <a:pt x="9074" y="1036"/>
                  </a:cubicBezTo>
                  <a:cubicBezTo>
                    <a:pt x="8610" y="345"/>
                    <a:pt x="7866" y="0"/>
                    <a:pt x="71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6" name="Google Shape;5746;p35"/>
            <p:cNvSpPr/>
            <p:nvPr/>
          </p:nvSpPr>
          <p:spPr>
            <a:xfrm>
              <a:off x="1812441" y="1632804"/>
              <a:ext cx="15950" cy="30540"/>
            </a:xfrm>
            <a:custGeom>
              <a:avLst/>
              <a:gdLst/>
              <a:ahLst/>
              <a:cxnLst/>
              <a:rect l="l" t="t" r="r" b="b"/>
              <a:pathLst>
                <a:path w="9907" h="18969" extrusionOk="0">
                  <a:moveTo>
                    <a:pt x="2786" y="0"/>
                  </a:moveTo>
                  <a:cubicBezTo>
                    <a:pt x="2042" y="0"/>
                    <a:pt x="1298" y="345"/>
                    <a:pt x="834" y="1036"/>
                  </a:cubicBezTo>
                  <a:cubicBezTo>
                    <a:pt x="572" y="1441"/>
                    <a:pt x="310" y="1870"/>
                    <a:pt x="24" y="2322"/>
                  </a:cubicBezTo>
                  <a:cubicBezTo>
                    <a:pt x="2000" y="5442"/>
                    <a:pt x="4358" y="9609"/>
                    <a:pt x="4358" y="11872"/>
                  </a:cubicBezTo>
                  <a:cubicBezTo>
                    <a:pt x="4358" y="14801"/>
                    <a:pt x="2572" y="17325"/>
                    <a:pt x="0" y="18421"/>
                  </a:cubicBezTo>
                  <a:cubicBezTo>
                    <a:pt x="857" y="18778"/>
                    <a:pt x="1810" y="18968"/>
                    <a:pt x="2786" y="18968"/>
                  </a:cubicBezTo>
                  <a:cubicBezTo>
                    <a:pt x="6716" y="18968"/>
                    <a:pt x="9907" y="15777"/>
                    <a:pt x="9907" y="11848"/>
                  </a:cubicBezTo>
                  <a:cubicBezTo>
                    <a:pt x="9907" y="9276"/>
                    <a:pt x="6835" y="4227"/>
                    <a:pt x="4739" y="1036"/>
                  </a:cubicBezTo>
                  <a:cubicBezTo>
                    <a:pt x="4275" y="345"/>
                    <a:pt x="3531" y="0"/>
                    <a:pt x="2786" y="0"/>
                  </a:cubicBez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7" name="Google Shape;5747;p35"/>
            <p:cNvSpPr/>
            <p:nvPr/>
          </p:nvSpPr>
          <p:spPr>
            <a:xfrm>
              <a:off x="1650372" y="1708949"/>
              <a:ext cx="22930" cy="30540"/>
            </a:xfrm>
            <a:custGeom>
              <a:avLst/>
              <a:gdLst/>
              <a:ahLst/>
              <a:cxnLst/>
              <a:rect l="l" t="t" r="r" b="b"/>
              <a:pathLst>
                <a:path w="14242" h="18969" extrusionOk="0">
                  <a:moveTo>
                    <a:pt x="7109" y="0"/>
                  </a:moveTo>
                  <a:cubicBezTo>
                    <a:pt x="6371" y="0"/>
                    <a:pt x="5632" y="346"/>
                    <a:pt x="5168" y="1036"/>
                  </a:cubicBezTo>
                  <a:cubicBezTo>
                    <a:pt x="3072" y="4204"/>
                    <a:pt x="0" y="9276"/>
                    <a:pt x="0" y="11848"/>
                  </a:cubicBezTo>
                  <a:cubicBezTo>
                    <a:pt x="0" y="15777"/>
                    <a:pt x="3191" y="18969"/>
                    <a:pt x="7121" y="18969"/>
                  </a:cubicBezTo>
                  <a:cubicBezTo>
                    <a:pt x="11050" y="18969"/>
                    <a:pt x="14241" y="15777"/>
                    <a:pt x="14241" y="11848"/>
                  </a:cubicBezTo>
                  <a:cubicBezTo>
                    <a:pt x="14241" y="9276"/>
                    <a:pt x="11169" y="4204"/>
                    <a:pt x="9050" y="1036"/>
                  </a:cubicBezTo>
                  <a:cubicBezTo>
                    <a:pt x="8585" y="346"/>
                    <a:pt x="7847" y="0"/>
                    <a:pt x="71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8" name="Google Shape;5748;p35"/>
            <p:cNvSpPr/>
            <p:nvPr/>
          </p:nvSpPr>
          <p:spPr>
            <a:xfrm>
              <a:off x="1657350" y="1708934"/>
              <a:ext cx="15952" cy="30555"/>
            </a:xfrm>
            <a:custGeom>
              <a:avLst/>
              <a:gdLst/>
              <a:ahLst/>
              <a:cxnLst/>
              <a:rect l="l" t="t" r="r" b="b"/>
              <a:pathLst>
                <a:path w="9908" h="18978" extrusionOk="0">
                  <a:moveTo>
                    <a:pt x="2796" y="1"/>
                  </a:moveTo>
                  <a:cubicBezTo>
                    <a:pt x="2049" y="1"/>
                    <a:pt x="1300" y="352"/>
                    <a:pt x="834" y="1045"/>
                  </a:cubicBezTo>
                  <a:cubicBezTo>
                    <a:pt x="572" y="1450"/>
                    <a:pt x="286" y="1879"/>
                    <a:pt x="0" y="2331"/>
                  </a:cubicBezTo>
                  <a:cubicBezTo>
                    <a:pt x="2001" y="5451"/>
                    <a:pt x="4335" y="9619"/>
                    <a:pt x="4335" y="11857"/>
                  </a:cubicBezTo>
                  <a:cubicBezTo>
                    <a:pt x="4335" y="14810"/>
                    <a:pt x="2549" y="17334"/>
                    <a:pt x="0" y="18430"/>
                  </a:cubicBezTo>
                  <a:cubicBezTo>
                    <a:pt x="858" y="18787"/>
                    <a:pt x="1787" y="18978"/>
                    <a:pt x="2787" y="18978"/>
                  </a:cubicBezTo>
                  <a:cubicBezTo>
                    <a:pt x="6716" y="18978"/>
                    <a:pt x="9907" y="15786"/>
                    <a:pt x="9907" y="11857"/>
                  </a:cubicBezTo>
                  <a:cubicBezTo>
                    <a:pt x="9907" y="9285"/>
                    <a:pt x="6835" y="4213"/>
                    <a:pt x="4740" y="1045"/>
                  </a:cubicBezTo>
                  <a:cubicBezTo>
                    <a:pt x="4277" y="346"/>
                    <a:pt x="3537" y="1"/>
                    <a:pt x="2796" y="1"/>
                  </a:cubicBez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9" name="Google Shape;5749;p35"/>
            <p:cNvSpPr/>
            <p:nvPr/>
          </p:nvSpPr>
          <p:spPr>
            <a:xfrm>
              <a:off x="1702057" y="1708949"/>
              <a:ext cx="22930" cy="30540"/>
            </a:xfrm>
            <a:custGeom>
              <a:avLst/>
              <a:gdLst/>
              <a:ahLst/>
              <a:cxnLst/>
              <a:rect l="l" t="t" r="r" b="b"/>
              <a:pathLst>
                <a:path w="14242" h="18969" extrusionOk="0">
                  <a:moveTo>
                    <a:pt x="7121" y="0"/>
                  </a:moveTo>
                  <a:cubicBezTo>
                    <a:pt x="6376" y="0"/>
                    <a:pt x="5632" y="346"/>
                    <a:pt x="5168" y="1036"/>
                  </a:cubicBezTo>
                  <a:cubicBezTo>
                    <a:pt x="3072" y="4204"/>
                    <a:pt x="0" y="9276"/>
                    <a:pt x="0" y="11848"/>
                  </a:cubicBezTo>
                  <a:cubicBezTo>
                    <a:pt x="0" y="15777"/>
                    <a:pt x="3191" y="18969"/>
                    <a:pt x="7121" y="18969"/>
                  </a:cubicBezTo>
                  <a:cubicBezTo>
                    <a:pt x="11050" y="18969"/>
                    <a:pt x="14241" y="15777"/>
                    <a:pt x="14241" y="11848"/>
                  </a:cubicBezTo>
                  <a:cubicBezTo>
                    <a:pt x="14241" y="9276"/>
                    <a:pt x="11169" y="4204"/>
                    <a:pt x="9073" y="1036"/>
                  </a:cubicBezTo>
                  <a:cubicBezTo>
                    <a:pt x="8609" y="346"/>
                    <a:pt x="7865" y="0"/>
                    <a:pt x="71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0" name="Google Shape;5750;p35"/>
            <p:cNvSpPr/>
            <p:nvPr/>
          </p:nvSpPr>
          <p:spPr>
            <a:xfrm>
              <a:off x="1709073" y="1708934"/>
              <a:ext cx="15913" cy="30555"/>
            </a:xfrm>
            <a:custGeom>
              <a:avLst/>
              <a:gdLst/>
              <a:ahLst/>
              <a:cxnLst/>
              <a:rect l="l" t="t" r="r" b="b"/>
              <a:pathLst>
                <a:path w="9884" h="18978" extrusionOk="0">
                  <a:moveTo>
                    <a:pt x="2775" y="1"/>
                  </a:moveTo>
                  <a:cubicBezTo>
                    <a:pt x="2031" y="1"/>
                    <a:pt x="1288" y="352"/>
                    <a:pt x="834" y="1045"/>
                  </a:cubicBezTo>
                  <a:cubicBezTo>
                    <a:pt x="572" y="1450"/>
                    <a:pt x="286" y="1879"/>
                    <a:pt x="0" y="2331"/>
                  </a:cubicBezTo>
                  <a:cubicBezTo>
                    <a:pt x="2001" y="5451"/>
                    <a:pt x="4334" y="9619"/>
                    <a:pt x="4334" y="11857"/>
                  </a:cubicBezTo>
                  <a:cubicBezTo>
                    <a:pt x="4334" y="14810"/>
                    <a:pt x="2548" y="17334"/>
                    <a:pt x="0" y="18430"/>
                  </a:cubicBezTo>
                  <a:cubicBezTo>
                    <a:pt x="858" y="18787"/>
                    <a:pt x="1786" y="18978"/>
                    <a:pt x="2763" y="18978"/>
                  </a:cubicBezTo>
                  <a:cubicBezTo>
                    <a:pt x="6692" y="18978"/>
                    <a:pt x="9883" y="15786"/>
                    <a:pt x="9883" y="11857"/>
                  </a:cubicBezTo>
                  <a:cubicBezTo>
                    <a:pt x="9883" y="9285"/>
                    <a:pt x="6811" y="4213"/>
                    <a:pt x="4715" y="1045"/>
                  </a:cubicBezTo>
                  <a:cubicBezTo>
                    <a:pt x="4253" y="346"/>
                    <a:pt x="3513" y="1"/>
                    <a:pt x="2775" y="1"/>
                  </a:cubicBez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1" name="Google Shape;5751;p35"/>
            <p:cNvSpPr/>
            <p:nvPr/>
          </p:nvSpPr>
          <p:spPr>
            <a:xfrm>
              <a:off x="1753778" y="1708949"/>
              <a:ext cx="22930" cy="30540"/>
            </a:xfrm>
            <a:custGeom>
              <a:avLst/>
              <a:gdLst/>
              <a:ahLst/>
              <a:cxnLst/>
              <a:rect l="l" t="t" r="r" b="b"/>
              <a:pathLst>
                <a:path w="14242" h="18969" extrusionOk="0">
                  <a:moveTo>
                    <a:pt x="7118" y="0"/>
                  </a:moveTo>
                  <a:cubicBezTo>
                    <a:pt x="6377" y="0"/>
                    <a:pt x="5633" y="346"/>
                    <a:pt x="5169" y="1036"/>
                  </a:cubicBezTo>
                  <a:cubicBezTo>
                    <a:pt x="3073" y="4204"/>
                    <a:pt x="1" y="9276"/>
                    <a:pt x="1" y="11848"/>
                  </a:cubicBezTo>
                  <a:cubicBezTo>
                    <a:pt x="1" y="15777"/>
                    <a:pt x="3192" y="18969"/>
                    <a:pt x="7121" y="18969"/>
                  </a:cubicBezTo>
                  <a:cubicBezTo>
                    <a:pt x="11051" y="18969"/>
                    <a:pt x="14242" y="15777"/>
                    <a:pt x="14242" y="11848"/>
                  </a:cubicBezTo>
                  <a:cubicBezTo>
                    <a:pt x="14242" y="9276"/>
                    <a:pt x="11170" y="4204"/>
                    <a:pt x="9050" y="1036"/>
                  </a:cubicBezTo>
                  <a:cubicBezTo>
                    <a:pt x="8598" y="346"/>
                    <a:pt x="7860" y="0"/>
                    <a:pt x="71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2" name="Google Shape;5752;p35"/>
            <p:cNvSpPr/>
            <p:nvPr/>
          </p:nvSpPr>
          <p:spPr>
            <a:xfrm>
              <a:off x="1760757" y="1708934"/>
              <a:ext cx="15950" cy="30555"/>
            </a:xfrm>
            <a:custGeom>
              <a:avLst/>
              <a:gdLst/>
              <a:ahLst/>
              <a:cxnLst/>
              <a:rect l="l" t="t" r="r" b="b"/>
              <a:pathLst>
                <a:path w="9907" h="18978" extrusionOk="0">
                  <a:moveTo>
                    <a:pt x="2793" y="1"/>
                  </a:moveTo>
                  <a:cubicBezTo>
                    <a:pt x="2049" y="1"/>
                    <a:pt x="1300" y="352"/>
                    <a:pt x="834" y="1045"/>
                  </a:cubicBezTo>
                  <a:cubicBezTo>
                    <a:pt x="572" y="1450"/>
                    <a:pt x="286" y="1879"/>
                    <a:pt x="0" y="2331"/>
                  </a:cubicBezTo>
                  <a:cubicBezTo>
                    <a:pt x="2001" y="5451"/>
                    <a:pt x="4334" y="9619"/>
                    <a:pt x="4334" y="11857"/>
                  </a:cubicBezTo>
                  <a:cubicBezTo>
                    <a:pt x="4334" y="14810"/>
                    <a:pt x="2548" y="17334"/>
                    <a:pt x="0" y="18430"/>
                  </a:cubicBezTo>
                  <a:cubicBezTo>
                    <a:pt x="857" y="18787"/>
                    <a:pt x="1786" y="18978"/>
                    <a:pt x="2786" y="18978"/>
                  </a:cubicBezTo>
                  <a:cubicBezTo>
                    <a:pt x="6716" y="18978"/>
                    <a:pt x="9907" y="15786"/>
                    <a:pt x="9907" y="11857"/>
                  </a:cubicBezTo>
                  <a:cubicBezTo>
                    <a:pt x="9907" y="9285"/>
                    <a:pt x="6835" y="4213"/>
                    <a:pt x="4715" y="1045"/>
                  </a:cubicBezTo>
                  <a:cubicBezTo>
                    <a:pt x="4265" y="346"/>
                    <a:pt x="3531" y="1"/>
                    <a:pt x="2793" y="1"/>
                  </a:cubicBez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3" name="Google Shape;5753;p35"/>
            <p:cNvSpPr/>
            <p:nvPr/>
          </p:nvSpPr>
          <p:spPr>
            <a:xfrm>
              <a:off x="1805462" y="1708949"/>
              <a:ext cx="22930" cy="30540"/>
            </a:xfrm>
            <a:custGeom>
              <a:avLst/>
              <a:gdLst/>
              <a:ahLst/>
              <a:cxnLst/>
              <a:rect l="l" t="t" r="r" b="b"/>
              <a:pathLst>
                <a:path w="14242" h="18969" extrusionOk="0">
                  <a:moveTo>
                    <a:pt x="7121" y="0"/>
                  </a:moveTo>
                  <a:cubicBezTo>
                    <a:pt x="6377" y="0"/>
                    <a:pt x="5633" y="346"/>
                    <a:pt x="5169" y="1036"/>
                  </a:cubicBezTo>
                  <a:cubicBezTo>
                    <a:pt x="3073" y="4204"/>
                    <a:pt x="1" y="9276"/>
                    <a:pt x="1" y="11848"/>
                  </a:cubicBezTo>
                  <a:cubicBezTo>
                    <a:pt x="1" y="15777"/>
                    <a:pt x="3192" y="18969"/>
                    <a:pt x="7121" y="18969"/>
                  </a:cubicBezTo>
                  <a:cubicBezTo>
                    <a:pt x="11051" y="18969"/>
                    <a:pt x="14242" y="15777"/>
                    <a:pt x="14242" y="11848"/>
                  </a:cubicBezTo>
                  <a:cubicBezTo>
                    <a:pt x="14242" y="9276"/>
                    <a:pt x="11170" y="4204"/>
                    <a:pt x="9074" y="1036"/>
                  </a:cubicBezTo>
                  <a:cubicBezTo>
                    <a:pt x="8610" y="346"/>
                    <a:pt x="7866" y="0"/>
                    <a:pt x="71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4" name="Google Shape;5754;p35"/>
            <p:cNvSpPr/>
            <p:nvPr/>
          </p:nvSpPr>
          <p:spPr>
            <a:xfrm>
              <a:off x="1812441" y="1708934"/>
              <a:ext cx="15950" cy="30555"/>
            </a:xfrm>
            <a:custGeom>
              <a:avLst/>
              <a:gdLst/>
              <a:ahLst/>
              <a:cxnLst/>
              <a:rect l="l" t="t" r="r" b="b"/>
              <a:pathLst>
                <a:path w="9907" h="18978" extrusionOk="0">
                  <a:moveTo>
                    <a:pt x="2796" y="1"/>
                  </a:moveTo>
                  <a:cubicBezTo>
                    <a:pt x="2049" y="1"/>
                    <a:pt x="1300" y="352"/>
                    <a:pt x="834" y="1045"/>
                  </a:cubicBezTo>
                  <a:cubicBezTo>
                    <a:pt x="572" y="1450"/>
                    <a:pt x="310" y="1879"/>
                    <a:pt x="24" y="2331"/>
                  </a:cubicBezTo>
                  <a:cubicBezTo>
                    <a:pt x="2000" y="5451"/>
                    <a:pt x="4358" y="9619"/>
                    <a:pt x="4358" y="11857"/>
                  </a:cubicBezTo>
                  <a:cubicBezTo>
                    <a:pt x="4358" y="14810"/>
                    <a:pt x="2572" y="17334"/>
                    <a:pt x="0" y="18430"/>
                  </a:cubicBezTo>
                  <a:cubicBezTo>
                    <a:pt x="857" y="18787"/>
                    <a:pt x="1810" y="18978"/>
                    <a:pt x="2786" y="18978"/>
                  </a:cubicBezTo>
                  <a:cubicBezTo>
                    <a:pt x="6716" y="18978"/>
                    <a:pt x="9907" y="15786"/>
                    <a:pt x="9907" y="11857"/>
                  </a:cubicBezTo>
                  <a:cubicBezTo>
                    <a:pt x="9907" y="9285"/>
                    <a:pt x="6835" y="4213"/>
                    <a:pt x="4739" y="1045"/>
                  </a:cubicBezTo>
                  <a:cubicBezTo>
                    <a:pt x="4277" y="346"/>
                    <a:pt x="3537" y="1"/>
                    <a:pt x="2796" y="1"/>
                  </a:cubicBez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5" name="Google Shape;5755;p35"/>
            <p:cNvSpPr/>
            <p:nvPr/>
          </p:nvSpPr>
          <p:spPr>
            <a:xfrm>
              <a:off x="1676215" y="1670425"/>
              <a:ext cx="22930" cy="30569"/>
            </a:xfrm>
            <a:custGeom>
              <a:avLst/>
              <a:gdLst/>
              <a:ahLst/>
              <a:cxnLst/>
              <a:rect l="l" t="t" r="r" b="b"/>
              <a:pathLst>
                <a:path w="14242" h="18987" extrusionOk="0">
                  <a:moveTo>
                    <a:pt x="7121" y="1"/>
                  </a:moveTo>
                  <a:cubicBezTo>
                    <a:pt x="6377" y="1"/>
                    <a:pt x="5632" y="352"/>
                    <a:pt x="5168" y="1055"/>
                  </a:cubicBezTo>
                  <a:cubicBezTo>
                    <a:pt x="3072" y="4222"/>
                    <a:pt x="0" y="9295"/>
                    <a:pt x="0" y="11866"/>
                  </a:cubicBezTo>
                  <a:cubicBezTo>
                    <a:pt x="0" y="15796"/>
                    <a:pt x="3191" y="18987"/>
                    <a:pt x="7121" y="18987"/>
                  </a:cubicBezTo>
                  <a:cubicBezTo>
                    <a:pt x="11050" y="18987"/>
                    <a:pt x="14241" y="15796"/>
                    <a:pt x="14241" y="11866"/>
                  </a:cubicBezTo>
                  <a:cubicBezTo>
                    <a:pt x="14241" y="9295"/>
                    <a:pt x="11169" y="4222"/>
                    <a:pt x="9074" y="1055"/>
                  </a:cubicBezTo>
                  <a:cubicBezTo>
                    <a:pt x="8609" y="352"/>
                    <a:pt x="7865" y="1"/>
                    <a:pt x="712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6" name="Google Shape;5756;p35"/>
            <p:cNvSpPr/>
            <p:nvPr/>
          </p:nvSpPr>
          <p:spPr>
            <a:xfrm>
              <a:off x="1683192" y="1670425"/>
              <a:ext cx="15952" cy="30569"/>
            </a:xfrm>
            <a:custGeom>
              <a:avLst/>
              <a:gdLst/>
              <a:ahLst/>
              <a:cxnLst/>
              <a:rect l="l" t="t" r="r" b="b"/>
              <a:pathLst>
                <a:path w="9908" h="18987" extrusionOk="0">
                  <a:moveTo>
                    <a:pt x="2787" y="1"/>
                  </a:moveTo>
                  <a:cubicBezTo>
                    <a:pt x="2043" y="1"/>
                    <a:pt x="1298" y="352"/>
                    <a:pt x="834" y="1055"/>
                  </a:cubicBezTo>
                  <a:cubicBezTo>
                    <a:pt x="572" y="1460"/>
                    <a:pt x="310" y="1888"/>
                    <a:pt x="24" y="2317"/>
                  </a:cubicBezTo>
                  <a:cubicBezTo>
                    <a:pt x="2001" y="5460"/>
                    <a:pt x="4358" y="9604"/>
                    <a:pt x="4358" y="11866"/>
                  </a:cubicBezTo>
                  <a:cubicBezTo>
                    <a:pt x="4358" y="14819"/>
                    <a:pt x="2572" y="17344"/>
                    <a:pt x="0" y="18415"/>
                  </a:cubicBezTo>
                  <a:cubicBezTo>
                    <a:pt x="858" y="18773"/>
                    <a:pt x="1810" y="18987"/>
                    <a:pt x="2787" y="18987"/>
                  </a:cubicBezTo>
                  <a:cubicBezTo>
                    <a:pt x="6716" y="18987"/>
                    <a:pt x="9907" y="15796"/>
                    <a:pt x="9907" y="11866"/>
                  </a:cubicBezTo>
                  <a:cubicBezTo>
                    <a:pt x="9907" y="9295"/>
                    <a:pt x="6835" y="4222"/>
                    <a:pt x="4740" y="1055"/>
                  </a:cubicBezTo>
                  <a:cubicBezTo>
                    <a:pt x="4275" y="352"/>
                    <a:pt x="3531" y="1"/>
                    <a:pt x="2787" y="1"/>
                  </a:cubicBez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7" name="Google Shape;5757;p35"/>
            <p:cNvSpPr/>
            <p:nvPr/>
          </p:nvSpPr>
          <p:spPr>
            <a:xfrm>
              <a:off x="1727936" y="1670425"/>
              <a:ext cx="22893" cy="30569"/>
            </a:xfrm>
            <a:custGeom>
              <a:avLst/>
              <a:gdLst/>
              <a:ahLst/>
              <a:cxnLst/>
              <a:rect l="l" t="t" r="r" b="b"/>
              <a:pathLst>
                <a:path w="14219" h="18987" extrusionOk="0">
                  <a:moveTo>
                    <a:pt x="7110" y="1"/>
                  </a:moveTo>
                  <a:cubicBezTo>
                    <a:pt x="6371" y="1"/>
                    <a:pt x="5633" y="352"/>
                    <a:pt x="5169" y="1055"/>
                  </a:cubicBezTo>
                  <a:cubicBezTo>
                    <a:pt x="3049" y="4222"/>
                    <a:pt x="1" y="9295"/>
                    <a:pt x="1" y="11866"/>
                  </a:cubicBezTo>
                  <a:cubicBezTo>
                    <a:pt x="1" y="15796"/>
                    <a:pt x="3168" y="18987"/>
                    <a:pt x="7098" y="18987"/>
                  </a:cubicBezTo>
                  <a:cubicBezTo>
                    <a:pt x="11051" y="18987"/>
                    <a:pt x="14218" y="15796"/>
                    <a:pt x="14218" y="11866"/>
                  </a:cubicBezTo>
                  <a:cubicBezTo>
                    <a:pt x="14218" y="9295"/>
                    <a:pt x="11170" y="4222"/>
                    <a:pt x="9050" y="1055"/>
                  </a:cubicBezTo>
                  <a:cubicBezTo>
                    <a:pt x="8586" y="352"/>
                    <a:pt x="7848" y="1"/>
                    <a:pt x="711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8" name="Google Shape;5758;p35"/>
            <p:cNvSpPr/>
            <p:nvPr/>
          </p:nvSpPr>
          <p:spPr>
            <a:xfrm>
              <a:off x="1734915" y="1670425"/>
              <a:ext cx="15913" cy="30569"/>
            </a:xfrm>
            <a:custGeom>
              <a:avLst/>
              <a:gdLst/>
              <a:ahLst/>
              <a:cxnLst/>
              <a:rect l="l" t="t" r="r" b="b"/>
              <a:pathLst>
                <a:path w="9884" h="18987" extrusionOk="0">
                  <a:moveTo>
                    <a:pt x="2775" y="1"/>
                  </a:moveTo>
                  <a:cubicBezTo>
                    <a:pt x="2036" y="1"/>
                    <a:pt x="1298" y="352"/>
                    <a:pt x="834" y="1055"/>
                  </a:cubicBezTo>
                  <a:cubicBezTo>
                    <a:pt x="572" y="1460"/>
                    <a:pt x="286" y="1888"/>
                    <a:pt x="0" y="2317"/>
                  </a:cubicBezTo>
                  <a:cubicBezTo>
                    <a:pt x="2001" y="5460"/>
                    <a:pt x="4334" y="9604"/>
                    <a:pt x="4334" y="11866"/>
                  </a:cubicBezTo>
                  <a:cubicBezTo>
                    <a:pt x="4334" y="14819"/>
                    <a:pt x="2548" y="17344"/>
                    <a:pt x="0" y="18415"/>
                  </a:cubicBezTo>
                  <a:cubicBezTo>
                    <a:pt x="857" y="18773"/>
                    <a:pt x="1786" y="18987"/>
                    <a:pt x="2786" y="18987"/>
                  </a:cubicBezTo>
                  <a:cubicBezTo>
                    <a:pt x="6716" y="18987"/>
                    <a:pt x="9883" y="15796"/>
                    <a:pt x="9883" y="11866"/>
                  </a:cubicBezTo>
                  <a:cubicBezTo>
                    <a:pt x="9883" y="9295"/>
                    <a:pt x="6835" y="4222"/>
                    <a:pt x="4715" y="1055"/>
                  </a:cubicBezTo>
                  <a:cubicBezTo>
                    <a:pt x="4251" y="352"/>
                    <a:pt x="3513" y="1"/>
                    <a:pt x="2775" y="1"/>
                  </a:cubicBez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9" name="Google Shape;5759;p35"/>
            <p:cNvSpPr/>
            <p:nvPr/>
          </p:nvSpPr>
          <p:spPr>
            <a:xfrm>
              <a:off x="1779620" y="1670425"/>
              <a:ext cx="22930" cy="30569"/>
            </a:xfrm>
            <a:custGeom>
              <a:avLst/>
              <a:gdLst/>
              <a:ahLst/>
              <a:cxnLst/>
              <a:rect l="l" t="t" r="r" b="b"/>
              <a:pathLst>
                <a:path w="14242" h="18987" extrusionOk="0">
                  <a:moveTo>
                    <a:pt x="7121" y="1"/>
                  </a:moveTo>
                  <a:cubicBezTo>
                    <a:pt x="6377" y="1"/>
                    <a:pt x="5633" y="352"/>
                    <a:pt x="5169" y="1055"/>
                  </a:cubicBezTo>
                  <a:cubicBezTo>
                    <a:pt x="3073" y="4222"/>
                    <a:pt x="1" y="9295"/>
                    <a:pt x="1" y="11866"/>
                  </a:cubicBezTo>
                  <a:cubicBezTo>
                    <a:pt x="1" y="15796"/>
                    <a:pt x="3192" y="18987"/>
                    <a:pt x="7121" y="18987"/>
                  </a:cubicBezTo>
                  <a:cubicBezTo>
                    <a:pt x="11051" y="18987"/>
                    <a:pt x="14242" y="15796"/>
                    <a:pt x="14242" y="11866"/>
                  </a:cubicBezTo>
                  <a:cubicBezTo>
                    <a:pt x="14242" y="9295"/>
                    <a:pt x="11170" y="4222"/>
                    <a:pt x="9074" y="1055"/>
                  </a:cubicBezTo>
                  <a:cubicBezTo>
                    <a:pt x="8610" y="352"/>
                    <a:pt x="7866" y="1"/>
                    <a:pt x="712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0" name="Google Shape;5760;p35"/>
            <p:cNvSpPr/>
            <p:nvPr/>
          </p:nvSpPr>
          <p:spPr>
            <a:xfrm>
              <a:off x="1786599" y="1670425"/>
              <a:ext cx="15950" cy="30569"/>
            </a:xfrm>
            <a:custGeom>
              <a:avLst/>
              <a:gdLst/>
              <a:ahLst/>
              <a:cxnLst/>
              <a:rect l="l" t="t" r="r" b="b"/>
              <a:pathLst>
                <a:path w="9907" h="18987" extrusionOk="0">
                  <a:moveTo>
                    <a:pt x="2786" y="1"/>
                  </a:moveTo>
                  <a:cubicBezTo>
                    <a:pt x="2042" y="1"/>
                    <a:pt x="1298" y="352"/>
                    <a:pt x="834" y="1055"/>
                  </a:cubicBezTo>
                  <a:cubicBezTo>
                    <a:pt x="572" y="1460"/>
                    <a:pt x="286" y="1888"/>
                    <a:pt x="0" y="2317"/>
                  </a:cubicBezTo>
                  <a:cubicBezTo>
                    <a:pt x="2001" y="5460"/>
                    <a:pt x="4334" y="9604"/>
                    <a:pt x="4334" y="11866"/>
                  </a:cubicBezTo>
                  <a:cubicBezTo>
                    <a:pt x="4334" y="14819"/>
                    <a:pt x="2548" y="17344"/>
                    <a:pt x="0" y="18415"/>
                  </a:cubicBezTo>
                  <a:cubicBezTo>
                    <a:pt x="857" y="18773"/>
                    <a:pt x="1810" y="18987"/>
                    <a:pt x="2786" y="18987"/>
                  </a:cubicBezTo>
                  <a:cubicBezTo>
                    <a:pt x="6716" y="18987"/>
                    <a:pt x="9907" y="15796"/>
                    <a:pt x="9907" y="11866"/>
                  </a:cubicBezTo>
                  <a:cubicBezTo>
                    <a:pt x="9907" y="9295"/>
                    <a:pt x="6835" y="4222"/>
                    <a:pt x="4739" y="1055"/>
                  </a:cubicBezTo>
                  <a:cubicBezTo>
                    <a:pt x="4275" y="352"/>
                    <a:pt x="3531" y="1"/>
                    <a:pt x="2786" y="1"/>
                  </a:cubicBez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1" name="Google Shape;5761;p35"/>
            <p:cNvSpPr/>
            <p:nvPr/>
          </p:nvSpPr>
          <p:spPr>
            <a:xfrm>
              <a:off x="1831304" y="1670425"/>
              <a:ext cx="22930" cy="30569"/>
            </a:xfrm>
            <a:custGeom>
              <a:avLst/>
              <a:gdLst/>
              <a:ahLst/>
              <a:cxnLst/>
              <a:rect l="l" t="t" r="r" b="b"/>
              <a:pathLst>
                <a:path w="14242" h="18987" extrusionOk="0">
                  <a:moveTo>
                    <a:pt x="7124" y="1"/>
                  </a:moveTo>
                  <a:cubicBezTo>
                    <a:pt x="6383" y="1"/>
                    <a:pt x="5645" y="352"/>
                    <a:pt x="5192" y="1055"/>
                  </a:cubicBezTo>
                  <a:cubicBezTo>
                    <a:pt x="3073" y="4222"/>
                    <a:pt x="1" y="9295"/>
                    <a:pt x="1" y="11866"/>
                  </a:cubicBezTo>
                  <a:cubicBezTo>
                    <a:pt x="1" y="15796"/>
                    <a:pt x="3192" y="18987"/>
                    <a:pt x="7121" y="18987"/>
                  </a:cubicBezTo>
                  <a:cubicBezTo>
                    <a:pt x="11051" y="18987"/>
                    <a:pt x="14242" y="15796"/>
                    <a:pt x="14242" y="11866"/>
                  </a:cubicBezTo>
                  <a:cubicBezTo>
                    <a:pt x="14242" y="9295"/>
                    <a:pt x="11194" y="4222"/>
                    <a:pt x="9074" y="1055"/>
                  </a:cubicBezTo>
                  <a:cubicBezTo>
                    <a:pt x="8610" y="352"/>
                    <a:pt x="7866" y="1"/>
                    <a:pt x="712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2" name="Google Shape;5762;p35"/>
            <p:cNvSpPr/>
            <p:nvPr/>
          </p:nvSpPr>
          <p:spPr>
            <a:xfrm>
              <a:off x="1838321" y="1670425"/>
              <a:ext cx="15913" cy="30569"/>
            </a:xfrm>
            <a:custGeom>
              <a:avLst/>
              <a:gdLst/>
              <a:ahLst/>
              <a:cxnLst/>
              <a:rect l="l" t="t" r="r" b="b"/>
              <a:pathLst>
                <a:path w="9884" h="18987" extrusionOk="0">
                  <a:moveTo>
                    <a:pt x="2766" y="1"/>
                  </a:moveTo>
                  <a:cubicBezTo>
                    <a:pt x="2025" y="1"/>
                    <a:pt x="1287" y="352"/>
                    <a:pt x="834" y="1055"/>
                  </a:cubicBezTo>
                  <a:cubicBezTo>
                    <a:pt x="572" y="1460"/>
                    <a:pt x="287" y="1888"/>
                    <a:pt x="1" y="2317"/>
                  </a:cubicBezTo>
                  <a:cubicBezTo>
                    <a:pt x="2001" y="5460"/>
                    <a:pt x="4335" y="9604"/>
                    <a:pt x="4335" y="11866"/>
                  </a:cubicBezTo>
                  <a:cubicBezTo>
                    <a:pt x="4335" y="14819"/>
                    <a:pt x="2549" y="17344"/>
                    <a:pt x="1" y="18415"/>
                  </a:cubicBezTo>
                  <a:cubicBezTo>
                    <a:pt x="858" y="18773"/>
                    <a:pt x="1787" y="18987"/>
                    <a:pt x="2787" y="18987"/>
                  </a:cubicBezTo>
                  <a:cubicBezTo>
                    <a:pt x="6693" y="18987"/>
                    <a:pt x="9884" y="15796"/>
                    <a:pt x="9884" y="11866"/>
                  </a:cubicBezTo>
                  <a:cubicBezTo>
                    <a:pt x="9884" y="9295"/>
                    <a:pt x="6836" y="4222"/>
                    <a:pt x="4716" y="1055"/>
                  </a:cubicBezTo>
                  <a:cubicBezTo>
                    <a:pt x="4252" y="352"/>
                    <a:pt x="3508" y="1"/>
                    <a:pt x="2766" y="1"/>
                  </a:cubicBez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Google Shape;5731;p35">
            <a:extLst>
              <a:ext uri="{FF2B5EF4-FFF2-40B4-BE49-F238E27FC236}">
                <a16:creationId xmlns:a16="http://schemas.microsoft.com/office/drawing/2014/main" id="{6CF3A9B2-B3D5-2816-F2B8-32AEBF79BC7D}"/>
              </a:ext>
            </a:extLst>
          </p:cNvPr>
          <p:cNvSpPr txBox="1">
            <a:spLocks/>
          </p:cNvSpPr>
          <p:nvPr/>
        </p:nvSpPr>
        <p:spPr>
          <a:xfrm>
            <a:off x="4565078" y="2000708"/>
            <a:ext cx="3317100" cy="27100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Oswald Light"/>
              <a:buNone/>
              <a:defRPr sz="1600" b="0" i="0" u="none" strike="noStrike" cap="none">
                <a:solidFill>
                  <a:schemeClr val="dk2"/>
                </a:solidFill>
                <a:latin typeface="Oswald Light"/>
                <a:ea typeface="Oswald Light"/>
                <a:cs typeface="Oswald Light"/>
                <a:sym typeface="Oswald Light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Oswald Light"/>
              <a:buNone/>
              <a:defRPr sz="2800" b="0" i="0" u="none" strike="noStrike" cap="none">
                <a:solidFill>
                  <a:schemeClr val="dk2"/>
                </a:solidFill>
                <a:latin typeface="Oswald Light"/>
                <a:ea typeface="Oswald Light"/>
                <a:cs typeface="Oswald Light"/>
                <a:sym typeface="Oswald Light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Oswald Light"/>
              <a:buNone/>
              <a:defRPr sz="2800" b="0" i="0" u="none" strike="noStrike" cap="none">
                <a:solidFill>
                  <a:schemeClr val="dk2"/>
                </a:solidFill>
                <a:latin typeface="Oswald Light"/>
                <a:ea typeface="Oswald Light"/>
                <a:cs typeface="Oswald Light"/>
                <a:sym typeface="Oswald Light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Oswald Light"/>
              <a:buNone/>
              <a:defRPr sz="2800" b="0" i="0" u="none" strike="noStrike" cap="none">
                <a:solidFill>
                  <a:schemeClr val="dk2"/>
                </a:solidFill>
                <a:latin typeface="Oswald Light"/>
                <a:ea typeface="Oswald Light"/>
                <a:cs typeface="Oswald Light"/>
                <a:sym typeface="Oswald Light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Oswald Light"/>
              <a:buNone/>
              <a:defRPr sz="2800" b="0" i="0" u="none" strike="noStrike" cap="none">
                <a:solidFill>
                  <a:schemeClr val="dk2"/>
                </a:solidFill>
                <a:latin typeface="Oswald Light"/>
                <a:ea typeface="Oswald Light"/>
                <a:cs typeface="Oswald Light"/>
                <a:sym typeface="Oswald Light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Oswald Light"/>
              <a:buNone/>
              <a:defRPr sz="2800" b="0" i="0" u="none" strike="noStrike" cap="none">
                <a:solidFill>
                  <a:schemeClr val="dk2"/>
                </a:solidFill>
                <a:latin typeface="Oswald Light"/>
                <a:ea typeface="Oswald Light"/>
                <a:cs typeface="Oswald Light"/>
                <a:sym typeface="Oswald Light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Oswald Light"/>
              <a:buNone/>
              <a:defRPr sz="2800" b="0" i="0" u="none" strike="noStrike" cap="none">
                <a:solidFill>
                  <a:schemeClr val="dk2"/>
                </a:solidFill>
                <a:latin typeface="Oswald Light"/>
                <a:ea typeface="Oswald Light"/>
                <a:cs typeface="Oswald Light"/>
                <a:sym typeface="Oswald Light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Oswald Light"/>
              <a:buNone/>
              <a:defRPr sz="2800" b="0" i="0" u="none" strike="noStrike" cap="none">
                <a:solidFill>
                  <a:schemeClr val="dk2"/>
                </a:solidFill>
                <a:latin typeface="Oswald Light"/>
                <a:ea typeface="Oswald Light"/>
                <a:cs typeface="Oswald Light"/>
                <a:sym typeface="Oswald Light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Oswald Light"/>
              <a:buNone/>
              <a:defRPr sz="2800" b="0" i="0" u="none" strike="noStrike" cap="none">
                <a:solidFill>
                  <a:schemeClr val="dk2"/>
                </a:solidFill>
                <a:latin typeface="Oswald Light"/>
                <a:ea typeface="Oswald Light"/>
                <a:cs typeface="Oswald Light"/>
                <a:sym typeface="Oswald Light"/>
              </a:defRPr>
            </a:lvl9pPr>
          </a:lstStyle>
          <a:p>
            <a:pPr marL="114300" indent="0" algn="l"/>
            <a:r>
              <a:rPr lang="en-US" sz="1400" b="0" i="0">
                <a:effectLst/>
                <a:latin typeface="Asmatic"/>
              </a:rPr>
              <a:t>The objective of this project is to </a:t>
            </a:r>
            <a:r>
              <a:rPr lang="en-US" sz="1400" b="1" i="0">
                <a:effectLst/>
                <a:latin typeface="Asmatic"/>
              </a:rPr>
              <a:t>build a</a:t>
            </a:r>
          </a:p>
          <a:p>
            <a:pPr marL="114300" indent="0" algn="l"/>
            <a:r>
              <a:rPr lang="en-US" sz="1400" b="1" i="0">
                <a:effectLst/>
                <a:latin typeface="Asmatic"/>
              </a:rPr>
              <a:t>machine learning model that forecasts</a:t>
            </a:r>
          </a:p>
          <a:p>
            <a:pPr marL="114300" indent="0" algn="l"/>
            <a:r>
              <a:rPr lang="en-US" sz="1400" b="1" i="0">
                <a:effectLst/>
                <a:latin typeface="Asmatic"/>
              </a:rPr>
              <a:t>monthly rainfall in Mumbai</a:t>
            </a:r>
            <a:r>
              <a:rPr lang="en-US" sz="1400" b="0" i="0">
                <a:effectLst/>
                <a:latin typeface="Asmatic"/>
              </a:rPr>
              <a:t> using</a:t>
            </a:r>
          </a:p>
          <a:p>
            <a:pPr marL="114300" indent="0" algn="l"/>
            <a:r>
              <a:rPr lang="en-US" sz="1400" b="0" i="0">
                <a:effectLst/>
                <a:latin typeface="Asmatic"/>
              </a:rPr>
              <a:t>historical rainfall data.</a:t>
            </a:r>
          </a:p>
          <a:p>
            <a:pPr marL="114300" indent="0" algn="l"/>
            <a:r>
              <a:rPr lang="en-US" sz="1400" b="0" i="0">
                <a:effectLst/>
                <a:latin typeface="Asmatic"/>
              </a:rPr>
              <a:t>By anticipating future rainfall patterns:</a:t>
            </a:r>
          </a:p>
          <a:p>
            <a:pPr marL="114300" indent="0" algn="l"/>
            <a:r>
              <a:rPr lang="en-IN" sz="1100" b="0" i="0">
                <a:effectLst/>
                <a:latin typeface="system-ui"/>
              </a:rPr>
              <a:t>➤ </a:t>
            </a:r>
            <a:r>
              <a:rPr lang="en-US" sz="1400" b="0" i="0">
                <a:effectLst/>
                <a:latin typeface="Asmatic"/>
              </a:rPr>
              <a:t>Water authorities can plan ahead for conservation or storage</a:t>
            </a:r>
          </a:p>
          <a:p>
            <a:pPr marL="114300" indent="0" algn="l"/>
            <a:r>
              <a:rPr lang="en-IN" sz="1100" b="0" i="0">
                <a:effectLst/>
                <a:latin typeface="system-ui"/>
              </a:rPr>
              <a:t>➤ </a:t>
            </a:r>
            <a:r>
              <a:rPr lang="en-US" sz="1400" b="0" i="0">
                <a:effectLst/>
                <a:latin typeface="Asmatic"/>
              </a:rPr>
              <a:t>Infrastructure projects can be timed efficiently</a:t>
            </a:r>
          </a:p>
          <a:p>
            <a:pPr marL="114300" indent="0" algn="l"/>
            <a:r>
              <a:rPr lang="en-IN" sz="1100" b="0" i="0">
                <a:effectLst/>
                <a:latin typeface="system-ui"/>
              </a:rPr>
              <a:t>➤ </a:t>
            </a:r>
            <a:r>
              <a:rPr lang="en-US" sz="1400" b="0" i="0">
                <a:effectLst/>
                <a:latin typeface="Asmatic"/>
              </a:rPr>
              <a:t>Mumbai’s resilience to extreme weather conditions can be strengthened</a:t>
            </a:r>
          </a:p>
        </p:txBody>
      </p:sp>
      <p:grpSp>
        <p:nvGrpSpPr>
          <p:cNvPr id="5763" name="Google Shape;5763;p35"/>
          <p:cNvGrpSpPr/>
          <p:nvPr/>
        </p:nvGrpSpPr>
        <p:grpSpPr>
          <a:xfrm>
            <a:off x="5695533" y="754481"/>
            <a:ext cx="830114" cy="802505"/>
            <a:chOff x="7245403" y="3843147"/>
            <a:chExt cx="255668" cy="277897"/>
          </a:xfrm>
        </p:grpSpPr>
        <p:sp>
          <p:nvSpPr>
            <p:cNvPr id="5764" name="Google Shape;5764;p35"/>
            <p:cNvSpPr/>
            <p:nvPr/>
          </p:nvSpPr>
          <p:spPr>
            <a:xfrm>
              <a:off x="7363920" y="3852860"/>
              <a:ext cx="18634" cy="20619"/>
            </a:xfrm>
            <a:custGeom>
              <a:avLst/>
              <a:gdLst/>
              <a:ahLst/>
              <a:cxnLst/>
              <a:rect l="l" t="t" r="r" b="b"/>
              <a:pathLst>
                <a:path w="11574" h="12807" extrusionOk="0">
                  <a:moveTo>
                    <a:pt x="5787" y="0"/>
                  </a:moveTo>
                  <a:cubicBezTo>
                    <a:pt x="4459" y="0"/>
                    <a:pt x="3132" y="792"/>
                    <a:pt x="2715" y="2376"/>
                  </a:cubicBezTo>
                  <a:lnTo>
                    <a:pt x="0" y="12806"/>
                  </a:lnTo>
                  <a:lnTo>
                    <a:pt x="11574" y="12806"/>
                  </a:lnTo>
                  <a:lnTo>
                    <a:pt x="8859" y="2376"/>
                  </a:lnTo>
                  <a:cubicBezTo>
                    <a:pt x="8442" y="792"/>
                    <a:pt x="7115" y="0"/>
                    <a:pt x="57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5" name="Google Shape;5765;p35"/>
            <p:cNvSpPr/>
            <p:nvPr/>
          </p:nvSpPr>
          <p:spPr>
            <a:xfrm>
              <a:off x="7368980" y="3972097"/>
              <a:ext cx="8130" cy="97344"/>
            </a:xfrm>
            <a:custGeom>
              <a:avLst/>
              <a:gdLst/>
              <a:ahLst/>
              <a:cxnLst/>
              <a:rect l="l" t="t" r="r" b="b"/>
              <a:pathLst>
                <a:path w="5050" h="60462" extrusionOk="0">
                  <a:moveTo>
                    <a:pt x="2515" y="1"/>
                  </a:moveTo>
                  <a:cubicBezTo>
                    <a:pt x="1114" y="1"/>
                    <a:pt x="1" y="1151"/>
                    <a:pt x="1" y="2569"/>
                  </a:cubicBezTo>
                  <a:lnTo>
                    <a:pt x="1" y="60461"/>
                  </a:lnTo>
                  <a:lnTo>
                    <a:pt x="5049" y="60461"/>
                  </a:lnTo>
                  <a:lnTo>
                    <a:pt x="5049" y="2640"/>
                  </a:lnTo>
                  <a:cubicBezTo>
                    <a:pt x="5049" y="1330"/>
                    <a:pt x="4121" y="163"/>
                    <a:pt x="2835" y="21"/>
                  </a:cubicBezTo>
                  <a:cubicBezTo>
                    <a:pt x="2727" y="7"/>
                    <a:pt x="2620" y="1"/>
                    <a:pt x="251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6" name="Google Shape;5766;p35"/>
            <p:cNvSpPr/>
            <p:nvPr/>
          </p:nvSpPr>
          <p:spPr>
            <a:xfrm>
              <a:off x="7245403" y="3869375"/>
              <a:ext cx="255668" cy="130251"/>
            </a:xfrm>
            <a:custGeom>
              <a:avLst/>
              <a:gdLst/>
              <a:ahLst/>
              <a:cxnLst/>
              <a:rect l="l" t="t" r="r" b="b"/>
              <a:pathLst>
                <a:path w="158800" h="80901" extrusionOk="0">
                  <a:moveTo>
                    <a:pt x="79400" y="0"/>
                  </a:moveTo>
                  <a:cubicBezTo>
                    <a:pt x="71113" y="0"/>
                    <a:pt x="63111" y="1262"/>
                    <a:pt x="55586" y="3596"/>
                  </a:cubicBezTo>
                  <a:cubicBezTo>
                    <a:pt x="27270" y="12384"/>
                    <a:pt x="5670" y="36412"/>
                    <a:pt x="384" y="66109"/>
                  </a:cubicBezTo>
                  <a:cubicBezTo>
                    <a:pt x="1" y="68223"/>
                    <a:pt x="1669" y="69905"/>
                    <a:pt x="3551" y="69905"/>
                  </a:cubicBezTo>
                  <a:cubicBezTo>
                    <a:pt x="4128" y="69905"/>
                    <a:pt x="4725" y="69747"/>
                    <a:pt x="5289" y="69395"/>
                  </a:cubicBezTo>
                  <a:cubicBezTo>
                    <a:pt x="10171" y="66347"/>
                    <a:pt x="15958" y="64585"/>
                    <a:pt x="22174" y="64585"/>
                  </a:cubicBezTo>
                  <a:cubicBezTo>
                    <a:pt x="28413" y="64585"/>
                    <a:pt x="34224" y="66371"/>
                    <a:pt x="39154" y="69467"/>
                  </a:cubicBezTo>
                  <a:cubicBezTo>
                    <a:pt x="43178" y="71991"/>
                    <a:pt x="46607" y="75396"/>
                    <a:pt x="49156" y="79421"/>
                  </a:cubicBezTo>
                  <a:cubicBezTo>
                    <a:pt x="49751" y="80397"/>
                    <a:pt x="50751" y="80874"/>
                    <a:pt x="51751" y="80897"/>
                  </a:cubicBezTo>
                  <a:cubicBezTo>
                    <a:pt x="51800" y="80900"/>
                    <a:pt x="51849" y="80901"/>
                    <a:pt x="51897" y="80901"/>
                  </a:cubicBezTo>
                  <a:cubicBezTo>
                    <a:pt x="52918" y="80901"/>
                    <a:pt x="53902" y="80424"/>
                    <a:pt x="54561" y="79492"/>
                  </a:cubicBezTo>
                  <a:cubicBezTo>
                    <a:pt x="59967" y="71586"/>
                    <a:pt x="69088" y="66395"/>
                    <a:pt x="79400" y="66395"/>
                  </a:cubicBezTo>
                  <a:cubicBezTo>
                    <a:pt x="89712" y="66395"/>
                    <a:pt x="98809" y="71586"/>
                    <a:pt x="104239" y="79492"/>
                  </a:cubicBezTo>
                  <a:cubicBezTo>
                    <a:pt x="104898" y="80424"/>
                    <a:pt x="105882" y="80901"/>
                    <a:pt x="106903" y="80901"/>
                  </a:cubicBezTo>
                  <a:cubicBezTo>
                    <a:pt x="106951" y="80901"/>
                    <a:pt x="107000" y="80900"/>
                    <a:pt x="107049" y="80897"/>
                  </a:cubicBezTo>
                  <a:cubicBezTo>
                    <a:pt x="108049" y="80874"/>
                    <a:pt x="109049" y="80397"/>
                    <a:pt x="109644" y="79421"/>
                  </a:cubicBezTo>
                  <a:cubicBezTo>
                    <a:pt x="115312" y="70514"/>
                    <a:pt x="125267" y="64585"/>
                    <a:pt x="136626" y="64585"/>
                  </a:cubicBezTo>
                  <a:cubicBezTo>
                    <a:pt x="142818" y="64585"/>
                    <a:pt x="148629" y="66347"/>
                    <a:pt x="153511" y="69395"/>
                  </a:cubicBezTo>
                  <a:cubicBezTo>
                    <a:pt x="154069" y="69747"/>
                    <a:pt x="154663" y="69905"/>
                    <a:pt x="155239" y="69905"/>
                  </a:cubicBezTo>
                  <a:cubicBezTo>
                    <a:pt x="157117" y="69905"/>
                    <a:pt x="158799" y="68223"/>
                    <a:pt x="158416" y="66109"/>
                  </a:cubicBezTo>
                  <a:cubicBezTo>
                    <a:pt x="151725" y="28530"/>
                    <a:pt x="118884" y="0"/>
                    <a:pt x="7940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7" name="Google Shape;5767;p35"/>
            <p:cNvSpPr/>
            <p:nvPr/>
          </p:nvSpPr>
          <p:spPr>
            <a:xfrm>
              <a:off x="7308669" y="3869412"/>
              <a:ext cx="63571" cy="130249"/>
            </a:xfrm>
            <a:custGeom>
              <a:avLst/>
              <a:gdLst/>
              <a:ahLst/>
              <a:cxnLst/>
              <a:rect l="l" t="t" r="r" b="b"/>
              <a:pathLst>
                <a:path w="39485" h="80900" extrusionOk="0">
                  <a:moveTo>
                    <a:pt x="39485" y="1"/>
                  </a:moveTo>
                  <a:cubicBezTo>
                    <a:pt x="31459" y="72"/>
                    <a:pt x="23720" y="1311"/>
                    <a:pt x="16432" y="3573"/>
                  </a:cubicBezTo>
                  <a:cubicBezTo>
                    <a:pt x="9360" y="18409"/>
                    <a:pt x="3596" y="41462"/>
                    <a:pt x="0" y="69444"/>
                  </a:cubicBezTo>
                  <a:cubicBezTo>
                    <a:pt x="4025" y="71968"/>
                    <a:pt x="7431" y="75373"/>
                    <a:pt x="10002" y="79398"/>
                  </a:cubicBezTo>
                  <a:cubicBezTo>
                    <a:pt x="10598" y="80374"/>
                    <a:pt x="11598" y="80851"/>
                    <a:pt x="12598" y="80898"/>
                  </a:cubicBezTo>
                  <a:cubicBezTo>
                    <a:pt x="12623" y="80899"/>
                    <a:pt x="12648" y="80899"/>
                    <a:pt x="12673" y="80899"/>
                  </a:cubicBezTo>
                  <a:cubicBezTo>
                    <a:pt x="13697" y="80899"/>
                    <a:pt x="14734" y="80423"/>
                    <a:pt x="15385" y="79469"/>
                  </a:cubicBezTo>
                  <a:cubicBezTo>
                    <a:pt x="20695" y="71754"/>
                    <a:pt x="29483" y="66633"/>
                    <a:pt x="39485" y="66372"/>
                  </a:cubicBezTo>
                  <a:lnTo>
                    <a:pt x="39485" y="1"/>
                  </a:ln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8" name="Google Shape;5768;p35"/>
            <p:cNvSpPr/>
            <p:nvPr/>
          </p:nvSpPr>
          <p:spPr>
            <a:xfrm>
              <a:off x="7396854" y="3871560"/>
              <a:ext cx="104217" cy="110364"/>
            </a:xfrm>
            <a:custGeom>
              <a:avLst/>
              <a:gdLst/>
              <a:ahLst/>
              <a:cxnLst/>
              <a:rect l="l" t="t" r="r" b="b"/>
              <a:pathLst>
                <a:path w="64731" h="68549" extrusionOk="0">
                  <a:moveTo>
                    <a:pt x="1" y="1"/>
                  </a:moveTo>
                  <a:lnTo>
                    <a:pt x="1" y="1"/>
                  </a:lnTo>
                  <a:cubicBezTo>
                    <a:pt x="21434" y="12122"/>
                    <a:pt x="37675" y="35222"/>
                    <a:pt x="43557" y="63228"/>
                  </a:cubicBezTo>
                  <a:cubicBezTo>
                    <a:pt x="49368" y="63418"/>
                    <a:pt x="54822" y="65157"/>
                    <a:pt x="59442" y="68038"/>
                  </a:cubicBezTo>
                  <a:cubicBezTo>
                    <a:pt x="60000" y="68390"/>
                    <a:pt x="60594" y="68548"/>
                    <a:pt x="61170" y="68548"/>
                  </a:cubicBezTo>
                  <a:cubicBezTo>
                    <a:pt x="63048" y="68548"/>
                    <a:pt x="64730" y="66866"/>
                    <a:pt x="64347" y="64752"/>
                  </a:cubicBezTo>
                  <a:cubicBezTo>
                    <a:pt x="58513" y="31936"/>
                    <a:pt x="32746" y="6049"/>
                    <a:pt x="1" y="1"/>
                  </a:cubicBez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9" name="Google Shape;5769;p35"/>
            <p:cNvSpPr/>
            <p:nvPr/>
          </p:nvSpPr>
          <p:spPr>
            <a:xfrm>
              <a:off x="7328722" y="3869375"/>
              <a:ext cx="89030" cy="130251"/>
            </a:xfrm>
            <a:custGeom>
              <a:avLst/>
              <a:gdLst/>
              <a:ahLst/>
              <a:cxnLst/>
              <a:rect l="l" t="t" r="r" b="b"/>
              <a:pathLst>
                <a:path w="55298" h="80901" extrusionOk="0">
                  <a:moveTo>
                    <a:pt x="27649" y="0"/>
                  </a:moveTo>
                  <a:cubicBezTo>
                    <a:pt x="14527" y="0"/>
                    <a:pt x="3453" y="34174"/>
                    <a:pt x="0" y="80897"/>
                  </a:cubicBezTo>
                  <a:cubicBezTo>
                    <a:pt x="49" y="80900"/>
                    <a:pt x="98" y="80901"/>
                    <a:pt x="146" y="80901"/>
                  </a:cubicBezTo>
                  <a:cubicBezTo>
                    <a:pt x="1167" y="80901"/>
                    <a:pt x="2151" y="80424"/>
                    <a:pt x="2810" y="79492"/>
                  </a:cubicBezTo>
                  <a:cubicBezTo>
                    <a:pt x="8240" y="71586"/>
                    <a:pt x="17337" y="66395"/>
                    <a:pt x="27649" y="66395"/>
                  </a:cubicBezTo>
                  <a:cubicBezTo>
                    <a:pt x="37961" y="66395"/>
                    <a:pt x="47082" y="71586"/>
                    <a:pt x="52488" y="79492"/>
                  </a:cubicBezTo>
                  <a:cubicBezTo>
                    <a:pt x="53147" y="80424"/>
                    <a:pt x="54131" y="80901"/>
                    <a:pt x="55152" y="80901"/>
                  </a:cubicBezTo>
                  <a:cubicBezTo>
                    <a:pt x="55200" y="80901"/>
                    <a:pt x="55249" y="80900"/>
                    <a:pt x="55298" y="80897"/>
                  </a:cubicBezTo>
                  <a:cubicBezTo>
                    <a:pt x="51845" y="34174"/>
                    <a:pt x="40771" y="0"/>
                    <a:pt x="2764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0" name="Google Shape;5770;p35"/>
            <p:cNvSpPr/>
            <p:nvPr/>
          </p:nvSpPr>
          <p:spPr>
            <a:xfrm>
              <a:off x="7361350" y="3869412"/>
              <a:ext cx="56402" cy="130249"/>
            </a:xfrm>
            <a:custGeom>
              <a:avLst/>
              <a:gdLst/>
              <a:ahLst/>
              <a:cxnLst/>
              <a:rect l="l" t="t" r="r" b="b"/>
              <a:pathLst>
                <a:path w="35032" h="80900" extrusionOk="0">
                  <a:moveTo>
                    <a:pt x="7383" y="1"/>
                  </a:moveTo>
                  <a:cubicBezTo>
                    <a:pt x="4835" y="1"/>
                    <a:pt x="2358" y="1287"/>
                    <a:pt x="1" y="3716"/>
                  </a:cubicBezTo>
                  <a:cubicBezTo>
                    <a:pt x="8693" y="12646"/>
                    <a:pt x="15742" y="36985"/>
                    <a:pt x="19171" y="68753"/>
                  </a:cubicBezTo>
                  <a:cubicBezTo>
                    <a:pt x="24482" y="71015"/>
                    <a:pt x="29007" y="74754"/>
                    <a:pt x="32222" y="79469"/>
                  </a:cubicBezTo>
                  <a:cubicBezTo>
                    <a:pt x="32896" y="80423"/>
                    <a:pt x="33910" y="80899"/>
                    <a:pt x="34955" y="80899"/>
                  </a:cubicBezTo>
                  <a:cubicBezTo>
                    <a:pt x="34981" y="80899"/>
                    <a:pt x="35006" y="80899"/>
                    <a:pt x="35032" y="80898"/>
                  </a:cubicBezTo>
                  <a:cubicBezTo>
                    <a:pt x="31579" y="34151"/>
                    <a:pt x="20505" y="1"/>
                    <a:pt x="7383" y="1"/>
                  </a:cubicBez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1" name="Google Shape;5771;p35"/>
            <p:cNvSpPr/>
            <p:nvPr/>
          </p:nvSpPr>
          <p:spPr>
            <a:xfrm>
              <a:off x="7366795" y="4060064"/>
              <a:ext cx="47737" cy="60980"/>
            </a:xfrm>
            <a:custGeom>
              <a:avLst/>
              <a:gdLst/>
              <a:ahLst/>
              <a:cxnLst/>
              <a:rect l="l" t="t" r="r" b="b"/>
              <a:pathLst>
                <a:path w="29650" h="37876" extrusionOk="0">
                  <a:moveTo>
                    <a:pt x="4051" y="1"/>
                  </a:moveTo>
                  <a:cubicBezTo>
                    <a:pt x="2869" y="1"/>
                    <a:pt x="1569" y="508"/>
                    <a:pt x="357" y="1727"/>
                  </a:cubicBezTo>
                  <a:cubicBezTo>
                    <a:pt x="143" y="1942"/>
                    <a:pt x="0" y="2251"/>
                    <a:pt x="0" y="2561"/>
                  </a:cubicBezTo>
                  <a:lnTo>
                    <a:pt x="0" y="28447"/>
                  </a:lnTo>
                  <a:cubicBezTo>
                    <a:pt x="0" y="29400"/>
                    <a:pt x="548" y="30709"/>
                    <a:pt x="1191" y="31400"/>
                  </a:cubicBezTo>
                  <a:cubicBezTo>
                    <a:pt x="5644" y="35978"/>
                    <a:pt x="10448" y="37876"/>
                    <a:pt x="14817" y="37876"/>
                  </a:cubicBezTo>
                  <a:cubicBezTo>
                    <a:pt x="22993" y="37876"/>
                    <a:pt x="29649" y="31229"/>
                    <a:pt x="29649" y="23065"/>
                  </a:cubicBezTo>
                  <a:cubicBezTo>
                    <a:pt x="29649" y="20824"/>
                    <a:pt x="27829" y="19008"/>
                    <a:pt x="25591" y="19008"/>
                  </a:cubicBezTo>
                  <a:cubicBezTo>
                    <a:pt x="24357" y="19008"/>
                    <a:pt x="22996" y="19560"/>
                    <a:pt x="21743" y="20898"/>
                  </a:cubicBezTo>
                  <a:cubicBezTo>
                    <a:pt x="21505" y="21160"/>
                    <a:pt x="21386" y="21517"/>
                    <a:pt x="21457" y="21874"/>
                  </a:cubicBezTo>
                  <a:cubicBezTo>
                    <a:pt x="22179" y="26094"/>
                    <a:pt x="18923" y="29773"/>
                    <a:pt x="14828" y="29773"/>
                  </a:cubicBezTo>
                  <a:cubicBezTo>
                    <a:pt x="12845" y="29773"/>
                    <a:pt x="10665" y="28910"/>
                    <a:pt x="8645" y="26828"/>
                  </a:cubicBezTo>
                  <a:cubicBezTo>
                    <a:pt x="8288" y="26470"/>
                    <a:pt x="8097" y="25994"/>
                    <a:pt x="8097" y="25494"/>
                  </a:cubicBezTo>
                  <a:lnTo>
                    <a:pt x="8097" y="4037"/>
                  </a:lnTo>
                  <a:cubicBezTo>
                    <a:pt x="8097" y="1810"/>
                    <a:pt x="6284" y="1"/>
                    <a:pt x="405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2" name="Google Shape;5772;p35"/>
            <p:cNvSpPr/>
            <p:nvPr/>
          </p:nvSpPr>
          <p:spPr>
            <a:xfrm>
              <a:off x="7467249" y="3849052"/>
              <a:ext cx="8129" cy="26422"/>
            </a:xfrm>
            <a:custGeom>
              <a:avLst/>
              <a:gdLst/>
              <a:ahLst/>
              <a:cxnLst/>
              <a:rect l="l" t="t" r="r" b="b"/>
              <a:pathLst>
                <a:path w="5049" h="16411" extrusionOk="0">
                  <a:moveTo>
                    <a:pt x="2539" y="0"/>
                  </a:moveTo>
                  <a:cubicBezTo>
                    <a:pt x="2511" y="0"/>
                    <a:pt x="2482" y="1"/>
                    <a:pt x="2453" y="1"/>
                  </a:cubicBezTo>
                  <a:cubicBezTo>
                    <a:pt x="1072" y="25"/>
                    <a:pt x="0" y="1240"/>
                    <a:pt x="0" y="2645"/>
                  </a:cubicBezTo>
                  <a:lnTo>
                    <a:pt x="0" y="13766"/>
                  </a:lnTo>
                  <a:cubicBezTo>
                    <a:pt x="0" y="15171"/>
                    <a:pt x="1072" y="16386"/>
                    <a:pt x="2453" y="16410"/>
                  </a:cubicBezTo>
                  <a:cubicBezTo>
                    <a:pt x="2482" y="16411"/>
                    <a:pt x="2511" y="16411"/>
                    <a:pt x="2539" y="16411"/>
                  </a:cubicBezTo>
                  <a:cubicBezTo>
                    <a:pt x="3928" y="16411"/>
                    <a:pt x="5049" y="15285"/>
                    <a:pt x="5049" y="13885"/>
                  </a:cubicBezTo>
                  <a:lnTo>
                    <a:pt x="5049" y="2526"/>
                  </a:lnTo>
                  <a:cubicBezTo>
                    <a:pt x="5049" y="1126"/>
                    <a:pt x="3928" y="0"/>
                    <a:pt x="253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3" name="Google Shape;5773;p35"/>
            <p:cNvSpPr/>
            <p:nvPr/>
          </p:nvSpPr>
          <p:spPr>
            <a:xfrm>
              <a:off x="7299466" y="3851216"/>
              <a:ext cx="8169" cy="66470"/>
            </a:xfrm>
            <a:custGeom>
              <a:avLst/>
              <a:gdLst/>
              <a:ahLst/>
              <a:cxnLst/>
              <a:rect l="l" t="t" r="r" b="b"/>
              <a:pathLst>
                <a:path w="5074" h="41286" extrusionOk="0">
                  <a:moveTo>
                    <a:pt x="2546" y="1"/>
                  </a:moveTo>
                  <a:cubicBezTo>
                    <a:pt x="2361" y="1"/>
                    <a:pt x="2170" y="21"/>
                    <a:pt x="1978" y="63"/>
                  </a:cubicBezTo>
                  <a:cubicBezTo>
                    <a:pt x="811" y="301"/>
                    <a:pt x="1" y="1396"/>
                    <a:pt x="1" y="2611"/>
                  </a:cubicBezTo>
                  <a:lnTo>
                    <a:pt x="1" y="38642"/>
                  </a:lnTo>
                  <a:cubicBezTo>
                    <a:pt x="1" y="40023"/>
                    <a:pt x="1073" y="41238"/>
                    <a:pt x="2478" y="41285"/>
                  </a:cubicBezTo>
                  <a:cubicBezTo>
                    <a:pt x="2492" y="41285"/>
                    <a:pt x="2507" y="41286"/>
                    <a:pt x="2521" y="41286"/>
                  </a:cubicBezTo>
                  <a:cubicBezTo>
                    <a:pt x="3930" y="41286"/>
                    <a:pt x="5073" y="40152"/>
                    <a:pt x="5073" y="38761"/>
                  </a:cubicBezTo>
                  <a:lnTo>
                    <a:pt x="5073" y="2515"/>
                  </a:lnTo>
                  <a:cubicBezTo>
                    <a:pt x="5073" y="1128"/>
                    <a:pt x="3942" y="1"/>
                    <a:pt x="254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4" name="Google Shape;5774;p35"/>
            <p:cNvSpPr/>
            <p:nvPr/>
          </p:nvSpPr>
          <p:spPr>
            <a:xfrm>
              <a:off x="7283210" y="3869095"/>
              <a:ext cx="8130" cy="18496"/>
            </a:xfrm>
            <a:custGeom>
              <a:avLst/>
              <a:gdLst/>
              <a:ahLst/>
              <a:cxnLst/>
              <a:rect l="l" t="t" r="r" b="b"/>
              <a:pathLst>
                <a:path w="5050" h="11488" extrusionOk="0">
                  <a:moveTo>
                    <a:pt x="2508" y="0"/>
                  </a:moveTo>
                  <a:cubicBezTo>
                    <a:pt x="2334" y="0"/>
                    <a:pt x="2157" y="18"/>
                    <a:pt x="1977" y="55"/>
                  </a:cubicBezTo>
                  <a:cubicBezTo>
                    <a:pt x="786" y="317"/>
                    <a:pt x="1" y="1412"/>
                    <a:pt x="1" y="2627"/>
                  </a:cubicBezTo>
                  <a:lnTo>
                    <a:pt x="1" y="8843"/>
                  </a:lnTo>
                  <a:cubicBezTo>
                    <a:pt x="1" y="10248"/>
                    <a:pt x="1072" y="11462"/>
                    <a:pt x="2453" y="11486"/>
                  </a:cubicBezTo>
                  <a:cubicBezTo>
                    <a:pt x="2482" y="11487"/>
                    <a:pt x="2511" y="11487"/>
                    <a:pt x="2540" y="11487"/>
                  </a:cubicBezTo>
                  <a:cubicBezTo>
                    <a:pt x="3929" y="11487"/>
                    <a:pt x="5049" y="10362"/>
                    <a:pt x="5049" y="8962"/>
                  </a:cubicBezTo>
                  <a:lnTo>
                    <a:pt x="5049" y="2532"/>
                  </a:lnTo>
                  <a:cubicBezTo>
                    <a:pt x="5049" y="1134"/>
                    <a:pt x="3901" y="0"/>
                    <a:pt x="250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5" name="Google Shape;5775;p35"/>
            <p:cNvSpPr/>
            <p:nvPr/>
          </p:nvSpPr>
          <p:spPr>
            <a:xfrm>
              <a:off x="7410234" y="3843147"/>
              <a:ext cx="8130" cy="19124"/>
            </a:xfrm>
            <a:custGeom>
              <a:avLst/>
              <a:gdLst/>
              <a:ahLst/>
              <a:cxnLst/>
              <a:rect l="l" t="t" r="r" b="b"/>
              <a:pathLst>
                <a:path w="5050" h="11878" extrusionOk="0">
                  <a:moveTo>
                    <a:pt x="2561" y="1"/>
                  </a:moveTo>
                  <a:cubicBezTo>
                    <a:pt x="2533" y="1"/>
                    <a:pt x="2505" y="1"/>
                    <a:pt x="2478" y="2"/>
                  </a:cubicBezTo>
                  <a:cubicBezTo>
                    <a:pt x="1073" y="26"/>
                    <a:pt x="1" y="1264"/>
                    <a:pt x="1" y="2645"/>
                  </a:cubicBezTo>
                  <a:lnTo>
                    <a:pt x="1" y="9242"/>
                  </a:lnTo>
                  <a:cubicBezTo>
                    <a:pt x="1" y="10528"/>
                    <a:pt x="930" y="11695"/>
                    <a:pt x="2216" y="11862"/>
                  </a:cubicBezTo>
                  <a:cubicBezTo>
                    <a:pt x="2313" y="11872"/>
                    <a:pt x="2410" y="11877"/>
                    <a:pt x="2505" y="11877"/>
                  </a:cubicBezTo>
                  <a:cubicBezTo>
                    <a:pt x="3920" y="11877"/>
                    <a:pt x="5050" y="10743"/>
                    <a:pt x="5050" y="9337"/>
                  </a:cubicBezTo>
                  <a:lnTo>
                    <a:pt x="5050" y="2526"/>
                  </a:lnTo>
                  <a:cubicBezTo>
                    <a:pt x="5050" y="1149"/>
                    <a:pt x="3928" y="1"/>
                    <a:pt x="256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6" name="Google Shape;5776;p35"/>
            <p:cNvSpPr/>
            <p:nvPr/>
          </p:nvSpPr>
          <p:spPr>
            <a:xfrm>
              <a:off x="7488951" y="3895958"/>
              <a:ext cx="8168" cy="19107"/>
            </a:xfrm>
            <a:custGeom>
              <a:avLst/>
              <a:gdLst/>
              <a:ahLst/>
              <a:cxnLst/>
              <a:rect l="l" t="t" r="r" b="b"/>
              <a:pathLst>
                <a:path w="5073" h="11868" extrusionOk="0">
                  <a:moveTo>
                    <a:pt x="2524" y="1"/>
                  </a:moveTo>
                  <a:cubicBezTo>
                    <a:pt x="2430" y="1"/>
                    <a:pt x="2335" y="6"/>
                    <a:pt x="2239" y="16"/>
                  </a:cubicBezTo>
                  <a:cubicBezTo>
                    <a:pt x="929" y="159"/>
                    <a:pt x="0" y="1326"/>
                    <a:pt x="0" y="2636"/>
                  </a:cubicBezTo>
                  <a:lnTo>
                    <a:pt x="0" y="9232"/>
                  </a:lnTo>
                  <a:cubicBezTo>
                    <a:pt x="0" y="10542"/>
                    <a:pt x="929" y="11709"/>
                    <a:pt x="2215" y="11852"/>
                  </a:cubicBezTo>
                  <a:cubicBezTo>
                    <a:pt x="2312" y="11862"/>
                    <a:pt x="2409" y="11868"/>
                    <a:pt x="2504" y="11868"/>
                  </a:cubicBezTo>
                  <a:cubicBezTo>
                    <a:pt x="3922" y="11868"/>
                    <a:pt x="5073" y="10734"/>
                    <a:pt x="5073" y="9328"/>
                  </a:cubicBezTo>
                  <a:lnTo>
                    <a:pt x="5073" y="2517"/>
                  </a:lnTo>
                  <a:cubicBezTo>
                    <a:pt x="5073" y="1133"/>
                    <a:pt x="3923" y="1"/>
                    <a:pt x="252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8" name="Google Shape;5778;p35"/>
            <p:cNvSpPr/>
            <p:nvPr/>
          </p:nvSpPr>
          <p:spPr>
            <a:xfrm>
              <a:off x="7446620" y="3869833"/>
              <a:ext cx="8130" cy="49425"/>
            </a:xfrm>
            <a:custGeom>
              <a:avLst/>
              <a:gdLst/>
              <a:ahLst/>
              <a:cxnLst/>
              <a:rect l="l" t="t" r="r" b="b"/>
              <a:pathLst>
                <a:path w="5050" h="30699" extrusionOk="0">
                  <a:moveTo>
                    <a:pt x="2540" y="0"/>
                  </a:moveTo>
                  <a:cubicBezTo>
                    <a:pt x="2511" y="0"/>
                    <a:pt x="2483" y="1"/>
                    <a:pt x="2454" y="2"/>
                  </a:cubicBezTo>
                  <a:cubicBezTo>
                    <a:pt x="1073" y="26"/>
                    <a:pt x="1" y="1240"/>
                    <a:pt x="1" y="2645"/>
                  </a:cubicBezTo>
                  <a:lnTo>
                    <a:pt x="1" y="28055"/>
                  </a:lnTo>
                  <a:cubicBezTo>
                    <a:pt x="1" y="29436"/>
                    <a:pt x="1073" y="30651"/>
                    <a:pt x="2454" y="30699"/>
                  </a:cubicBezTo>
                  <a:cubicBezTo>
                    <a:pt x="2468" y="30699"/>
                    <a:pt x="2483" y="30699"/>
                    <a:pt x="2498" y="30699"/>
                  </a:cubicBezTo>
                  <a:cubicBezTo>
                    <a:pt x="3906" y="30699"/>
                    <a:pt x="5050" y="29565"/>
                    <a:pt x="5050" y="28174"/>
                  </a:cubicBezTo>
                  <a:lnTo>
                    <a:pt x="5050" y="2526"/>
                  </a:lnTo>
                  <a:cubicBezTo>
                    <a:pt x="5050" y="1126"/>
                    <a:pt x="3929" y="0"/>
                    <a:pt x="254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7" name="Google Shape;5777;p35"/>
            <p:cNvSpPr/>
            <p:nvPr/>
          </p:nvSpPr>
          <p:spPr>
            <a:xfrm>
              <a:off x="7249547" y="3895945"/>
              <a:ext cx="8130" cy="19135"/>
            </a:xfrm>
            <a:custGeom>
              <a:avLst/>
              <a:gdLst/>
              <a:ahLst/>
              <a:cxnLst/>
              <a:rect l="l" t="t" r="r" b="b"/>
              <a:pathLst>
                <a:path w="5050" h="11885" extrusionOk="0">
                  <a:moveTo>
                    <a:pt x="2497" y="0"/>
                  </a:moveTo>
                  <a:cubicBezTo>
                    <a:pt x="2483" y="0"/>
                    <a:pt x="2468" y="0"/>
                    <a:pt x="2453" y="0"/>
                  </a:cubicBezTo>
                  <a:cubicBezTo>
                    <a:pt x="1072" y="48"/>
                    <a:pt x="0" y="1263"/>
                    <a:pt x="0" y="2644"/>
                  </a:cubicBezTo>
                  <a:lnTo>
                    <a:pt x="0" y="9240"/>
                  </a:lnTo>
                  <a:cubicBezTo>
                    <a:pt x="0" y="10622"/>
                    <a:pt x="1072" y="11836"/>
                    <a:pt x="2453" y="11884"/>
                  </a:cubicBezTo>
                  <a:cubicBezTo>
                    <a:pt x="2468" y="11884"/>
                    <a:pt x="2483" y="11884"/>
                    <a:pt x="2497" y="11884"/>
                  </a:cubicBezTo>
                  <a:cubicBezTo>
                    <a:pt x="3906" y="11884"/>
                    <a:pt x="5049" y="10750"/>
                    <a:pt x="5049" y="9359"/>
                  </a:cubicBezTo>
                  <a:lnTo>
                    <a:pt x="5049" y="2549"/>
                  </a:lnTo>
                  <a:cubicBezTo>
                    <a:pt x="5049" y="1134"/>
                    <a:pt x="3906" y="0"/>
                    <a:pt x="249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883B8B3-9690-A1F1-3A83-3543D484A5CE}"/>
              </a:ext>
            </a:extLst>
          </p:cNvPr>
          <p:cNvCxnSpPr>
            <a:cxnSpLocks/>
          </p:cNvCxnSpPr>
          <p:nvPr/>
        </p:nvCxnSpPr>
        <p:spPr>
          <a:xfrm>
            <a:off x="4164476" y="1292432"/>
            <a:ext cx="0" cy="3224977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5727;p35">
            <a:extLst>
              <a:ext uri="{FF2B5EF4-FFF2-40B4-BE49-F238E27FC236}">
                <a16:creationId xmlns:a16="http://schemas.microsoft.com/office/drawing/2014/main" id="{D2AFD9B2-D44A-E0C0-C6C1-CA44083230E2}"/>
              </a:ext>
            </a:extLst>
          </p:cNvPr>
          <p:cNvSpPr/>
          <p:nvPr/>
        </p:nvSpPr>
        <p:spPr>
          <a:xfrm>
            <a:off x="0" y="733161"/>
            <a:ext cx="9144000" cy="1609948"/>
          </a:xfrm>
          <a:custGeom>
            <a:avLst/>
            <a:gdLst/>
            <a:ahLst/>
            <a:cxnLst/>
            <a:rect l="l" t="t" r="r" b="b"/>
            <a:pathLst>
              <a:path w="272511" h="143593" extrusionOk="0">
                <a:moveTo>
                  <a:pt x="251027" y="1"/>
                </a:moveTo>
                <a:cubicBezTo>
                  <a:pt x="245294" y="1"/>
                  <a:pt x="237572" y="381"/>
                  <a:pt x="227184" y="1118"/>
                </a:cubicBezTo>
                <a:cubicBezTo>
                  <a:pt x="222766" y="1431"/>
                  <a:pt x="215826" y="1538"/>
                  <a:pt x="208362" y="1538"/>
                </a:cubicBezTo>
                <a:cubicBezTo>
                  <a:pt x="195627" y="1538"/>
                  <a:pt x="181370" y="1225"/>
                  <a:pt x="175522" y="1083"/>
                </a:cubicBezTo>
                <a:cubicBezTo>
                  <a:pt x="174989" y="1069"/>
                  <a:pt x="173989" y="1063"/>
                  <a:pt x="172589" y="1063"/>
                </a:cubicBezTo>
                <a:cubicBezTo>
                  <a:pt x="157097" y="1063"/>
                  <a:pt x="92556" y="1810"/>
                  <a:pt x="67749" y="1810"/>
                </a:cubicBezTo>
                <a:cubicBezTo>
                  <a:pt x="64700" y="1810"/>
                  <a:pt x="62251" y="1799"/>
                  <a:pt x="60567" y="1773"/>
                </a:cubicBezTo>
                <a:cubicBezTo>
                  <a:pt x="46982" y="1571"/>
                  <a:pt x="33386" y="1368"/>
                  <a:pt x="19800" y="1166"/>
                </a:cubicBezTo>
                <a:cubicBezTo>
                  <a:pt x="17432" y="1135"/>
                  <a:pt x="14473" y="590"/>
                  <a:pt x="11780" y="590"/>
                </a:cubicBezTo>
                <a:cubicBezTo>
                  <a:pt x="9383" y="590"/>
                  <a:pt x="7196" y="1021"/>
                  <a:pt x="5823" y="2631"/>
                </a:cubicBezTo>
                <a:cubicBezTo>
                  <a:pt x="4287" y="4428"/>
                  <a:pt x="4334" y="8857"/>
                  <a:pt x="4656" y="11203"/>
                </a:cubicBezTo>
                <a:cubicBezTo>
                  <a:pt x="9073" y="43898"/>
                  <a:pt x="0" y="111168"/>
                  <a:pt x="4656" y="141183"/>
                </a:cubicBezTo>
                <a:cubicBezTo>
                  <a:pt x="4906" y="142791"/>
                  <a:pt x="7144" y="142993"/>
                  <a:pt x="8763" y="143076"/>
                </a:cubicBezTo>
                <a:cubicBezTo>
                  <a:pt x="16269" y="143444"/>
                  <a:pt x="22992" y="143592"/>
                  <a:pt x="29104" y="143592"/>
                </a:cubicBezTo>
                <a:cubicBezTo>
                  <a:pt x="54639" y="143592"/>
                  <a:pt x="69514" y="141003"/>
                  <a:pt x="86318" y="141003"/>
                </a:cubicBezTo>
                <a:cubicBezTo>
                  <a:pt x="90106" y="141003"/>
                  <a:pt x="93992" y="141135"/>
                  <a:pt x="98120" y="141457"/>
                </a:cubicBezTo>
                <a:cubicBezTo>
                  <a:pt x="109441" y="142339"/>
                  <a:pt x="120783" y="142673"/>
                  <a:pt x="132134" y="142673"/>
                </a:cubicBezTo>
                <a:cubicBezTo>
                  <a:pt x="152645" y="142673"/>
                  <a:pt x="173184" y="141583"/>
                  <a:pt x="193679" y="140671"/>
                </a:cubicBezTo>
                <a:cubicBezTo>
                  <a:pt x="194430" y="140638"/>
                  <a:pt x="195267" y="140623"/>
                  <a:pt x="196181" y="140623"/>
                </a:cubicBezTo>
                <a:cubicBezTo>
                  <a:pt x="207210" y="140623"/>
                  <a:pt x="229426" y="142867"/>
                  <a:pt x="245705" y="142867"/>
                </a:cubicBezTo>
                <a:cubicBezTo>
                  <a:pt x="255508" y="142867"/>
                  <a:pt x="263157" y="142053"/>
                  <a:pt x="264914" y="139445"/>
                </a:cubicBezTo>
                <a:cubicBezTo>
                  <a:pt x="272511" y="128170"/>
                  <a:pt x="267462" y="96213"/>
                  <a:pt x="268034" y="81259"/>
                </a:cubicBezTo>
                <a:cubicBezTo>
                  <a:pt x="269272" y="49362"/>
                  <a:pt x="268332" y="42707"/>
                  <a:pt x="267308" y="7107"/>
                </a:cubicBezTo>
                <a:cubicBezTo>
                  <a:pt x="267164" y="2261"/>
                  <a:pt x="265009" y="1"/>
                  <a:pt x="251027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000">
              <a:solidFill>
                <a:srgbClr val="EE6137"/>
              </a:solidFill>
              <a:latin typeface="Barrio"/>
              <a:ea typeface="Barrio"/>
              <a:cs typeface="Barrio"/>
              <a:sym typeface="Barrio"/>
            </a:endParaRPr>
          </a:p>
        </p:txBody>
      </p:sp>
      <p:sp>
        <p:nvSpPr>
          <p:cNvPr id="8" name="Google Shape;5727;p35">
            <a:extLst>
              <a:ext uri="{FF2B5EF4-FFF2-40B4-BE49-F238E27FC236}">
                <a16:creationId xmlns:a16="http://schemas.microsoft.com/office/drawing/2014/main" id="{22764F6D-1E71-E3EB-66BF-584EEAF0BF10}"/>
              </a:ext>
            </a:extLst>
          </p:cNvPr>
          <p:cNvSpPr/>
          <p:nvPr/>
        </p:nvSpPr>
        <p:spPr>
          <a:xfrm>
            <a:off x="0" y="2421469"/>
            <a:ext cx="9283018" cy="2349151"/>
          </a:xfrm>
          <a:custGeom>
            <a:avLst/>
            <a:gdLst/>
            <a:ahLst/>
            <a:cxnLst/>
            <a:rect l="l" t="t" r="r" b="b"/>
            <a:pathLst>
              <a:path w="272511" h="143593" extrusionOk="0">
                <a:moveTo>
                  <a:pt x="251027" y="1"/>
                </a:moveTo>
                <a:cubicBezTo>
                  <a:pt x="245294" y="1"/>
                  <a:pt x="237572" y="381"/>
                  <a:pt x="227184" y="1118"/>
                </a:cubicBezTo>
                <a:cubicBezTo>
                  <a:pt x="222766" y="1431"/>
                  <a:pt x="215826" y="1538"/>
                  <a:pt x="208362" y="1538"/>
                </a:cubicBezTo>
                <a:cubicBezTo>
                  <a:pt x="195627" y="1538"/>
                  <a:pt x="181370" y="1225"/>
                  <a:pt x="175522" y="1083"/>
                </a:cubicBezTo>
                <a:cubicBezTo>
                  <a:pt x="174989" y="1069"/>
                  <a:pt x="173989" y="1063"/>
                  <a:pt x="172589" y="1063"/>
                </a:cubicBezTo>
                <a:cubicBezTo>
                  <a:pt x="157097" y="1063"/>
                  <a:pt x="92556" y="1810"/>
                  <a:pt x="67749" y="1810"/>
                </a:cubicBezTo>
                <a:cubicBezTo>
                  <a:pt x="64700" y="1810"/>
                  <a:pt x="62251" y="1799"/>
                  <a:pt x="60567" y="1773"/>
                </a:cubicBezTo>
                <a:cubicBezTo>
                  <a:pt x="46982" y="1571"/>
                  <a:pt x="33386" y="1368"/>
                  <a:pt x="19800" y="1166"/>
                </a:cubicBezTo>
                <a:cubicBezTo>
                  <a:pt x="17432" y="1135"/>
                  <a:pt x="14473" y="590"/>
                  <a:pt x="11780" y="590"/>
                </a:cubicBezTo>
                <a:cubicBezTo>
                  <a:pt x="9383" y="590"/>
                  <a:pt x="7196" y="1021"/>
                  <a:pt x="5823" y="2631"/>
                </a:cubicBezTo>
                <a:cubicBezTo>
                  <a:pt x="4287" y="4428"/>
                  <a:pt x="4334" y="8857"/>
                  <a:pt x="4656" y="11203"/>
                </a:cubicBezTo>
                <a:cubicBezTo>
                  <a:pt x="9073" y="43898"/>
                  <a:pt x="0" y="111168"/>
                  <a:pt x="4656" y="141183"/>
                </a:cubicBezTo>
                <a:cubicBezTo>
                  <a:pt x="4906" y="142791"/>
                  <a:pt x="7144" y="142993"/>
                  <a:pt x="8763" y="143076"/>
                </a:cubicBezTo>
                <a:cubicBezTo>
                  <a:pt x="16269" y="143444"/>
                  <a:pt x="22992" y="143592"/>
                  <a:pt x="29104" y="143592"/>
                </a:cubicBezTo>
                <a:cubicBezTo>
                  <a:pt x="54639" y="143592"/>
                  <a:pt x="69514" y="141003"/>
                  <a:pt x="86318" y="141003"/>
                </a:cubicBezTo>
                <a:cubicBezTo>
                  <a:pt x="90106" y="141003"/>
                  <a:pt x="93992" y="141135"/>
                  <a:pt x="98120" y="141457"/>
                </a:cubicBezTo>
                <a:cubicBezTo>
                  <a:pt x="109441" y="142339"/>
                  <a:pt x="120783" y="142673"/>
                  <a:pt x="132134" y="142673"/>
                </a:cubicBezTo>
                <a:cubicBezTo>
                  <a:pt x="152645" y="142673"/>
                  <a:pt x="173184" y="141583"/>
                  <a:pt x="193679" y="140671"/>
                </a:cubicBezTo>
                <a:cubicBezTo>
                  <a:pt x="194430" y="140638"/>
                  <a:pt x="195267" y="140623"/>
                  <a:pt x="196181" y="140623"/>
                </a:cubicBezTo>
                <a:cubicBezTo>
                  <a:pt x="207210" y="140623"/>
                  <a:pt x="229426" y="142867"/>
                  <a:pt x="245705" y="142867"/>
                </a:cubicBezTo>
                <a:cubicBezTo>
                  <a:pt x="255508" y="142867"/>
                  <a:pt x="263157" y="142053"/>
                  <a:pt x="264914" y="139445"/>
                </a:cubicBezTo>
                <a:cubicBezTo>
                  <a:pt x="272511" y="128170"/>
                  <a:pt x="267462" y="96213"/>
                  <a:pt x="268034" y="81259"/>
                </a:cubicBezTo>
                <a:cubicBezTo>
                  <a:pt x="269272" y="49362"/>
                  <a:pt x="268332" y="42707"/>
                  <a:pt x="267308" y="7107"/>
                </a:cubicBezTo>
                <a:cubicBezTo>
                  <a:pt x="267164" y="2261"/>
                  <a:pt x="265009" y="1"/>
                  <a:pt x="251027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000">
              <a:solidFill>
                <a:srgbClr val="EE6137"/>
              </a:solidFill>
              <a:latin typeface="Barrio"/>
              <a:ea typeface="Barrio"/>
              <a:cs typeface="Barrio"/>
              <a:sym typeface="Barrio"/>
            </a:endParaRPr>
          </a:p>
        </p:txBody>
      </p:sp>
      <p:sp>
        <p:nvSpPr>
          <p:cNvPr id="5783" name="Google Shape;5783;p36"/>
          <p:cNvSpPr txBox="1">
            <a:spLocks noGrp="1"/>
          </p:cNvSpPr>
          <p:nvPr>
            <p:ph type="title"/>
          </p:nvPr>
        </p:nvSpPr>
        <p:spPr>
          <a:xfrm>
            <a:off x="180222" y="2539619"/>
            <a:ext cx="3154860" cy="203599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latin typeface="Asmatic"/>
              </a:rPr>
              <a:t>Total Rows </a:t>
            </a:r>
            <a:br>
              <a:rPr lang="en" sz="3200">
                <a:latin typeface="Asmatic"/>
              </a:rPr>
            </a:br>
            <a:r>
              <a:rPr lang="en" sz="3200">
                <a:latin typeface="Asmatic"/>
              </a:rPr>
              <a:t>121</a:t>
            </a:r>
            <a:br>
              <a:rPr lang="en" sz="3200">
                <a:latin typeface="Asmatic"/>
              </a:rPr>
            </a:br>
            <a:r>
              <a:rPr lang="en" sz="3200">
                <a:latin typeface="Asmatic"/>
              </a:rPr>
              <a:t>Total Features</a:t>
            </a:r>
            <a:br>
              <a:rPr lang="en" sz="3200">
                <a:latin typeface="Asmatic"/>
              </a:rPr>
            </a:br>
            <a:r>
              <a:rPr lang="en" sz="3200">
                <a:latin typeface="Asmatic"/>
              </a:rPr>
              <a:t>14</a:t>
            </a:r>
            <a:endParaRPr>
              <a:latin typeface="Asmatic"/>
            </a:endParaRPr>
          </a:p>
        </p:txBody>
      </p:sp>
      <p:sp>
        <p:nvSpPr>
          <p:cNvPr id="5784" name="Google Shape;5784;p36"/>
          <p:cNvSpPr txBox="1">
            <a:spLocks noGrp="1"/>
          </p:cNvSpPr>
          <p:nvPr>
            <p:ph type="subTitle" idx="1"/>
          </p:nvPr>
        </p:nvSpPr>
        <p:spPr>
          <a:xfrm>
            <a:off x="2863288" y="2476500"/>
            <a:ext cx="3667155" cy="231633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US">
                <a:latin typeface="Asmatic"/>
              </a:rPr>
              <a:t>Monthly Rainfall Data</a:t>
            </a:r>
          </a:p>
          <a:p>
            <a:r>
              <a:rPr lang="en-US" sz="1400">
                <a:latin typeface="Asmatic"/>
              </a:rPr>
              <a:t>The dataset records total rainfall (in mm) for</a:t>
            </a:r>
          </a:p>
          <a:p>
            <a:r>
              <a:rPr lang="en-US" sz="1400">
                <a:latin typeface="Asmatic"/>
              </a:rPr>
              <a:t>each month from January to December, along</a:t>
            </a:r>
          </a:p>
          <a:p>
            <a:r>
              <a:rPr lang="en-US" sz="1400">
                <a:latin typeface="Asmatic"/>
              </a:rPr>
              <a:t>with a yearly Total value.</a:t>
            </a:r>
          </a:p>
          <a:p>
            <a:endParaRPr lang="en-US" sz="1400">
              <a:latin typeface="Asmatic"/>
            </a:endParaRPr>
          </a:p>
          <a:p>
            <a:pPr>
              <a:buNone/>
            </a:pPr>
            <a:r>
              <a:rPr lang="en-US">
                <a:latin typeface="Asmatic"/>
              </a:rPr>
              <a:t>Historical Range</a:t>
            </a:r>
          </a:p>
          <a:p>
            <a:r>
              <a:rPr lang="en-US" sz="1400">
                <a:latin typeface="Asmatic"/>
              </a:rPr>
              <a:t>Data spans over multiple years starting from</a:t>
            </a:r>
          </a:p>
          <a:p>
            <a:r>
              <a:rPr lang="en-US" sz="1400">
                <a:latin typeface="Asmatic"/>
              </a:rPr>
              <a:t>1901, providing long-term insights into annual</a:t>
            </a:r>
          </a:p>
          <a:p>
            <a:r>
              <a:rPr lang="en-US" sz="1400">
                <a:latin typeface="Asmatic"/>
              </a:rPr>
              <a:t>and seasonal rainfall trends.</a:t>
            </a:r>
          </a:p>
          <a:p>
            <a:endParaRPr lang="en-US" sz="1400"/>
          </a:p>
        </p:txBody>
      </p:sp>
      <p:sp>
        <p:nvSpPr>
          <p:cNvPr id="3" name="Google Shape;5727;p35">
            <a:extLst>
              <a:ext uri="{FF2B5EF4-FFF2-40B4-BE49-F238E27FC236}">
                <a16:creationId xmlns:a16="http://schemas.microsoft.com/office/drawing/2014/main" id="{9075C9B5-4C54-BC75-B5B2-E4D439ADA5DE}"/>
              </a:ext>
            </a:extLst>
          </p:cNvPr>
          <p:cNvSpPr/>
          <p:nvPr/>
        </p:nvSpPr>
        <p:spPr>
          <a:xfrm>
            <a:off x="554402" y="120613"/>
            <a:ext cx="8040437" cy="530576"/>
          </a:xfrm>
          <a:custGeom>
            <a:avLst/>
            <a:gdLst/>
            <a:ahLst/>
            <a:cxnLst/>
            <a:rect l="l" t="t" r="r" b="b"/>
            <a:pathLst>
              <a:path w="272511" h="143593" extrusionOk="0">
                <a:moveTo>
                  <a:pt x="251027" y="1"/>
                </a:moveTo>
                <a:cubicBezTo>
                  <a:pt x="245294" y="1"/>
                  <a:pt x="237572" y="381"/>
                  <a:pt x="227184" y="1118"/>
                </a:cubicBezTo>
                <a:cubicBezTo>
                  <a:pt x="222766" y="1431"/>
                  <a:pt x="215826" y="1538"/>
                  <a:pt x="208362" y="1538"/>
                </a:cubicBezTo>
                <a:cubicBezTo>
                  <a:pt x="195627" y="1538"/>
                  <a:pt x="181370" y="1225"/>
                  <a:pt x="175522" y="1083"/>
                </a:cubicBezTo>
                <a:cubicBezTo>
                  <a:pt x="174989" y="1069"/>
                  <a:pt x="173989" y="1063"/>
                  <a:pt x="172589" y="1063"/>
                </a:cubicBezTo>
                <a:cubicBezTo>
                  <a:pt x="157097" y="1063"/>
                  <a:pt x="92556" y="1810"/>
                  <a:pt x="67749" y="1810"/>
                </a:cubicBezTo>
                <a:cubicBezTo>
                  <a:pt x="64700" y="1810"/>
                  <a:pt x="62251" y="1799"/>
                  <a:pt x="60567" y="1773"/>
                </a:cubicBezTo>
                <a:cubicBezTo>
                  <a:pt x="46982" y="1571"/>
                  <a:pt x="33386" y="1368"/>
                  <a:pt x="19800" y="1166"/>
                </a:cubicBezTo>
                <a:cubicBezTo>
                  <a:pt x="17432" y="1135"/>
                  <a:pt x="14473" y="590"/>
                  <a:pt x="11780" y="590"/>
                </a:cubicBezTo>
                <a:cubicBezTo>
                  <a:pt x="9383" y="590"/>
                  <a:pt x="7196" y="1021"/>
                  <a:pt x="5823" y="2631"/>
                </a:cubicBezTo>
                <a:cubicBezTo>
                  <a:pt x="4287" y="4428"/>
                  <a:pt x="4334" y="8857"/>
                  <a:pt x="4656" y="11203"/>
                </a:cubicBezTo>
                <a:cubicBezTo>
                  <a:pt x="9073" y="43898"/>
                  <a:pt x="0" y="111168"/>
                  <a:pt x="4656" y="141183"/>
                </a:cubicBezTo>
                <a:cubicBezTo>
                  <a:pt x="4906" y="142791"/>
                  <a:pt x="7144" y="142993"/>
                  <a:pt x="8763" y="143076"/>
                </a:cubicBezTo>
                <a:cubicBezTo>
                  <a:pt x="16269" y="143444"/>
                  <a:pt x="22992" y="143592"/>
                  <a:pt x="29104" y="143592"/>
                </a:cubicBezTo>
                <a:cubicBezTo>
                  <a:pt x="54639" y="143592"/>
                  <a:pt x="69514" y="141003"/>
                  <a:pt x="86318" y="141003"/>
                </a:cubicBezTo>
                <a:cubicBezTo>
                  <a:pt x="90106" y="141003"/>
                  <a:pt x="93992" y="141135"/>
                  <a:pt x="98120" y="141457"/>
                </a:cubicBezTo>
                <a:cubicBezTo>
                  <a:pt x="109441" y="142339"/>
                  <a:pt x="120783" y="142673"/>
                  <a:pt x="132134" y="142673"/>
                </a:cubicBezTo>
                <a:cubicBezTo>
                  <a:pt x="152645" y="142673"/>
                  <a:pt x="173184" y="141583"/>
                  <a:pt x="193679" y="140671"/>
                </a:cubicBezTo>
                <a:cubicBezTo>
                  <a:pt x="194430" y="140638"/>
                  <a:pt x="195267" y="140623"/>
                  <a:pt x="196181" y="140623"/>
                </a:cubicBezTo>
                <a:cubicBezTo>
                  <a:pt x="207210" y="140623"/>
                  <a:pt x="229426" y="142867"/>
                  <a:pt x="245705" y="142867"/>
                </a:cubicBezTo>
                <a:cubicBezTo>
                  <a:pt x="255508" y="142867"/>
                  <a:pt x="263157" y="142053"/>
                  <a:pt x="264914" y="139445"/>
                </a:cubicBezTo>
                <a:cubicBezTo>
                  <a:pt x="272511" y="128170"/>
                  <a:pt x="267462" y="96213"/>
                  <a:pt x="268034" y="81259"/>
                </a:cubicBezTo>
                <a:cubicBezTo>
                  <a:pt x="269272" y="49362"/>
                  <a:pt x="268332" y="42707"/>
                  <a:pt x="267308" y="7107"/>
                </a:cubicBezTo>
                <a:cubicBezTo>
                  <a:pt x="267164" y="2261"/>
                  <a:pt x="265009" y="1"/>
                  <a:pt x="251027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000">
              <a:solidFill>
                <a:srgbClr val="EE6137"/>
              </a:solidFill>
              <a:latin typeface="Barrio"/>
              <a:ea typeface="Barrio"/>
              <a:cs typeface="Barrio"/>
              <a:sym typeface="Barrio"/>
            </a:endParaRPr>
          </a:p>
        </p:txBody>
      </p:sp>
      <p:sp>
        <p:nvSpPr>
          <p:cNvPr id="4" name="Google Shape;5728;p35">
            <a:extLst>
              <a:ext uri="{FF2B5EF4-FFF2-40B4-BE49-F238E27FC236}">
                <a16:creationId xmlns:a16="http://schemas.microsoft.com/office/drawing/2014/main" id="{426CE40A-9219-F7FF-3FAC-63298CC4B3E6}"/>
              </a:ext>
            </a:extLst>
          </p:cNvPr>
          <p:cNvSpPr txBox="1">
            <a:spLocks/>
          </p:cNvSpPr>
          <p:nvPr/>
        </p:nvSpPr>
        <p:spPr>
          <a:xfrm>
            <a:off x="549161" y="143501"/>
            <a:ext cx="77040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IN" sz="4000" b="1">
                <a:solidFill>
                  <a:schemeClr val="dk1"/>
                </a:solidFill>
                <a:latin typeface="Amatic SC"/>
                <a:cs typeface="Amatic SC"/>
                <a:sym typeface="Amatic SC"/>
              </a:rPr>
              <a:t>Dataset Overview</a:t>
            </a:r>
            <a:endParaRPr lang="en-IN" sz="4000" b="1">
              <a:solidFill>
                <a:schemeClr val="dk1"/>
              </a:solidFill>
              <a:latin typeface="Amatic SC"/>
              <a:cs typeface="Amatic SC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E2A995F-A2F4-D6E1-E17F-29AFEDB2FA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520" y="781847"/>
            <a:ext cx="8313420" cy="1503812"/>
          </a:xfrm>
          <a:prstGeom prst="rect">
            <a:avLst/>
          </a:prstGeom>
        </p:spPr>
      </p:pic>
      <p:sp>
        <p:nvSpPr>
          <p:cNvPr id="7" name="Google Shape;5784;p36">
            <a:extLst>
              <a:ext uri="{FF2B5EF4-FFF2-40B4-BE49-F238E27FC236}">
                <a16:creationId xmlns:a16="http://schemas.microsoft.com/office/drawing/2014/main" id="{177497C8-9DF4-7A9D-5C9F-EEEE08FFFBAB}"/>
              </a:ext>
            </a:extLst>
          </p:cNvPr>
          <p:cNvSpPr txBox="1">
            <a:spLocks/>
          </p:cNvSpPr>
          <p:nvPr/>
        </p:nvSpPr>
        <p:spPr>
          <a:xfrm>
            <a:off x="6444765" y="2571750"/>
            <a:ext cx="2699235" cy="2041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swald Light"/>
              <a:buNone/>
              <a:defRPr sz="1800" b="0" i="0" u="none" strike="noStrike" cap="none">
                <a:solidFill>
                  <a:schemeClr val="dk2"/>
                </a:solidFill>
                <a:latin typeface="Oswald Light"/>
                <a:ea typeface="Oswald Light"/>
                <a:cs typeface="Oswald Light"/>
                <a:sym typeface="Oswald Light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swald Light"/>
              <a:buNone/>
              <a:defRPr sz="1400" b="0" i="0" u="none" strike="noStrike" cap="none">
                <a:solidFill>
                  <a:schemeClr val="dk2"/>
                </a:solidFill>
                <a:latin typeface="Oswald Light"/>
                <a:ea typeface="Oswald Light"/>
                <a:cs typeface="Oswald Light"/>
                <a:sym typeface="Oswald Light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swald Light"/>
              <a:buNone/>
              <a:defRPr sz="1400" b="0" i="0" u="none" strike="noStrike" cap="none">
                <a:solidFill>
                  <a:schemeClr val="dk2"/>
                </a:solidFill>
                <a:latin typeface="Oswald Light"/>
                <a:ea typeface="Oswald Light"/>
                <a:cs typeface="Oswald Light"/>
                <a:sym typeface="Oswald Light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swald Light"/>
              <a:buNone/>
              <a:defRPr sz="1400" b="0" i="0" u="none" strike="noStrike" cap="none">
                <a:solidFill>
                  <a:schemeClr val="dk2"/>
                </a:solidFill>
                <a:latin typeface="Oswald Light"/>
                <a:ea typeface="Oswald Light"/>
                <a:cs typeface="Oswald Light"/>
                <a:sym typeface="Oswald Light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swald Light"/>
              <a:buNone/>
              <a:defRPr sz="1400" b="0" i="0" u="none" strike="noStrike" cap="none">
                <a:solidFill>
                  <a:schemeClr val="dk2"/>
                </a:solidFill>
                <a:latin typeface="Oswald Light"/>
                <a:ea typeface="Oswald Light"/>
                <a:cs typeface="Oswald Light"/>
                <a:sym typeface="Oswald Light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swald Light"/>
              <a:buNone/>
              <a:defRPr sz="1400" b="0" i="0" u="none" strike="noStrike" cap="none">
                <a:solidFill>
                  <a:schemeClr val="dk2"/>
                </a:solidFill>
                <a:latin typeface="Oswald Light"/>
                <a:ea typeface="Oswald Light"/>
                <a:cs typeface="Oswald Light"/>
                <a:sym typeface="Oswald Light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swald Light"/>
              <a:buNone/>
              <a:defRPr sz="1400" b="0" i="0" u="none" strike="noStrike" cap="none">
                <a:solidFill>
                  <a:schemeClr val="dk2"/>
                </a:solidFill>
                <a:latin typeface="Oswald Light"/>
                <a:ea typeface="Oswald Light"/>
                <a:cs typeface="Oswald Light"/>
                <a:sym typeface="Oswald Light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swald Light"/>
              <a:buNone/>
              <a:defRPr sz="1400" b="0" i="0" u="none" strike="noStrike" cap="none">
                <a:solidFill>
                  <a:schemeClr val="dk2"/>
                </a:solidFill>
                <a:latin typeface="Oswald Light"/>
                <a:ea typeface="Oswald Light"/>
                <a:cs typeface="Oswald Light"/>
                <a:sym typeface="Oswald Light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Oswald Light"/>
              <a:buNone/>
              <a:defRPr sz="1400" b="0" i="0" u="none" strike="noStrike" cap="none">
                <a:solidFill>
                  <a:schemeClr val="dk2"/>
                </a:solidFill>
                <a:latin typeface="Oswald Light"/>
                <a:ea typeface="Oswald Light"/>
                <a:cs typeface="Oswald Light"/>
                <a:sym typeface="Oswald Light"/>
              </a:defRPr>
            </a:lvl9pPr>
          </a:lstStyle>
          <a:p>
            <a:pPr>
              <a:buNone/>
            </a:pPr>
            <a:r>
              <a:rPr lang="en-US">
                <a:latin typeface="Asmatic"/>
              </a:rPr>
              <a:t>Seasonal Patterns</a:t>
            </a:r>
          </a:p>
          <a:p>
            <a:r>
              <a:rPr lang="en-US" sz="1400">
                <a:latin typeface="Asmatic"/>
              </a:rPr>
              <a:t>Most rainfall is concentrated in</a:t>
            </a:r>
          </a:p>
          <a:p>
            <a:r>
              <a:rPr lang="en-US" sz="1400">
                <a:latin typeface="Asmatic"/>
              </a:rPr>
              <a:t>June to September, aligning</a:t>
            </a:r>
          </a:p>
          <a:p>
            <a:r>
              <a:rPr lang="en-US" sz="1400">
                <a:latin typeface="Asmatic"/>
              </a:rPr>
              <a:t>with the typical monsoon season</a:t>
            </a:r>
          </a:p>
          <a:p>
            <a:r>
              <a:rPr lang="en-US" sz="1400">
                <a:latin typeface="Asmatic"/>
              </a:rPr>
              <a:t>In regions like India.</a:t>
            </a:r>
          </a:p>
          <a:p>
            <a:endParaRPr lang="en-US" sz="140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2AC266B-DAEC-613C-5242-8E6EBF6BD288}"/>
              </a:ext>
            </a:extLst>
          </p:cNvPr>
          <p:cNvCxnSpPr>
            <a:cxnSpLocks/>
          </p:cNvCxnSpPr>
          <p:nvPr/>
        </p:nvCxnSpPr>
        <p:spPr>
          <a:xfrm>
            <a:off x="2869076" y="2617640"/>
            <a:ext cx="0" cy="1879959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4577075-C325-E1F6-6E8B-E055B7A29C0E}"/>
              </a:ext>
            </a:extLst>
          </p:cNvPr>
          <p:cNvCxnSpPr>
            <a:cxnSpLocks/>
          </p:cNvCxnSpPr>
          <p:nvPr/>
        </p:nvCxnSpPr>
        <p:spPr>
          <a:xfrm>
            <a:off x="6538166" y="2571750"/>
            <a:ext cx="0" cy="165354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0" name="Google Shape;5790;p37"/>
          <p:cNvSpPr/>
          <p:nvPr/>
        </p:nvSpPr>
        <p:spPr>
          <a:xfrm>
            <a:off x="4540060" y="714751"/>
            <a:ext cx="4540061" cy="4077125"/>
          </a:xfrm>
          <a:custGeom>
            <a:avLst/>
            <a:gdLst/>
            <a:ahLst/>
            <a:cxnLst/>
            <a:rect l="l" t="t" r="r" b="b"/>
            <a:pathLst>
              <a:path w="272511" h="143593" extrusionOk="0">
                <a:moveTo>
                  <a:pt x="251027" y="1"/>
                </a:moveTo>
                <a:cubicBezTo>
                  <a:pt x="245294" y="1"/>
                  <a:pt x="237572" y="381"/>
                  <a:pt x="227184" y="1118"/>
                </a:cubicBezTo>
                <a:cubicBezTo>
                  <a:pt x="222766" y="1431"/>
                  <a:pt x="215826" y="1538"/>
                  <a:pt x="208362" y="1538"/>
                </a:cubicBezTo>
                <a:cubicBezTo>
                  <a:pt x="195627" y="1538"/>
                  <a:pt x="181370" y="1225"/>
                  <a:pt x="175522" y="1083"/>
                </a:cubicBezTo>
                <a:cubicBezTo>
                  <a:pt x="174989" y="1069"/>
                  <a:pt x="173989" y="1063"/>
                  <a:pt x="172589" y="1063"/>
                </a:cubicBezTo>
                <a:cubicBezTo>
                  <a:pt x="157097" y="1063"/>
                  <a:pt x="92556" y="1810"/>
                  <a:pt x="67749" y="1810"/>
                </a:cubicBezTo>
                <a:cubicBezTo>
                  <a:pt x="64700" y="1810"/>
                  <a:pt x="62251" y="1799"/>
                  <a:pt x="60567" y="1773"/>
                </a:cubicBezTo>
                <a:cubicBezTo>
                  <a:pt x="46982" y="1571"/>
                  <a:pt x="33386" y="1368"/>
                  <a:pt x="19800" y="1166"/>
                </a:cubicBezTo>
                <a:cubicBezTo>
                  <a:pt x="17432" y="1135"/>
                  <a:pt x="14473" y="590"/>
                  <a:pt x="11780" y="590"/>
                </a:cubicBezTo>
                <a:cubicBezTo>
                  <a:pt x="9383" y="590"/>
                  <a:pt x="7196" y="1021"/>
                  <a:pt x="5823" y="2631"/>
                </a:cubicBezTo>
                <a:cubicBezTo>
                  <a:pt x="4287" y="4428"/>
                  <a:pt x="4334" y="8857"/>
                  <a:pt x="4656" y="11203"/>
                </a:cubicBezTo>
                <a:cubicBezTo>
                  <a:pt x="9073" y="43898"/>
                  <a:pt x="0" y="111168"/>
                  <a:pt x="4656" y="141183"/>
                </a:cubicBezTo>
                <a:cubicBezTo>
                  <a:pt x="4906" y="142791"/>
                  <a:pt x="7144" y="142993"/>
                  <a:pt x="8763" y="143076"/>
                </a:cubicBezTo>
                <a:cubicBezTo>
                  <a:pt x="16269" y="143444"/>
                  <a:pt x="22992" y="143592"/>
                  <a:pt x="29104" y="143592"/>
                </a:cubicBezTo>
                <a:cubicBezTo>
                  <a:pt x="54639" y="143592"/>
                  <a:pt x="69514" y="141003"/>
                  <a:pt x="86318" y="141003"/>
                </a:cubicBezTo>
                <a:cubicBezTo>
                  <a:pt x="90106" y="141003"/>
                  <a:pt x="93992" y="141135"/>
                  <a:pt x="98120" y="141457"/>
                </a:cubicBezTo>
                <a:cubicBezTo>
                  <a:pt x="109441" y="142339"/>
                  <a:pt x="120783" y="142673"/>
                  <a:pt x="132134" y="142673"/>
                </a:cubicBezTo>
                <a:cubicBezTo>
                  <a:pt x="152645" y="142673"/>
                  <a:pt x="173184" y="141583"/>
                  <a:pt x="193679" y="140671"/>
                </a:cubicBezTo>
                <a:cubicBezTo>
                  <a:pt x="194430" y="140638"/>
                  <a:pt x="195267" y="140623"/>
                  <a:pt x="196181" y="140623"/>
                </a:cubicBezTo>
                <a:cubicBezTo>
                  <a:pt x="207210" y="140623"/>
                  <a:pt x="229426" y="142867"/>
                  <a:pt x="245705" y="142867"/>
                </a:cubicBezTo>
                <a:cubicBezTo>
                  <a:pt x="255508" y="142867"/>
                  <a:pt x="263157" y="142053"/>
                  <a:pt x="264914" y="139445"/>
                </a:cubicBezTo>
                <a:cubicBezTo>
                  <a:pt x="272511" y="128170"/>
                  <a:pt x="267462" y="96213"/>
                  <a:pt x="268034" y="81259"/>
                </a:cubicBezTo>
                <a:cubicBezTo>
                  <a:pt x="269272" y="49362"/>
                  <a:pt x="268332" y="42707"/>
                  <a:pt x="267308" y="7107"/>
                </a:cubicBezTo>
                <a:cubicBezTo>
                  <a:pt x="267164" y="2261"/>
                  <a:pt x="265009" y="1"/>
                  <a:pt x="251027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000">
              <a:solidFill>
                <a:srgbClr val="EE6137"/>
              </a:solidFill>
              <a:latin typeface="Barrio"/>
              <a:ea typeface="Barrio"/>
              <a:cs typeface="Barrio"/>
              <a:sym typeface="Barrio"/>
            </a:endParaRPr>
          </a:p>
        </p:txBody>
      </p:sp>
      <p:sp>
        <p:nvSpPr>
          <p:cNvPr id="5795" name="Google Shape;5795;p37"/>
          <p:cNvSpPr/>
          <p:nvPr/>
        </p:nvSpPr>
        <p:spPr>
          <a:xfrm>
            <a:off x="41360" y="714750"/>
            <a:ext cx="4290059" cy="4077126"/>
          </a:xfrm>
          <a:custGeom>
            <a:avLst/>
            <a:gdLst/>
            <a:ahLst/>
            <a:cxnLst/>
            <a:rect l="l" t="t" r="r" b="b"/>
            <a:pathLst>
              <a:path w="272511" h="143593" extrusionOk="0">
                <a:moveTo>
                  <a:pt x="251027" y="1"/>
                </a:moveTo>
                <a:cubicBezTo>
                  <a:pt x="245294" y="1"/>
                  <a:pt x="237572" y="381"/>
                  <a:pt x="227184" y="1118"/>
                </a:cubicBezTo>
                <a:cubicBezTo>
                  <a:pt x="222766" y="1431"/>
                  <a:pt x="215826" y="1538"/>
                  <a:pt x="208362" y="1538"/>
                </a:cubicBezTo>
                <a:cubicBezTo>
                  <a:pt x="195627" y="1538"/>
                  <a:pt x="181370" y="1225"/>
                  <a:pt x="175522" y="1083"/>
                </a:cubicBezTo>
                <a:cubicBezTo>
                  <a:pt x="174989" y="1069"/>
                  <a:pt x="173989" y="1063"/>
                  <a:pt x="172589" y="1063"/>
                </a:cubicBezTo>
                <a:cubicBezTo>
                  <a:pt x="157097" y="1063"/>
                  <a:pt x="92556" y="1810"/>
                  <a:pt x="67749" y="1810"/>
                </a:cubicBezTo>
                <a:cubicBezTo>
                  <a:pt x="64700" y="1810"/>
                  <a:pt x="62251" y="1799"/>
                  <a:pt x="60567" y="1773"/>
                </a:cubicBezTo>
                <a:cubicBezTo>
                  <a:pt x="46982" y="1571"/>
                  <a:pt x="33386" y="1368"/>
                  <a:pt x="19800" y="1166"/>
                </a:cubicBezTo>
                <a:cubicBezTo>
                  <a:pt x="17432" y="1135"/>
                  <a:pt x="14473" y="590"/>
                  <a:pt x="11780" y="590"/>
                </a:cubicBezTo>
                <a:cubicBezTo>
                  <a:pt x="9383" y="590"/>
                  <a:pt x="7196" y="1021"/>
                  <a:pt x="5823" y="2631"/>
                </a:cubicBezTo>
                <a:cubicBezTo>
                  <a:pt x="4287" y="4428"/>
                  <a:pt x="4334" y="8857"/>
                  <a:pt x="4656" y="11203"/>
                </a:cubicBezTo>
                <a:cubicBezTo>
                  <a:pt x="9073" y="43898"/>
                  <a:pt x="0" y="111168"/>
                  <a:pt x="4656" y="141183"/>
                </a:cubicBezTo>
                <a:cubicBezTo>
                  <a:pt x="4906" y="142791"/>
                  <a:pt x="7144" y="142993"/>
                  <a:pt x="8763" y="143076"/>
                </a:cubicBezTo>
                <a:cubicBezTo>
                  <a:pt x="16269" y="143444"/>
                  <a:pt x="22992" y="143592"/>
                  <a:pt x="29104" y="143592"/>
                </a:cubicBezTo>
                <a:cubicBezTo>
                  <a:pt x="54639" y="143592"/>
                  <a:pt x="69514" y="141003"/>
                  <a:pt x="86318" y="141003"/>
                </a:cubicBezTo>
                <a:cubicBezTo>
                  <a:pt x="90106" y="141003"/>
                  <a:pt x="93992" y="141135"/>
                  <a:pt x="98120" y="141457"/>
                </a:cubicBezTo>
                <a:cubicBezTo>
                  <a:pt x="109441" y="142339"/>
                  <a:pt x="120783" y="142673"/>
                  <a:pt x="132134" y="142673"/>
                </a:cubicBezTo>
                <a:cubicBezTo>
                  <a:pt x="152645" y="142673"/>
                  <a:pt x="173184" y="141583"/>
                  <a:pt x="193679" y="140671"/>
                </a:cubicBezTo>
                <a:cubicBezTo>
                  <a:pt x="194430" y="140638"/>
                  <a:pt x="195267" y="140623"/>
                  <a:pt x="196181" y="140623"/>
                </a:cubicBezTo>
                <a:cubicBezTo>
                  <a:pt x="207210" y="140623"/>
                  <a:pt x="229426" y="142867"/>
                  <a:pt x="245705" y="142867"/>
                </a:cubicBezTo>
                <a:cubicBezTo>
                  <a:pt x="255508" y="142867"/>
                  <a:pt x="263157" y="142053"/>
                  <a:pt x="264914" y="139445"/>
                </a:cubicBezTo>
                <a:cubicBezTo>
                  <a:pt x="272511" y="128170"/>
                  <a:pt x="267462" y="96213"/>
                  <a:pt x="268034" y="81259"/>
                </a:cubicBezTo>
                <a:cubicBezTo>
                  <a:pt x="269272" y="49362"/>
                  <a:pt x="268332" y="42707"/>
                  <a:pt x="267308" y="7107"/>
                </a:cubicBezTo>
                <a:cubicBezTo>
                  <a:pt x="267164" y="2261"/>
                  <a:pt x="265009" y="1"/>
                  <a:pt x="251027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000">
              <a:solidFill>
                <a:srgbClr val="EE6137"/>
              </a:solidFill>
              <a:latin typeface="Barrio"/>
              <a:ea typeface="Barrio"/>
              <a:cs typeface="Barrio"/>
              <a:sym typeface="Barrio"/>
            </a:endParaRPr>
          </a:p>
        </p:txBody>
      </p:sp>
      <p:sp>
        <p:nvSpPr>
          <p:cNvPr id="5796" name="Google Shape;5796;p37"/>
          <p:cNvSpPr/>
          <p:nvPr/>
        </p:nvSpPr>
        <p:spPr>
          <a:xfrm>
            <a:off x="551781" y="107975"/>
            <a:ext cx="8040437" cy="530576"/>
          </a:xfrm>
          <a:custGeom>
            <a:avLst/>
            <a:gdLst/>
            <a:ahLst/>
            <a:cxnLst/>
            <a:rect l="l" t="t" r="r" b="b"/>
            <a:pathLst>
              <a:path w="272511" h="143593" extrusionOk="0">
                <a:moveTo>
                  <a:pt x="251027" y="1"/>
                </a:moveTo>
                <a:cubicBezTo>
                  <a:pt x="245294" y="1"/>
                  <a:pt x="237572" y="381"/>
                  <a:pt x="227184" y="1118"/>
                </a:cubicBezTo>
                <a:cubicBezTo>
                  <a:pt x="222766" y="1431"/>
                  <a:pt x="215826" y="1538"/>
                  <a:pt x="208362" y="1538"/>
                </a:cubicBezTo>
                <a:cubicBezTo>
                  <a:pt x="195627" y="1538"/>
                  <a:pt x="181370" y="1225"/>
                  <a:pt x="175522" y="1083"/>
                </a:cubicBezTo>
                <a:cubicBezTo>
                  <a:pt x="174989" y="1069"/>
                  <a:pt x="173989" y="1063"/>
                  <a:pt x="172589" y="1063"/>
                </a:cubicBezTo>
                <a:cubicBezTo>
                  <a:pt x="157097" y="1063"/>
                  <a:pt x="92556" y="1810"/>
                  <a:pt x="67749" y="1810"/>
                </a:cubicBezTo>
                <a:cubicBezTo>
                  <a:pt x="64700" y="1810"/>
                  <a:pt x="62251" y="1799"/>
                  <a:pt x="60567" y="1773"/>
                </a:cubicBezTo>
                <a:cubicBezTo>
                  <a:pt x="46982" y="1571"/>
                  <a:pt x="33386" y="1368"/>
                  <a:pt x="19800" y="1166"/>
                </a:cubicBezTo>
                <a:cubicBezTo>
                  <a:pt x="17432" y="1135"/>
                  <a:pt x="14473" y="590"/>
                  <a:pt x="11780" y="590"/>
                </a:cubicBezTo>
                <a:cubicBezTo>
                  <a:pt x="9383" y="590"/>
                  <a:pt x="7196" y="1021"/>
                  <a:pt x="5823" y="2631"/>
                </a:cubicBezTo>
                <a:cubicBezTo>
                  <a:pt x="4287" y="4428"/>
                  <a:pt x="4334" y="8857"/>
                  <a:pt x="4656" y="11203"/>
                </a:cubicBezTo>
                <a:cubicBezTo>
                  <a:pt x="9073" y="43898"/>
                  <a:pt x="0" y="111168"/>
                  <a:pt x="4656" y="141183"/>
                </a:cubicBezTo>
                <a:cubicBezTo>
                  <a:pt x="4906" y="142791"/>
                  <a:pt x="7144" y="142993"/>
                  <a:pt x="8763" y="143076"/>
                </a:cubicBezTo>
                <a:cubicBezTo>
                  <a:pt x="16269" y="143444"/>
                  <a:pt x="22992" y="143592"/>
                  <a:pt x="29104" y="143592"/>
                </a:cubicBezTo>
                <a:cubicBezTo>
                  <a:pt x="54639" y="143592"/>
                  <a:pt x="69514" y="141003"/>
                  <a:pt x="86318" y="141003"/>
                </a:cubicBezTo>
                <a:cubicBezTo>
                  <a:pt x="90106" y="141003"/>
                  <a:pt x="93992" y="141135"/>
                  <a:pt x="98120" y="141457"/>
                </a:cubicBezTo>
                <a:cubicBezTo>
                  <a:pt x="109441" y="142339"/>
                  <a:pt x="120783" y="142673"/>
                  <a:pt x="132134" y="142673"/>
                </a:cubicBezTo>
                <a:cubicBezTo>
                  <a:pt x="152645" y="142673"/>
                  <a:pt x="173184" y="141583"/>
                  <a:pt x="193679" y="140671"/>
                </a:cubicBezTo>
                <a:cubicBezTo>
                  <a:pt x="194430" y="140638"/>
                  <a:pt x="195267" y="140623"/>
                  <a:pt x="196181" y="140623"/>
                </a:cubicBezTo>
                <a:cubicBezTo>
                  <a:pt x="207210" y="140623"/>
                  <a:pt x="229426" y="142867"/>
                  <a:pt x="245705" y="142867"/>
                </a:cubicBezTo>
                <a:cubicBezTo>
                  <a:pt x="255508" y="142867"/>
                  <a:pt x="263157" y="142053"/>
                  <a:pt x="264914" y="139445"/>
                </a:cubicBezTo>
                <a:cubicBezTo>
                  <a:pt x="272511" y="128170"/>
                  <a:pt x="267462" y="96213"/>
                  <a:pt x="268034" y="81259"/>
                </a:cubicBezTo>
                <a:cubicBezTo>
                  <a:pt x="269272" y="49362"/>
                  <a:pt x="268332" y="42707"/>
                  <a:pt x="267308" y="7107"/>
                </a:cubicBezTo>
                <a:cubicBezTo>
                  <a:pt x="267164" y="2261"/>
                  <a:pt x="265009" y="1"/>
                  <a:pt x="251027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000">
              <a:solidFill>
                <a:srgbClr val="EE6137"/>
              </a:solidFill>
              <a:latin typeface="Barrio"/>
              <a:ea typeface="Barrio"/>
              <a:cs typeface="Barrio"/>
              <a:sym typeface="Barrio"/>
            </a:endParaRPr>
          </a:p>
        </p:txBody>
      </p:sp>
      <p:sp>
        <p:nvSpPr>
          <p:cNvPr id="5799" name="Google Shape;5799;p37"/>
          <p:cNvSpPr txBox="1">
            <a:spLocks noGrp="1"/>
          </p:cNvSpPr>
          <p:nvPr>
            <p:ph type="title" idx="6"/>
          </p:nvPr>
        </p:nvSpPr>
        <p:spPr>
          <a:xfrm>
            <a:off x="704768" y="130863"/>
            <a:ext cx="77040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Eda &amp; Data Wrangling</a:t>
            </a:r>
            <a:endParaRPr/>
          </a:p>
        </p:txBody>
      </p:sp>
      <p:sp>
        <p:nvSpPr>
          <p:cNvPr id="5800" name="Google Shape;5800;p37"/>
          <p:cNvSpPr txBox="1">
            <a:spLocks noGrp="1"/>
          </p:cNvSpPr>
          <p:nvPr>
            <p:ph type="title"/>
          </p:nvPr>
        </p:nvSpPr>
        <p:spPr>
          <a:xfrm>
            <a:off x="-250003" y="818232"/>
            <a:ext cx="4540062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latin typeface="Asmatic"/>
              </a:rPr>
              <a:t>Initial Column-Wise Summary</a:t>
            </a:r>
            <a:endParaRPr>
              <a:latin typeface="Asmatic"/>
            </a:endParaRPr>
          </a:p>
        </p:txBody>
      </p:sp>
      <p:sp>
        <p:nvSpPr>
          <p:cNvPr id="5802" name="Google Shape;5802;p37"/>
          <p:cNvSpPr txBox="1">
            <a:spLocks noGrp="1"/>
          </p:cNvSpPr>
          <p:nvPr>
            <p:ph type="title" idx="2"/>
          </p:nvPr>
        </p:nvSpPr>
        <p:spPr>
          <a:xfrm>
            <a:off x="4616820" y="837774"/>
            <a:ext cx="4237057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latin typeface="Asmatic"/>
              </a:rPr>
              <a:t>Descriptive Statistics Summary</a:t>
            </a:r>
            <a:endParaRPr>
              <a:latin typeface="Asmatic"/>
            </a:endParaRPr>
          </a:p>
        </p:txBody>
      </p:sp>
      <p:sp>
        <p:nvSpPr>
          <p:cNvPr id="5807" name="Google Shape;5807;p37"/>
          <p:cNvSpPr txBox="1">
            <a:spLocks noGrp="1"/>
          </p:cNvSpPr>
          <p:nvPr>
            <p:ph type="subTitle" idx="13"/>
          </p:nvPr>
        </p:nvSpPr>
        <p:spPr>
          <a:xfrm>
            <a:off x="0" y="1364277"/>
            <a:ext cx="4247535" cy="325212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14300" indent="0" algn="l"/>
            <a:r>
              <a:rPr lang="en-US" sz="1800">
                <a:latin typeface="Asmatic"/>
              </a:rPr>
              <a:t>The dataset contains 121 rows and 14</a:t>
            </a:r>
          </a:p>
          <a:p>
            <a:pPr marL="114300" indent="0" algn="l"/>
            <a:r>
              <a:rPr lang="en-US" sz="1800">
                <a:latin typeface="Asmatic"/>
              </a:rPr>
              <a:t>columns, covering rainfall data from 1901 to 2021. </a:t>
            </a:r>
          </a:p>
          <a:p>
            <a:pPr marL="114300" indent="0" algn="l"/>
            <a:r>
              <a:rPr lang="en-US" sz="1800">
                <a:latin typeface="Asmatic"/>
              </a:rPr>
              <a:t>Each row represents a year, with monthly</a:t>
            </a:r>
          </a:p>
          <a:p>
            <a:pPr marL="114300" indent="0" algn="l"/>
            <a:r>
              <a:rPr lang="en-US" sz="1800">
                <a:latin typeface="Asmatic"/>
              </a:rPr>
              <a:t>rainfall values and an annual total. </a:t>
            </a:r>
          </a:p>
          <a:p>
            <a:pPr marL="114300" indent="0" algn="l"/>
            <a:r>
              <a:rPr lang="en-US" sz="1800">
                <a:latin typeface="Asmatic"/>
              </a:rPr>
              <a:t>All columns have complete data with no</a:t>
            </a:r>
          </a:p>
          <a:p>
            <a:pPr marL="114300" indent="0" algn="l"/>
            <a:r>
              <a:rPr lang="en-US" sz="1800">
                <a:latin typeface="Asmatic"/>
              </a:rPr>
              <a:t>missing values. </a:t>
            </a:r>
          </a:p>
          <a:p>
            <a:pPr marL="114300" indent="0" algn="l"/>
            <a:r>
              <a:rPr lang="en-US" sz="1800">
                <a:latin typeface="Asmatic"/>
              </a:rPr>
              <a:t>Monthly and total rainfall values are in float format; the Year column is integer type. </a:t>
            </a:r>
          </a:p>
          <a:p>
            <a:pPr marL="114300" indent="0" algn="l"/>
            <a:r>
              <a:rPr lang="en-US" sz="1800">
                <a:latin typeface="Asmatic"/>
              </a:rPr>
              <a:t>No data type conversions are currently</a:t>
            </a:r>
          </a:p>
          <a:p>
            <a:pPr marL="114300" indent="0" algn="l"/>
            <a:r>
              <a:rPr lang="en-US" sz="1800">
                <a:latin typeface="Asmatic"/>
              </a:rPr>
              <a:t>required.</a:t>
            </a:r>
          </a:p>
        </p:txBody>
      </p:sp>
      <p:sp>
        <p:nvSpPr>
          <p:cNvPr id="19" name="Google Shape;5807;p37">
            <a:extLst>
              <a:ext uri="{FF2B5EF4-FFF2-40B4-BE49-F238E27FC236}">
                <a16:creationId xmlns:a16="http://schemas.microsoft.com/office/drawing/2014/main" id="{BEAFE39B-F0C7-A69F-3B50-C41B8DCE6AE4}"/>
              </a:ext>
            </a:extLst>
          </p:cNvPr>
          <p:cNvSpPr txBox="1">
            <a:spLocks/>
          </p:cNvSpPr>
          <p:nvPr/>
        </p:nvSpPr>
        <p:spPr>
          <a:xfrm>
            <a:off x="4501959" y="1335046"/>
            <a:ext cx="4540063" cy="3252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swald Light"/>
              <a:buNone/>
              <a:defRPr sz="1400" b="0" i="0" u="none" strike="noStrike" cap="none">
                <a:solidFill>
                  <a:srgbClr val="242424"/>
                </a:solidFill>
                <a:latin typeface="Oswald Light"/>
                <a:ea typeface="Oswald Light"/>
                <a:cs typeface="Oswald Light"/>
                <a:sym typeface="Oswald Light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swald Light"/>
              <a:buNone/>
              <a:defRPr sz="1400" b="0" i="0" u="none" strike="noStrike" cap="none">
                <a:solidFill>
                  <a:schemeClr val="dk2"/>
                </a:solidFill>
                <a:latin typeface="Oswald Light"/>
                <a:ea typeface="Oswald Light"/>
                <a:cs typeface="Oswald Light"/>
                <a:sym typeface="Oswald Light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swald Light"/>
              <a:buNone/>
              <a:defRPr sz="1400" b="0" i="0" u="none" strike="noStrike" cap="none">
                <a:solidFill>
                  <a:schemeClr val="dk2"/>
                </a:solidFill>
                <a:latin typeface="Oswald Light"/>
                <a:ea typeface="Oswald Light"/>
                <a:cs typeface="Oswald Light"/>
                <a:sym typeface="Oswald Light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swald Light"/>
              <a:buNone/>
              <a:defRPr sz="1400" b="0" i="0" u="none" strike="noStrike" cap="none">
                <a:solidFill>
                  <a:schemeClr val="dk2"/>
                </a:solidFill>
                <a:latin typeface="Oswald Light"/>
                <a:ea typeface="Oswald Light"/>
                <a:cs typeface="Oswald Light"/>
                <a:sym typeface="Oswald Light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swald Light"/>
              <a:buNone/>
              <a:defRPr sz="1400" b="0" i="0" u="none" strike="noStrike" cap="none">
                <a:solidFill>
                  <a:schemeClr val="dk2"/>
                </a:solidFill>
                <a:latin typeface="Oswald Light"/>
                <a:ea typeface="Oswald Light"/>
                <a:cs typeface="Oswald Light"/>
                <a:sym typeface="Oswald Light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swald Light"/>
              <a:buNone/>
              <a:defRPr sz="1400" b="0" i="0" u="none" strike="noStrike" cap="none">
                <a:solidFill>
                  <a:schemeClr val="dk2"/>
                </a:solidFill>
                <a:latin typeface="Oswald Light"/>
                <a:ea typeface="Oswald Light"/>
                <a:cs typeface="Oswald Light"/>
                <a:sym typeface="Oswald Light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swald Light"/>
              <a:buNone/>
              <a:defRPr sz="1400" b="0" i="0" u="none" strike="noStrike" cap="none">
                <a:solidFill>
                  <a:schemeClr val="dk2"/>
                </a:solidFill>
                <a:latin typeface="Oswald Light"/>
                <a:ea typeface="Oswald Light"/>
                <a:cs typeface="Oswald Light"/>
                <a:sym typeface="Oswald Light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swald Light"/>
              <a:buNone/>
              <a:defRPr sz="1400" b="0" i="0" u="none" strike="noStrike" cap="none">
                <a:solidFill>
                  <a:schemeClr val="dk2"/>
                </a:solidFill>
                <a:latin typeface="Oswald Light"/>
                <a:ea typeface="Oswald Light"/>
                <a:cs typeface="Oswald Light"/>
                <a:sym typeface="Oswald Light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Oswald Light"/>
              <a:buNone/>
              <a:defRPr sz="1400" b="0" i="0" u="none" strike="noStrike" cap="none">
                <a:solidFill>
                  <a:schemeClr val="dk2"/>
                </a:solidFill>
                <a:latin typeface="Oswald Light"/>
                <a:ea typeface="Oswald Light"/>
                <a:cs typeface="Oswald Light"/>
                <a:sym typeface="Oswald Light"/>
              </a:defRPr>
            </a:lvl9pPr>
          </a:lstStyle>
          <a:p>
            <a:pPr marL="114300" indent="0" algn="l"/>
            <a:r>
              <a:rPr lang="en-US" sz="2000" b="1">
                <a:latin typeface="Asmatic"/>
              </a:rPr>
              <a:t>Monsoon Dominance</a:t>
            </a:r>
            <a:r>
              <a:rPr lang="en-US" sz="2000">
                <a:latin typeface="Asmatic"/>
              </a:rPr>
              <a:t>: </a:t>
            </a:r>
            <a:r>
              <a:rPr lang="en-US" sz="1800">
                <a:latin typeface="Asmatic"/>
              </a:rPr>
              <a:t>June–Sept have high rainfall with large variation.</a:t>
            </a:r>
            <a:endParaRPr lang="en-US" sz="2000">
              <a:latin typeface="Asmatic"/>
            </a:endParaRPr>
          </a:p>
          <a:p>
            <a:pPr marL="114300" indent="0" algn="l"/>
            <a:r>
              <a:rPr lang="en-US" sz="2000" b="1">
                <a:latin typeface="Asmatic"/>
              </a:rPr>
              <a:t>Dry Months</a:t>
            </a:r>
            <a:r>
              <a:rPr lang="en-US" sz="2000">
                <a:latin typeface="Asmatic"/>
              </a:rPr>
              <a:t>: J</a:t>
            </a:r>
            <a:r>
              <a:rPr lang="en-US" sz="1800">
                <a:latin typeface="Asmatic"/>
              </a:rPr>
              <a:t>an–May &amp; Nov–Dec have very low or near-zero rainfall.</a:t>
            </a:r>
            <a:endParaRPr lang="en-US" sz="2000">
              <a:latin typeface="Asmatic"/>
            </a:endParaRPr>
          </a:p>
          <a:p>
            <a:pPr marL="114300" indent="0" algn="l"/>
            <a:r>
              <a:rPr lang="en-US" sz="2000" b="1">
                <a:latin typeface="Asmatic"/>
              </a:rPr>
              <a:t>High Variability</a:t>
            </a:r>
            <a:r>
              <a:rPr lang="en-US" sz="2000">
                <a:latin typeface="Asmatic"/>
              </a:rPr>
              <a:t>: </a:t>
            </a:r>
            <a:r>
              <a:rPr lang="en-US" sz="1800">
                <a:latin typeface="Asmatic"/>
              </a:rPr>
              <a:t>Large standard deviations show yearly fluctuations.</a:t>
            </a:r>
            <a:endParaRPr lang="en-US" sz="2000">
              <a:latin typeface="Asmatic"/>
            </a:endParaRPr>
          </a:p>
          <a:p>
            <a:pPr marL="114300" indent="0" algn="l"/>
            <a:r>
              <a:rPr lang="en-US" sz="2000" b="1">
                <a:latin typeface="Asmatic"/>
              </a:rPr>
              <a:t>Dry Spells</a:t>
            </a:r>
            <a:r>
              <a:rPr lang="en-US" sz="2000">
                <a:latin typeface="Asmatic"/>
              </a:rPr>
              <a:t>: </a:t>
            </a:r>
            <a:r>
              <a:rPr lang="en-US" sz="1800">
                <a:latin typeface="Asmatic"/>
              </a:rPr>
              <a:t>Zero values in many months are common.</a:t>
            </a:r>
            <a:endParaRPr lang="en-US" sz="2000">
              <a:latin typeface="Asmatic"/>
            </a:endParaRPr>
          </a:p>
          <a:p>
            <a:pPr marL="114300" indent="0" algn="l"/>
            <a:r>
              <a:rPr lang="en-US" sz="2000" b="1">
                <a:latin typeface="Asmatic"/>
              </a:rPr>
              <a:t>Annual Spread</a:t>
            </a:r>
            <a:r>
              <a:rPr lang="en-US" sz="2000">
                <a:latin typeface="Asmatic"/>
              </a:rPr>
              <a:t>: </a:t>
            </a:r>
            <a:r>
              <a:rPr lang="en-US" sz="1800">
                <a:latin typeface="Asmatic"/>
              </a:rPr>
              <a:t>Total rainfall ranges from ~1058 mm to 3563+ mm.</a:t>
            </a:r>
            <a:endParaRPr lang="en-US" sz="2000">
              <a:latin typeface="Asmatic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558DC54F-8819-C571-EFA8-0F46395E4E98}"/>
              </a:ext>
            </a:extLst>
          </p:cNvPr>
          <p:cNvCxnSpPr>
            <a:cxnSpLocks/>
          </p:cNvCxnSpPr>
          <p:nvPr/>
        </p:nvCxnSpPr>
        <p:spPr>
          <a:xfrm>
            <a:off x="4419238" y="890224"/>
            <a:ext cx="0" cy="372618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6013;p44">
            <a:extLst>
              <a:ext uri="{FF2B5EF4-FFF2-40B4-BE49-F238E27FC236}">
                <a16:creationId xmlns:a16="http://schemas.microsoft.com/office/drawing/2014/main" id="{E7844CA4-C91B-745B-8965-F08D0A444FA6}"/>
              </a:ext>
            </a:extLst>
          </p:cNvPr>
          <p:cNvSpPr/>
          <p:nvPr/>
        </p:nvSpPr>
        <p:spPr>
          <a:xfrm>
            <a:off x="158634" y="2996700"/>
            <a:ext cx="8826730" cy="1861230"/>
          </a:xfrm>
          <a:custGeom>
            <a:avLst/>
            <a:gdLst/>
            <a:ahLst/>
            <a:cxnLst/>
            <a:rect l="l" t="t" r="r" b="b"/>
            <a:pathLst>
              <a:path w="272511" h="143593" extrusionOk="0">
                <a:moveTo>
                  <a:pt x="251027" y="1"/>
                </a:moveTo>
                <a:cubicBezTo>
                  <a:pt x="245294" y="1"/>
                  <a:pt x="237572" y="381"/>
                  <a:pt x="227184" y="1118"/>
                </a:cubicBezTo>
                <a:cubicBezTo>
                  <a:pt x="222766" y="1431"/>
                  <a:pt x="215826" y="1538"/>
                  <a:pt x="208362" y="1538"/>
                </a:cubicBezTo>
                <a:cubicBezTo>
                  <a:pt x="195627" y="1538"/>
                  <a:pt x="181370" y="1225"/>
                  <a:pt x="175522" y="1083"/>
                </a:cubicBezTo>
                <a:cubicBezTo>
                  <a:pt x="174989" y="1069"/>
                  <a:pt x="173989" y="1063"/>
                  <a:pt x="172589" y="1063"/>
                </a:cubicBezTo>
                <a:cubicBezTo>
                  <a:pt x="157097" y="1063"/>
                  <a:pt x="92556" y="1810"/>
                  <a:pt x="67749" y="1810"/>
                </a:cubicBezTo>
                <a:cubicBezTo>
                  <a:pt x="64700" y="1810"/>
                  <a:pt x="62251" y="1799"/>
                  <a:pt x="60567" y="1773"/>
                </a:cubicBezTo>
                <a:cubicBezTo>
                  <a:pt x="46982" y="1571"/>
                  <a:pt x="33386" y="1368"/>
                  <a:pt x="19800" y="1166"/>
                </a:cubicBezTo>
                <a:cubicBezTo>
                  <a:pt x="17432" y="1135"/>
                  <a:pt x="14473" y="590"/>
                  <a:pt x="11780" y="590"/>
                </a:cubicBezTo>
                <a:cubicBezTo>
                  <a:pt x="9383" y="590"/>
                  <a:pt x="7196" y="1021"/>
                  <a:pt x="5823" y="2631"/>
                </a:cubicBezTo>
                <a:cubicBezTo>
                  <a:pt x="4287" y="4428"/>
                  <a:pt x="4334" y="8857"/>
                  <a:pt x="4656" y="11203"/>
                </a:cubicBezTo>
                <a:cubicBezTo>
                  <a:pt x="9073" y="43898"/>
                  <a:pt x="0" y="111168"/>
                  <a:pt x="4656" y="141183"/>
                </a:cubicBezTo>
                <a:cubicBezTo>
                  <a:pt x="4906" y="142791"/>
                  <a:pt x="7144" y="142993"/>
                  <a:pt x="8763" y="143076"/>
                </a:cubicBezTo>
                <a:cubicBezTo>
                  <a:pt x="16269" y="143444"/>
                  <a:pt x="22992" y="143592"/>
                  <a:pt x="29104" y="143592"/>
                </a:cubicBezTo>
                <a:cubicBezTo>
                  <a:pt x="54639" y="143592"/>
                  <a:pt x="69514" y="141003"/>
                  <a:pt x="86318" y="141003"/>
                </a:cubicBezTo>
                <a:cubicBezTo>
                  <a:pt x="90106" y="141003"/>
                  <a:pt x="93992" y="141135"/>
                  <a:pt x="98120" y="141457"/>
                </a:cubicBezTo>
                <a:cubicBezTo>
                  <a:pt x="109441" y="142339"/>
                  <a:pt x="120783" y="142673"/>
                  <a:pt x="132134" y="142673"/>
                </a:cubicBezTo>
                <a:cubicBezTo>
                  <a:pt x="152645" y="142673"/>
                  <a:pt x="173184" y="141583"/>
                  <a:pt x="193679" y="140671"/>
                </a:cubicBezTo>
                <a:cubicBezTo>
                  <a:pt x="194430" y="140638"/>
                  <a:pt x="195267" y="140623"/>
                  <a:pt x="196181" y="140623"/>
                </a:cubicBezTo>
                <a:cubicBezTo>
                  <a:pt x="207210" y="140623"/>
                  <a:pt x="229426" y="142867"/>
                  <a:pt x="245705" y="142867"/>
                </a:cubicBezTo>
                <a:cubicBezTo>
                  <a:pt x="255508" y="142867"/>
                  <a:pt x="263157" y="142053"/>
                  <a:pt x="264914" y="139445"/>
                </a:cubicBezTo>
                <a:cubicBezTo>
                  <a:pt x="272511" y="128170"/>
                  <a:pt x="267462" y="96213"/>
                  <a:pt x="268034" y="81259"/>
                </a:cubicBezTo>
                <a:cubicBezTo>
                  <a:pt x="269272" y="49362"/>
                  <a:pt x="268332" y="42707"/>
                  <a:pt x="267308" y="7107"/>
                </a:cubicBezTo>
                <a:cubicBezTo>
                  <a:pt x="267164" y="2261"/>
                  <a:pt x="265009" y="1"/>
                  <a:pt x="251027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000">
              <a:solidFill>
                <a:srgbClr val="EE6137"/>
              </a:solidFill>
              <a:latin typeface="Barrio"/>
              <a:ea typeface="Barrio"/>
              <a:cs typeface="Barrio"/>
              <a:sym typeface="Barrio"/>
            </a:endParaRPr>
          </a:p>
        </p:txBody>
      </p:sp>
      <p:sp>
        <p:nvSpPr>
          <p:cNvPr id="5864" name="Google Shape;5864;p39"/>
          <p:cNvSpPr/>
          <p:nvPr/>
        </p:nvSpPr>
        <p:spPr>
          <a:xfrm>
            <a:off x="0" y="691034"/>
            <a:ext cx="9144000" cy="2233698"/>
          </a:xfrm>
          <a:custGeom>
            <a:avLst/>
            <a:gdLst/>
            <a:ahLst/>
            <a:cxnLst/>
            <a:rect l="l" t="t" r="r" b="b"/>
            <a:pathLst>
              <a:path w="272511" h="143593" extrusionOk="0">
                <a:moveTo>
                  <a:pt x="251027" y="1"/>
                </a:moveTo>
                <a:cubicBezTo>
                  <a:pt x="245294" y="1"/>
                  <a:pt x="237572" y="381"/>
                  <a:pt x="227184" y="1118"/>
                </a:cubicBezTo>
                <a:cubicBezTo>
                  <a:pt x="222766" y="1431"/>
                  <a:pt x="215826" y="1538"/>
                  <a:pt x="208362" y="1538"/>
                </a:cubicBezTo>
                <a:cubicBezTo>
                  <a:pt x="195627" y="1538"/>
                  <a:pt x="181370" y="1225"/>
                  <a:pt x="175522" y="1083"/>
                </a:cubicBezTo>
                <a:cubicBezTo>
                  <a:pt x="174989" y="1069"/>
                  <a:pt x="173989" y="1063"/>
                  <a:pt x="172589" y="1063"/>
                </a:cubicBezTo>
                <a:cubicBezTo>
                  <a:pt x="157097" y="1063"/>
                  <a:pt x="92556" y="1810"/>
                  <a:pt x="67749" y="1810"/>
                </a:cubicBezTo>
                <a:cubicBezTo>
                  <a:pt x="64700" y="1810"/>
                  <a:pt x="62251" y="1799"/>
                  <a:pt x="60567" y="1773"/>
                </a:cubicBezTo>
                <a:cubicBezTo>
                  <a:pt x="46982" y="1571"/>
                  <a:pt x="33386" y="1368"/>
                  <a:pt x="19800" y="1166"/>
                </a:cubicBezTo>
                <a:cubicBezTo>
                  <a:pt x="17432" y="1135"/>
                  <a:pt x="14473" y="590"/>
                  <a:pt x="11780" y="590"/>
                </a:cubicBezTo>
                <a:cubicBezTo>
                  <a:pt x="9383" y="590"/>
                  <a:pt x="7196" y="1021"/>
                  <a:pt x="5823" y="2631"/>
                </a:cubicBezTo>
                <a:cubicBezTo>
                  <a:pt x="4287" y="4428"/>
                  <a:pt x="4334" y="8857"/>
                  <a:pt x="4656" y="11203"/>
                </a:cubicBezTo>
                <a:cubicBezTo>
                  <a:pt x="9073" y="43898"/>
                  <a:pt x="0" y="111168"/>
                  <a:pt x="4656" y="141183"/>
                </a:cubicBezTo>
                <a:cubicBezTo>
                  <a:pt x="4906" y="142791"/>
                  <a:pt x="7144" y="142993"/>
                  <a:pt x="8763" y="143076"/>
                </a:cubicBezTo>
                <a:cubicBezTo>
                  <a:pt x="16269" y="143444"/>
                  <a:pt x="22992" y="143592"/>
                  <a:pt x="29104" y="143592"/>
                </a:cubicBezTo>
                <a:cubicBezTo>
                  <a:pt x="54639" y="143592"/>
                  <a:pt x="69514" y="141003"/>
                  <a:pt x="86318" y="141003"/>
                </a:cubicBezTo>
                <a:cubicBezTo>
                  <a:pt x="90106" y="141003"/>
                  <a:pt x="93992" y="141135"/>
                  <a:pt x="98120" y="141457"/>
                </a:cubicBezTo>
                <a:cubicBezTo>
                  <a:pt x="109441" y="142339"/>
                  <a:pt x="120783" y="142673"/>
                  <a:pt x="132134" y="142673"/>
                </a:cubicBezTo>
                <a:cubicBezTo>
                  <a:pt x="152645" y="142673"/>
                  <a:pt x="173184" y="141583"/>
                  <a:pt x="193679" y="140671"/>
                </a:cubicBezTo>
                <a:cubicBezTo>
                  <a:pt x="194430" y="140638"/>
                  <a:pt x="195267" y="140623"/>
                  <a:pt x="196181" y="140623"/>
                </a:cubicBezTo>
                <a:cubicBezTo>
                  <a:pt x="207210" y="140623"/>
                  <a:pt x="229426" y="142867"/>
                  <a:pt x="245705" y="142867"/>
                </a:cubicBezTo>
                <a:cubicBezTo>
                  <a:pt x="255508" y="142867"/>
                  <a:pt x="263157" y="142053"/>
                  <a:pt x="264914" y="139445"/>
                </a:cubicBezTo>
                <a:cubicBezTo>
                  <a:pt x="272511" y="128170"/>
                  <a:pt x="267462" y="96213"/>
                  <a:pt x="268034" y="81259"/>
                </a:cubicBezTo>
                <a:cubicBezTo>
                  <a:pt x="269272" y="49362"/>
                  <a:pt x="268332" y="42707"/>
                  <a:pt x="267308" y="7107"/>
                </a:cubicBezTo>
                <a:cubicBezTo>
                  <a:pt x="267164" y="2261"/>
                  <a:pt x="265009" y="1"/>
                  <a:pt x="251027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000">
              <a:solidFill>
                <a:srgbClr val="EE6137"/>
              </a:solidFill>
              <a:latin typeface="Barrio"/>
              <a:ea typeface="Barrio"/>
              <a:cs typeface="Barrio"/>
              <a:sym typeface="Barrio"/>
            </a:endParaRPr>
          </a:p>
        </p:txBody>
      </p:sp>
      <p:sp>
        <p:nvSpPr>
          <p:cNvPr id="5868" name="Google Shape;5868;p39"/>
          <p:cNvSpPr/>
          <p:nvPr/>
        </p:nvSpPr>
        <p:spPr>
          <a:xfrm>
            <a:off x="551781" y="127516"/>
            <a:ext cx="8040437" cy="530576"/>
          </a:xfrm>
          <a:custGeom>
            <a:avLst/>
            <a:gdLst/>
            <a:ahLst/>
            <a:cxnLst/>
            <a:rect l="l" t="t" r="r" b="b"/>
            <a:pathLst>
              <a:path w="272511" h="143593" extrusionOk="0">
                <a:moveTo>
                  <a:pt x="251027" y="1"/>
                </a:moveTo>
                <a:cubicBezTo>
                  <a:pt x="245294" y="1"/>
                  <a:pt x="237572" y="381"/>
                  <a:pt x="227184" y="1118"/>
                </a:cubicBezTo>
                <a:cubicBezTo>
                  <a:pt x="222766" y="1431"/>
                  <a:pt x="215826" y="1538"/>
                  <a:pt x="208362" y="1538"/>
                </a:cubicBezTo>
                <a:cubicBezTo>
                  <a:pt x="195627" y="1538"/>
                  <a:pt x="181370" y="1225"/>
                  <a:pt x="175522" y="1083"/>
                </a:cubicBezTo>
                <a:cubicBezTo>
                  <a:pt x="174989" y="1069"/>
                  <a:pt x="173989" y="1063"/>
                  <a:pt x="172589" y="1063"/>
                </a:cubicBezTo>
                <a:cubicBezTo>
                  <a:pt x="157097" y="1063"/>
                  <a:pt x="92556" y="1810"/>
                  <a:pt x="67749" y="1810"/>
                </a:cubicBezTo>
                <a:cubicBezTo>
                  <a:pt x="64700" y="1810"/>
                  <a:pt x="62251" y="1799"/>
                  <a:pt x="60567" y="1773"/>
                </a:cubicBezTo>
                <a:cubicBezTo>
                  <a:pt x="46982" y="1571"/>
                  <a:pt x="33386" y="1368"/>
                  <a:pt x="19800" y="1166"/>
                </a:cubicBezTo>
                <a:cubicBezTo>
                  <a:pt x="17432" y="1135"/>
                  <a:pt x="14473" y="590"/>
                  <a:pt x="11780" y="590"/>
                </a:cubicBezTo>
                <a:cubicBezTo>
                  <a:pt x="9383" y="590"/>
                  <a:pt x="7196" y="1021"/>
                  <a:pt x="5823" y="2631"/>
                </a:cubicBezTo>
                <a:cubicBezTo>
                  <a:pt x="4287" y="4428"/>
                  <a:pt x="4334" y="8857"/>
                  <a:pt x="4656" y="11203"/>
                </a:cubicBezTo>
                <a:cubicBezTo>
                  <a:pt x="9073" y="43898"/>
                  <a:pt x="0" y="111168"/>
                  <a:pt x="4656" y="141183"/>
                </a:cubicBezTo>
                <a:cubicBezTo>
                  <a:pt x="4906" y="142791"/>
                  <a:pt x="7144" y="142993"/>
                  <a:pt x="8763" y="143076"/>
                </a:cubicBezTo>
                <a:cubicBezTo>
                  <a:pt x="16269" y="143444"/>
                  <a:pt x="22992" y="143592"/>
                  <a:pt x="29104" y="143592"/>
                </a:cubicBezTo>
                <a:cubicBezTo>
                  <a:pt x="54639" y="143592"/>
                  <a:pt x="69514" y="141003"/>
                  <a:pt x="86318" y="141003"/>
                </a:cubicBezTo>
                <a:cubicBezTo>
                  <a:pt x="90106" y="141003"/>
                  <a:pt x="93992" y="141135"/>
                  <a:pt x="98120" y="141457"/>
                </a:cubicBezTo>
                <a:cubicBezTo>
                  <a:pt x="109441" y="142339"/>
                  <a:pt x="120783" y="142673"/>
                  <a:pt x="132134" y="142673"/>
                </a:cubicBezTo>
                <a:cubicBezTo>
                  <a:pt x="152645" y="142673"/>
                  <a:pt x="173184" y="141583"/>
                  <a:pt x="193679" y="140671"/>
                </a:cubicBezTo>
                <a:cubicBezTo>
                  <a:pt x="194430" y="140638"/>
                  <a:pt x="195267" y="140623"/>
                  <a:pt x="196181" y="140623"/>
                </a:cubicBezTo>
                <a:cubicBezTo>
                  <a:pt x="207210" y="140623"/>
                  <a:pt x="229426" y="142867"/>
                  <a:pt x="245705" y="142867"/>
                </a:cubicBezTo>
                <a:cubicBezTo>
                  <a:pt x="255508" y="142867"/>
                  <a:pt x="263157" y="142053"/>
                  <a:pt x="264914" y="139445"/>
                </a:cubicBezTo>
                <a:cubicBezTo>
                  <a:pt x="272511" y="128170"/>
                  <a:pt x="267462" y="96213"/>
                  <a:pt x="268034" y="81259"/>
                </a:cubicBezTo>
                <a:cubicBezTo>
                  <a:pt x="269272" y="49362"/>
                  <a:pt x="268332" y="42707"/>
                  <a:pt x="267308" y="7107"/>
                </a:cubicBezTo>
                <a:cubicBezTo>
                  <a:pt x="267164" y="2261"/>
                  <a:pt x="265009" y="1"/>
                  <a:pt x="251027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000">
              <a:solidFill>
                <a:srgbClr val="EE6137"/>
              </a:solidFill>
              <a:latin typeface="Barrio"/>
              <a:ea typeface="Barrio"/>
              <a:cs typeface="Barrio"/>
              <a:sym typeface="Barrio"/>
            </a:endParaRPr>
          </a:p>
        </p:txBody>
      </p:sp>
      <p:sp>
        <p:nvSpPr>
          <p:cNvPr id="5869" name="Google Shape;5869;p39"/>
          <p:cNvSpPr txBox="1">
            <a:spLocks noGrp="1"/>
          </p:cNvSpPr>
          <p:nvPr>
            <p:ph type="title" idx="6"/>
          </p:nvPr>
        </p:nvSpPr>
        <p:spPr>
          <a:xfrm>
            <a:off x="664622" y="160458"/>
            <a:ext cx="77040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Outlier Analysis</a:t>
            </a:r>
            <a:endParaRPr/>
          </a:p>
        </p:txBody>
      </p:sp>
      <p:sp>
        <p:nvSpPr>
          <p:cNvPr id="5874" name="Google Shape;5874;p39"/>
          <p:cNvSpPr txBox="1">
            <a:spLocks noGrp="1"/>
          </p:cNvSpPr>
          <p:nvPr>
            <p:ph type="subTitle" idx="5"/>
          </p:nvPr>
        </p:nvSpPr>
        <p:spPr>
          <a:xfrm>
            <a:off x="4571998" y="3258662"/>
            <a:ext cx="3796621" cy="121919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l">
              <a:buNone/>
            </a:pPr>
            <a:r>
              <a:rPr lang="en-US" sz="2000" b="1">
                <a:latin typeface="Asmatic"/>
              </a:rPr>
              <a:t>M</a:t>
            </a:r>
            <a:r>
              <a:rPr lang="en-US" sz="1800" b="1">
                <a:latin typeface="Asmatic"/>
              </a:rPr>
              <a:t>ay:</a:t>
            </a:r>
            <a:r>
              <a:rPr lang="en-US" sz="1800">
                <a:latin typeface="Asmatic"/>
              </a:rPr>
              <a:t> from 234.39 mm → 10.52 mm </a:t>
            </a:r>
          </a:p>
          <a:p>
            <a:pPr algn="l">
              <a:buNone/>
            </a:pPr>
            <a:r>
              <a:rPr lang="en-US" sz="1800" b="1">
                <a:latin typeface="Asmatic"/>
              </a:rPr>
              <a:t>Dec:</a:t>
            </a:r>
            <a:r>
              <a:rPr lang="en-US" sz="1800">
                <a:latin typeface="Asmatic"/>
              </a:rPr>
              <a:t> from 90.04 mm → 0.44 mm </a:t>
            </a:r>
          </a:p>
          <a:p>
            <a:pPr algn="l">
              <a:buNone/>
            </a:pPr>
            <a:r>
              <a:rPr lang="en-US" sz="1800" b="1">
                <a:latin typeface="Asmatic"/>
              </a:rPr>
              <a:t>Feb:</a:t>
            </a:r>
            <a:r>
              <a:rPr lang="en-US" sz="1800">
                <a:latin typeface="Asmatic"/>
              </a:rPr>
              <a:t> from 21.10 mm → 0.38 mm </a:t>
            </a:r>
          </a:p>
          <a:p>
            <a:pPr algn="l"/>
            <a:r>
              <a:rPr lang="en-US" sz="1800" b="1">
                <a:latin typeface="Asmatic"/>
              </a:rPr>
              <a:t>April:</a:t>
            </a:r>
            <a:r>
              <a:rPr lang="en-US" sz="1800">
                <a:latin typeface="Asmatic"/>
              </a:rPr>
              <a:t> from 75.54 mm → 0.49 mm</a:t>
            </a:r>
            <a:endParaRPr lang="en-US">
              <a:latin typeface="Asmatic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2870A1B-59CB-ADA0-2C00-FBBD0FE8BD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282" y="730060"/>
            <a:ext cx="3932956" cy="209603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B1B1B4D-8507-15C3-E342-06BC7DBC9F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1999" y="736332"/>
            <a:ext cx="3996432" cy="2089761"/>
          </a:xfrm>
          <a:prstGeom prst="rect">
            <a:avLst/>
          </a:prstGeom>
        </p:spPr>
      </p:pic>
      <p:sp>
        <p:nvSpPr>
          <p:cNvPr id="16" name="Google Shape;5783;p36">
            <a:extLst>
              <a:ext uri="{FF2B5EF4-FFF2-40B4-BE49-F238E27FC236}">
                <a16:creationId xmlns:a16="http://schemas.microsoft.com/office/drawing/2014/main" id="{D66B8528-8F1D-9440-C847-01E77DDD833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0399" y="3258662"/>
            <a:ext cx="3360600" cy="121919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Asmatic"/>
              </a:rPr>
              <a:t>Key </a:t>
            </a:r>
            <a:br>
              <a:rPr lang="en" sz="3600">
                <a:latin typeface="Asmatic"/>
              </a:rPr>
            </a:br>
            <a:r>
              <a:rPr lang="en" sz="3600">
                <a:latin typeface="Asmatic"/>
              </a:rPr>
              <a:t>Observation</a:t>
            </a:r>
            <a:endParaRPr sz="4400">
              <a:latin typeface="Asmatic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2958635C-4947-CEE2-7456-3C7F8BDA8321}"/>
              </a:ext>
            </a:extLst>
          </p:cNvPr>
          <p:cNvCxnSpPr>
            <a:cxnSpLocks/>
          </p:cNvCxnSpPr>
          <p:nvPr/>
        </p:nvCxnSpPr>
        <p:spPr>
          <a:xfrm>
            <a:off x="4411618" y="3070860"/>
            <a:ext cx="0" cy="165354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A5A0505F-8E60-44A8-0EBF-1C4421399888}"/>
              </a:ext>
            </a:extLst>
          </p:cNvPr>
          <p:cNvCxnSpPr>
            <a:cxnSpLocks/>
          </p:cNvCxnSpPr>
          <p:nvPr/>
        </p:nvCxnSpPr>
        <p:spPr>
          <a:xfrm>
            <a:off x="4411618" y="918210"/>
            <a:ext cx="0" cy="165354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31" name="Google Shape;5931;p40"/>
          <p:cNvGrpSpPr/>
          <p:nvPr/>
        </p:nvGrpSpPr>
        <p:grpSpPr>
          <a:xfrm>
            <a:off x="-530028" y="-820115"/>
            <a:ext cx="10204055" cy="2374014"/>
            <a:chOff x="-334800" y="-1161100"/>
            <a:chExt cx="10204055" cy="2374014"/>
          </a:xfrm>
        </p:grpSpPr>
        <p:sp>
          <p:nvSpPr>
            <p:cNvPr id="5932" name="Google Shape;5932;p40"/>
            <p:cNvSpPr/>
            <p:nvPr/>
          </p:nvSpPr>
          <p:spPr>
            <a:xfrm>
              <a:off x="6039434" y="-1161100"/>
              <a:ext cx="3829821" cy="1816407"/>
            </a:xfrm>
            <a:custGeom>
              <a:avLst/>
              <a:gdLst/>
              <a:ahLst/>
              <a:cxnLst/>
              <a:rect l="l" t="t" r="r" b="b"/>
              <a:pathLst>
                <a:path w="147841" h="70118" extrusionOk="0">
                  <a:moveTo>
                    <a:pt x="77576" y="1"/>
                  </a:moveTo>
                  <a:cubicBezTo>
                    <a:pt x="49256" y="1"/>
                    <a:pt x="41550" y="24185"/>
                    <a:pt x="46654" y="38095"/>
                  </a:cubicBezTo>
                  <a:cubicBezTo>
                    <a:pt x="41172" y="36783"/>
                    <a:pt x="36360" y="36203"/>
                    <a:pt x="32155" y="36203"/>
                  </a:cubicBezTo>
                  <a:cubicBezTo>
                    <a:pt x="0" y="36203"/>
                    <a:pt x="3349" y="70118"/>
                    <a:pt x="14264" y="70118"/>
                  </a:cubicBezTo>
                  <a:lnTo>
                    <a:pt x="138320" y="70118"/>
                  </a:lnTo>
                  <a:cubicBezTo>
                    <a:pt x="147840" y="70118"/>
                    <a:pt x="145666" y="48175"/>
                    <a:pt x="127189" y="48175"/>
                  </a:cubicBezTo>
                  <a:cubicBezTo>
                    <a:pt x="126633" y="48175"/>
                    <a:pt x="126063" y="48194"/>
                    <a:pt x="125477" y="48235"/>
                  </a:cubicBezTo>
                  <a:cubicBezTo>
                    <a:pt x="128335" y="40800"/>
                    <a:pt x="123406" y="31980"/>
                    <a:pt x="114819" y="31980"/>
                  </a:cubicBezTo>
                  <a:cubicBezTo>
                    <a:pt x="112580" y="31980"/>
                    <a:pt x="110093" y="32579"/>
                    <a:pt x="107431" y="33958"/>
                  </a:cubicBezTo>
                  <a:cubicBezTo>
                    <a:pt x="112067" y="22650"/>
                    <a:pt x="105896" y="1"/>
                    <a:pt x="7757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3" name="Google Shape;5933;p40"/>
            <p:cNvSpPr/>
            <p:nvPr/>
          </p:nvSpPr>
          <p:spPr>
            <a:xfrm>
              <a:off x="6039434" y="-1161100"/>
              <a:ext cx="3829821" cy="1816407"/>
            </a:xfrm>
            <a:custGeom>
              <a:avLst/>
              <a:gdLst/>
              <a:ahLst/>
              <a:cxnLst/>
              <a:rect l="l" t="t" r="r" b="b"/>
              <a:pathLst>
                <a:path w="147841" h="70118" extrusionOk="0">
                  <a:moveTo>
                    <a:pt x="77576" y="1"/>
                  </a:moveTo>
                  <a:cubicBezTo>
                    <a:pt x="49256" y="1"/>
                    <a:pt x="41550" y="24185"/>
                    <a:pt x="46654" y="38095"/>
                  </a:cubicBezTo>
                  <a:cubicBezTo>
                    <a:pt x="41172" y="36783"/>
                    <a:pt x="36360" y="36203"/>
                    <a:pt x="32155" y="36203"/>
                  </a:cubicBezTo>
                  <a:cubicBezTo>
                    <a:pt x="0" y="36203"/>
                    <a:pt x="3349" y="70118"/>
                    <a:pt x="14264" y="70118"/>
                  </a:cubicBezTo>
                  <a:lnTo>
                    <a:pt x="138320" y="70118"/>
                  </a:lnTo>
                  <a:cubicBezTo>
                    <a:pt x="147840" y="70118"/>
                    <a:pt x="145666" y="48175"/>
                    <a:pt x="127189" y="48175"/>
                  </a:cubicBezTo>
                  <a:cubicBezTo>
                    <a:pt x="126633" y="48175"/>
                    <a:pt x="126063" y="48194"/>
                    <a:pt x="125477" y="48235"/>
                  </a:cubicBezTo>
                  <a:cubicBezTo>
                    <a:pt x="128335" y="40800"/>
                    <a:pt x="123406" y="31980"/>
                    <a:pt x="114819" y="31980"/>
                  </a:cubicBezTo>
                  <a:cubicBezTo>
                    <a:pt x="112580" y="31980"/>
                    <a:pt x="110093" y="32579"/>
                    <a:pt x="107431" y="33958"/>
                  </a:cubicBezTo>
                  <a:cubicBezTo>
                    <a:pt x="112067" y="22650"/>
                    <a:pt x="105896" y="1"/>
                    <a:pt x="77576" y="1"/>
                  </a:cubicBezTo>
                  <a:close/>
                </a:path>
              </a:pathLst>
            </a:custGeom>
            <a:solidFill>
              <a:srgbClr val="191919">
                <a:alpha val="150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4" name="Google Shape;5934;p40"/>
            <p:cNvSpPr/>
            <p:nvPr/>
          </p:nvSpPr>
          <p:spPr>
            <a:xfrm>
              <a:off x="2901686" y="-893639"/>
              <a:ext cx="3927076" cy="1570672"/>
            </a:xfrm>
            <a:custGeom>
              <a:avLst/>
              <a:gdLst/>
              <a:ahLst/>
              <a:cxnLst/>
              <a:rect l="l" t="t" r="r" b="b"/>
              <a:pathLst>
                <a:path w="140869" h="60632" extrusionOk="0">
                  <a:moveTo>
                    <a:pt x="58159" y="0"/>
                  </a:moveTo>
                  <a:cubicBezTo>
                    <a:pt x="47435" y="0"/>
                    <a:pt x="36548" y="7415"/>
                    <a:pt x="39639" y="23108"/>
                  </a:cubicBezTo>
                  <a:cubicBezTo>
                    <a:pt x="38141" y="20799"/>
                    <a:pt x="35913" y="19839"/>
                    <a:pt x="33709" y="19839"/>
                  </a:cubicBezTo>
                  <a:cubicBezTo>
                    <a:pt x="28842" y="19839"/>
                    <a:pt x="24087" y="24514"/>
                    <a:pt x="27530" y="29679"/>
                  </a:cubicBezTo>
                  <a:cubicBezTo>
                    <a:pt x="26357" y="29554"/>
                    <a:pt x="25233" y="29494"/>
                    <a:pt x="24158" y="29494"/>
                  </a:cubicBezTo>
                  <a:cubicBezTo>
                    <a:pt x="0" y="29494"/>
                    <a:pt x="152" y="59718"/>
                    <a:pt x="12319" y="60101"/>
                  </a:cubicBezTo>
                  <a:cubicBezTo>
                    <a:pt x="16345" y="60248"/>
                    <a:pt x="50070" y="60632"/>
                    <a:pt x="80104" y="60632"/>
                  </a:cubicBezTo>
                  <a:cubicBezTo>
                    <a:pt x="97857" y="60632"/>
                    <a:pt x="114320" y="60498"/>
                    <a:pt x="122598" y="60101"/>
                  </a:cubicBezTo>
                  <a:cubicBezTo>
                    <a:pt x="140868" y="59084"/>
                    <a:pt x="138947" y="35296"/>
                    <a:pt x="120451" y="35296"/>
                  </a:cubicBezTo>
                  <a:cubicBezTo>
                    <a:pt x="120137" y="35296"/>
                    <a:pt x="119819" y="35303"/>
                    <a:pt x="119496" y="35317"/>
                  </a:cubicBezTo>
                  <a:cubicBezTo>
                    <a:pt x="118030" y="23336"/>
                    <a:pt x="109499" y="19074"/>
                    <a:pt x="101625" y="19074"/>
                  </a:cubicBezTo>
                  <a:cubicBezTo>
                    <a:pt x="96060" y="19074"/>
                    <a:pt x="90823" y="21203"/>
                    <a:pt x="88641" y="24242"/>
                  </a:cubicBezTo>
                  <a:cubicBezTo>
                    <a:pt x="90922" y="19679"/>
                    <a:pt x="86957" y="15087"/>
                    <a:pt x="82551" y="15087"/>
                  </a:cubicBezTo>
                  <a:cubicBezTo>
                    <a:pt x="80257" y="15087"/>
                    <a:pt x="77845" y="16332"/>
                    <a:pt x="76132" y="19472"/>
                  </a:cubicBezTo>
                  <a:cubicBezTo>
                    <a:pt x="78460" y="6740"/>
                    <a:pt x="68384" y="0"/>
                    <a:pt x="5815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5" name="Google Shape;5935;p40"/>
            <p:cNvSpPr/>
            <p:nvPr/>
          </p:nvSpPr>
          <p:spPr>
            <a:xfrm>
              <a:off x="2901686" y="-893121"/>
              <a:ext cx="2056356" cy="1558134"/>
            </a:xfrm>
            <a:custGeom>
              <a:avLst/>
              <a:gdLst/>
              <a:ahLst/>
              <a:cxnLst/>
              <a:rect l="l" t="t" r="r" b="b"/>
              <a:pathLst>
                <a:path w="73764" h="60148" extrusionOk="0">
                  <a:moveTo>
                    <a:pt x="58150" y="1"/>
                  </a:moveTo>
                  <a:cubicBezTo>
                    <a:pt x="47430" y="1"/>
                    <a:pt x="36544" y="7403"/>
                    <a:pt x="39639" y="23088"/>
                  </a:cubicBezTo>
                  <a:cubicBezTo>
                    <a:pt x="38141" y="20779"/>
                    <a:pt x="35913" y="19819"/>
                    <a:pt x="33709" y="19819"/>
                  </a:cubicBezTo>
                  <a:cubicBezTo>
                    <a:pt x="28842" y="19819"/>
                    <a:pt x="24087" y="24494"/>
                    <a:pt x="27530" y="29659"/>
                  </a:cubicBezTo>
                  <a:cubicBezTo>
                    <a:pt x="26357" y="29534"/>
                    <a:pt x="25233" y="29474"/>
                    <a:pt x="24158" y="29474"/>
                  </a:cubicBezTo>
                  <a:cubicBezTo>
                    <a:pt x="0" y="29474"/>
                    <a:pt x="152" y="59698"/>
                    <a:pt x="12319" y="60081"/>
                  </a:cubicBezTo>
                  <a:cubicBezTo>
                    <a:pt x="12820" y="60114"/>
                    <a:pt x="13787" y="60148"/>
                    <a:pt x="15121" y="60148"/>
                  </a:cubicBezTo>
                  <a:cubicBezTo>
                    <a:pt x="12170" y="51167"/>
                    <a:pt x="17081" y="35948"/>
                    <a:pt x="34253" y="35948"/>
                  </a:cubicBezTo>
                  <a:cubicBezTo>
                    <a:pt x="35322" y="35948"/>
                    <a:pt x="36439" y="36007"/>
                    <a:pt x="37604" y="36131"/>
                  </a:cubicBezTo>
                  <a:cubicBezTo>
                    <a:pt x="34161" y="30966"/>
                    <a:pt x="38916" y="26290"/>
                    <a:pt x="43782" y="26290"/>
                  </a:cubicBezTo>
                  <a:cubicBezTo>
                    <a:pt x="45987" y="26290"/>
                    <a:pt x="48215" y="27250"/>
                    <a:pt x="49713" y="29559"/>
                  </a:cubicBezTo>
                  <a:cubicBezTo>
                    <a:pt x="46621" y="13872"/>
                    <a:pt x="57496" y="6460"/>
                    <a:pt x="68204" y="6460"/>
                  </a:cubicBezTo>
                  <a:cubicBezTo>
                    <a:pt x="70088" y="6460"/>
                    <a:pt x="71967" y="6689"/>
                    <a:pt x="73763" y="7143"/>
                  </a:cubicBezTo>
                  <a:cubicBezTo>
                    <a:pt x="70395" y="2437"/>
                    <a:pt x="64300" y="1"/>
                    <a:pt x="58150" y="1"/>
                  </a:cubicBezTo>
                  <a:close/>
                </a:path>
              </a:pathLst>
            </a:custGeom>
            <a:solidFill>
              <a:srgbClr val="000000">
                <a:alpha val="100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6" name="Google Shape;5936;p40"/>
            <p:cNvSpPr/>
            <p:nvPr/>
          </p:nvSpPr>
          <p:spPr>
            <a:xfrm>
              <a:off x="2910523" y="-893354"/>
              <a:ext cx="2045651" cy="1536762"/>
            </a:xfrm>
            <a:custGeom>
              <a:avLst/>
              <a:gdLst/>
              <a:ahLst/>
              <a:cxnLst/>
              <a:rect l="l" t="t" r="r" b="b"/>
              <a:pathLst>
                <a:path w="73380" h="59323" extrusionOk="0">
                  <a:moveTo>
                    <a:pt x="57828" y="1"/>
                  </a:moveTo>
                  <a:cubicBezTo>
                    <a:pt x="47104" y="1"/>
                    <a:pt x="36219" y="7412"/>
                    <a:pt x="39322" y="23097"/>
                  </a:cubicBezTo>
                  <a:cubicBezTo>
                    <a:pt x="37824" y="20788"/>
                    <a:pt x="35596" y="19828"/>
                    <a:pt x="33392" y="19828"/>
                  </a:cubicBezTo>
                  <a:cubicBezTo>
                    <a:pt x="28525" y="19828"/>
                    <a:pt x="23770" y="24503"/>
                    <a:pt x="27213" y="29668"/>
                  </a:cubicBezTo>
                  <a:cubicBezTo>
                    <a:pt x="26047" y="29545"/>
                    <a:pt x="24929" y="29485"/>
                    <a:pt x="23859" y="29485"/>
                  </a:cubicBezTo>
                  <a:cubicBezTo>
                    <a:pt x="1826" y="29485"/>
                    <a:pt x="0" y="54583"/>
                    <a:pt x="9067" y="59323"/>
                  </a:cubicBezTo>
                  <a:cubicBezTo>
                    <a:pt x="4207" y="51023"/>
                    <a:pt x="8304" y="32720"/>
                    <a:pt x="27121" y="32720"/>
                  </a:cubicBezTo>
                  <a:cubicBezTo>
                    <a:pt x="28193" y="32720"/>
                    <a:pt x="29313" y="32780"/>
                    <a:pt x="30482" y="32904"/>
                  </a:cubicBezTo>
                  <a:cubicBezTo>
                    <a:pt x="27039" y="27739"/>
                    <a:pt x="31779" y="23064"/>
                    <a:pt x="36635" y="23064"/>
                  </a:cubicBezTo>
                  <a:cubicBezTo>
                    <a:pt x="38835" y="23064"/>
                    <a:pt x="41060" y="24023"/>
                    <a:pt x="42558" y="26333"/>
                  </a:cubicBezTo>
                  <a:cubicBezTo>
                    <a:pt x="39474" y="10655"/>
                    <a:pt x="50360" y="3251"/>
                    <a:pt x="61079" y="3251"/>
                  </a:cubicBezTo>
                  <a:cubicBezTo>
                    <a:pt x="65550" y="3251"/>
                    <a:pt x="69992" y="4539"/>
                    <a:pt x="73380" y="7052"/>
                  </a:cubicBezTo>
                  <a:cubicBezTo>
                    <a:pt x="69990" y="2404"/>
                    <a:pt x="63936" y="1"/>
                    <a:pt x="57828" y="1"/>
                  </a:cubicBezTo>
                  <a:close/>
                </a:path>
              </a:pathLst>
            </a:custGeom>
            <a:solidFill>
              <a:srgbClr val="000000">
                <a:alpha val="100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7" name="Google Shape;5937;p40"/>
            <p:cNvSpPr/>
            <p:nvPr/>
          </p:nvSpPr>
          <p:spPr>
            <a:xfrm>
              <a:off x="6047231" y="-1161100"/>
              <a:ext cx="2579931" cy="1815552"/>
            </a:xfrm>
            <a:custGeom>
              <a:avLst/>
              <a:gdLst/>
              <a:ahLst/>
              <a:cxnLst/>
              <a:rect l="l" t="t" r="r" b="b"/>
              <a:pathLst>
                <a:path w="99592" h="70085" extrusionOk="0">
                  <a:moveTo>
                    <a:pt x="77275" y="1"/>
                  </a:moveTo>
                  <a:cubicBezTo>
                    <a:pt x="48988" y="1"/>
                    <a:pt x="41249" y="24185"/>
                    <a:pt x="46353" y="38095"/>
                  </a:cubicBezTo>
                  <a:cubicBezTo>
                    <a:pt x="40876" y="36785"/>
                    <a:pt x="36066" y="36205"/>
                    <a:pt x="31863" y="36205"/>
                  </a:cubicBezTo>
                  <a:cubicBezTo>
                    <a:pt x="1" y="36205"/>
                    <a:pt x="2966" y="69495"/>
                    <a:pt x="13663" y="70084"/>
                  </a:cubicBezTo>
                  <a:cubicBezTo>
                    <a:pt x="8274" y="61806"/>
                    <a:pt x="12486" y="38234"/>
                    <a:pt x="35298" y="38234"/>
                  </a:cubicBezTo>
                  <a:cubicBezTo>
                    <a:pt x="39877" y="38234"/>
                    <a:pt x="45206" y="39183"/>
                    <a:pt x="51357" y="41397"/>
                  </a:cubicBezTo>
                  <a:cubicBezTo>
                    <a:pt x="47687" y="21049"/>
                    <a:pt x="53959" y="3303"/>
                    <a:pt x="82279" y="3303"/>
                  </a:cubicBezTo>
                  <a:cubicBezTo>
                    <a:pt x="89384" y="3303"/>
                    <a:pt x="95088" y="4738"/>
                    <a:pt x="99591" y="7039"/>
                  </a:cubicBezTo>
                  <a:cubicBezTo>
                    <a:pt x="94621" y="2836"/>
                    <a:pt x="87349" y="1"/>
                    <a:pt x="77275" y="1"/>
                  </a:cubicBezTo>
                  <a:close/>
                </a:path>
              </a:pathLst>
            </a:custGeom>
            <a:solidFill>
              <a:srgbClr val="000000">
                <a:alpha val="100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8" name="Google Shape;5938;p40"/>
            <p:cNvSpPr/>
            <p:nvPr/>
          </p:nvSpPr>
          <p:spPr>
            <a:xfrm>
              <a:off x="-334800" y="-1034326"/>
              <a:ext cx="4676034" cy="1815529"/>
            </a:xfrm>
            <a:custGeom>
              <a:avLst/>
              <a:gdLst/>
              <a:ahLst/>
              <a:cxnLst/>
              <a:rect l="l" t="t" r="r" b="b"/>
              <a:pathLst>
                <a:path w="171299" h="81259" extrusionOk="0">
                  <a:moveTo>
                    <a:pt x="89907" y="0"/>
                  </a:moveTo>
                  <a:cubicBezTo>
                    <a:pt x="57084" y="0"/>
                    <a:pt x="48144" y="28054"/>
                    <a:pt x="54048" y="44132"/>
                  </a:cubicBezTo>
                  <a:lnTo>
                    <a:pt x="54048" y="44132"/>
                  </a:lnTo>
                  <a:cubicBezTo>
                    <a:pt x="47711" y="42619"/>
                    <a:pt x="42146" y="41950"/>
                    <a:pt x="37282" y="41950"/>
                  </a:cubicBezTo>
                  <a:cubicBezTo>
                    <a:pt x="1" y="41950"/>
                    <a:pt x="3863" y="81258"/>
                    <a:pt x="16521" y="81258"/>
                  </a:cubicBezTo>
                  <a:lnTo>
                    <a:pt x="160291" y="81258"/>
                  </a:lnTo>
                  <a:cubicBezTo>
                    <a:pt x="171298" y="81258"/>
                    <a:pt x="168794" y="55869"/>
                    <a:pt x="147380" y="55869"/>
                  </a:cubicBezTo>
                  <a:cubicBezTo>
                    <a:pt x="146731" y="55869"/>
                    <a:pt x="146064" y="55892"/>
                    <a:pt x="145380" y="55940"/>
                  </a:cubicBezTo>
                  <a:cubicBezTo>
                    <a:pt x="148684" y="47296"/>
                    <a:pt x="143002" y="37081"/>
                    <a:pt x="133081" y="37081"/>
                  </a:cubicBezTo>
                  <a:cubicBezTo>
                    <a:pt x="130482" y="37081"/>
                    <a:pt x="127593" y="37782"/>
                    <a:pt x="124499" y="39395"/>
                  </a:cubicBezTo>
                  <a:cubicBezTo>
                    <a:pt x="129869" y="26252"/>
                    <a:pt x="122697" y="0"/>
                    <a:pt x="8990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9" name="Google Shape;5939;p40"/>
            <p:cNvSpPr/>
            <p:nvPr/>
          </p:nvSpPr>
          <p:spPr>
            <a:xfrm>
              <a:off x="1572102" y="-1034326"/>
              <a:ext cx="2767366" cy="1815529"/>
            </a:xfrm>
            <a:custGeom>
              <a:avLst/>
              <a:gdLst/>
              <a:ahLst/>
              <a:cxnLst/>
              <a:rect l="l" t="t" r="r" b="b"/>
              <a:pathLst>
                <a:path w="101378" h="81259" extrusionOk="0">
                  <a:moveTo>
                    <a:pt x="20048" y="0"/>
                  </a:moveTo>
                  <a:cubicBezTo>
                    <a:pt x="11942" y="0"/>
                    <a:pt x="5338" y="1701"/>
                    <a:pt x="1" y="4503"/>
                  </a:cubicBezTo>
                  <a:cubicBezTo>
                    <a:pt x="4537" y="2802"/>
                    <a:pt x="9874" y="1801"/>
                    <a:pt x="16012" y="1801"/>
                  </a:cubicBezTo>
                  <a:cubicBezTo>
                    <a:pt x="48835" y="1801"/>
                    <a:pt x="56007" y="28054"/>
                    <a:pt x="50637" y="41196"/>
                  </a:cubicBezTo>
                  <a:cubicBezTo>
                    <a:pt x="53731" y="39583"/>
                    <a:pt x="56621" y="38883"/>
                    <a:pt x="59219" y="38883"/>
                  </a:cubicBezTo>
                  <a:cubicBezTo>
                    <a:pt x="69139" y="38883"/>
                    <a:pt x="74816" y="49098"/>
                    <a:pt x="71485" y="57742"/>
                  </a:cubicBezTo>
                  <a:lnTo>
                    <a:pt x="71485" y="57742"/>
                  </a:lnTo>
                  <a:cubicBezTo>
                    <a:pt x="72167" y="57694"/>
                    <a:pt x="72831" y="57671"/>
                    <a:pt x="73478" y="57671"/>
                  </a:cubicBezTo>
                  <a:cubicBezTo>
                    <a:pt x="91417" y="57671"/>
                    <a:pt x="96108" y="75431"/>
                    <a:pt x="90699" y="81258"/>
                  </a:cubicBezTo>
                  <a:cubicBezTo>
                    <a:pt x="101378" y="80838"/>
                    <a:pt x="98777" y="55868"/>
                    <a:pt x="77538" y="55868"/>
                  </a:cubicBezTo>
                  <a:cubicBezTo>
                    <a:pt x="76883" y="55868"/>
                    <a:pt x="76211" y="55891"/>
                    <a:pt x="75521" y="55940"/>
                  </a:cubicBezTo>
                  <a:lnTo>
                    <a:pt x="75521" y="55940"/>
                  </a:lnTo>
                  <a:cubicBezTo>
                    <a:pt x="78828" y="47289"/>
                    <a:pt x="73134" y="37065"/>
                    <a:pt x="63198" y="37065"/>
                  </a:cubicBezTo>
                  <a:cubicBezTo>
                    <a:pt x="60605" y="37065"/>
                    <a:pt x="57725" y="37761"/>
                    <a:pt x="54640" y="39362"/>
                  </a:cubicBezTo>
                  <a:cubicBezTo>
                    <a:pt x="60010" y="26252"/>
                    <a:pt x="52838" y="0"/>
                    <a:pt x="20048" y="0"/>
                  </a:cubicBezTo>
                  <a:close/>
                </a:path>
              </a:pathLst>
            </a:custGeom>
            <a:solidFill>
              <a:srgbClr val="000000">
                <a:alpha val="100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0" name="Google Shape;5940;p40"/>
            <p:cNvSpPr/>
            <p:nvPr/>
          </p:nvSpPr>
          <p:spPr>
            <a:xfrm>
              <a:off x="4427388" y="-440032"/>
              <a:ext cx="3840753" cy="1652946"/>
            </a:xfrm>
            <a:custGeom>
              <a:avLst/>
              <a:gdLst/>
              <a:ahLst/>
              <a:cxnLst/>
              <a:rect l="l" t="t" r="r" b="b"/>
              <a:pathLst>
                <a:path w="148263" h="63808" extrusionOk="0">
                  <a:moveTo>
                    <a:pt x="87046" y="0"/>
                  </a:moveTo>
                  <a:cubicBezTo>
                    <a:pt x="76284" y="0"/>
                    <a:pt x="65686" y="7090"/>
                    <a:pt x="68160" y="20473"/>
                  </a:cubicBezTo>
                  <a:cubicBezTo>
                    <a:pt x="66358" y="17176"/>
                    <a:pt x="63817" y="15869"/>
                    <a:pt x="61401" y="15869"/>
                  </a:cubicBezTo>
                  <a:cubicBezTo>
                    <a:pt x="56755" y="15869"/>
                    <a:pt x="52570" y="20704"/>
                    <a:pt x="54984" y="25510"/>
                  </a:cubicBezTo>
                  <a:cubicBezTo>
                    <a:pt x="52677" y="22305"/>
                    <a:pt x="47159" y="20060"/>
                    <a:pt x="41298" y="20060"/>
                  </a:cubicBezTo>
                  <a:cubicBezTo>
                    <a:pt x="33010" y="20060"/>
                    <a:pt x="24038" y="24548"/>
                    <a:pt x="22495" y="37152"/>
                  </a:cubicBezTo>
                  <a:cubicBezTo>
                    <a:pt x="22158" y="37137"/>
                    <a:pt x="21827" y="37130"/>
                    <a:pt x="21500" y="37130"/>
                  </a:cubicBezTo>
                  <a:cubicBezTo>
                    <a:pt x="2007" y="37130"/>
                    <a:pt x="0" y="62188"/>
                    <a:pt x="19226" y="63270"/>
                  </a:cubicBezTo>
                  <a:cubicBezTo>
                    <a:pt x="27781" y="63672"/>
                    <a:pt x="44650" y="63807"/>
                    <a:pt x="62952" y="63807"/>
                  </a:cubicBezTo>
                  <a:cubicBezTo>
                    <a:pt x="94812" y="63807"/>
                    <a:pt x="131017" y="63398"/>
                    <a:pt x="135275" y="63270"/>
                  </a:cubicBezTo>
                  <a:cubicBezTo>
                    <a:pt x="148117" y="62855"/>
                    <a:pt x="148263" y="31022"/>
                    <a:pt x="122794" y="31022"/>
                  </a:cubicBezTo>
                  <a:cubicBezTo>
                    <a:pt x="121667" y="31022"/>
                    <a:pt x="120491" y="31084"/>
                    <a:pt x="119264" y="31214"/>
                  </a:cubicBezTo>
                  <a:cubicBezTo>
                    <a:pt x="122889" y="25776"/>
                    <a:pt x="117896" y="20874"/>
                    <a:pt x="112787" y="20874"/>
                  </a:cubicBezTo>
                  <a:cubicBezTo>
                    <a:pt x="110469" y="20874"/>
                    <a:pt x="108127" y="21883"/>
                    <a:pt x="106555" y="24309"/>
                  </a:cubicBezTo>
                  <a:cubicBezTo>
                    <a:pt x="109799" y="7797"/>
                    <a:pt x="98332" y="0"/>
                    <a:pt x="87046" y="0"/>
                  </a:cubicBezTo>
                  <a:close/>
                </a:path>
              </a:pathLst>
            </a:custGeom>
            <a:solidFill>
              <a:srgbClr val="F2F3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1" name="Google Shape;5941;p40"/>
            <p:cNvSpPr/>
            <p:nvPr/>
          </p:nvSpPr>
          <p:spPr>
            <a:xfrm>
              <a:off x="4469455" y="-29389"/>
              <a:ext cx="1716724" cy="1141089"/>
            </a:xfrm>
            <a:custGeom>
              <a:avLst/>
              <a:gdLst/>
              <a:ahLst/>
              <a:cxnLst/>
              <a:rect l="l" t="t" r="r" b="b"/>
              <a:pathLst>
                <a:path w="66270" h="44049" extrusionOk="0">
                  <a:moveTo>
                    <a:pt x="59764" y="1"/>
                  </a:moveTo>
                  <a:cubicBezTo>
                    <a:pt x="55127" y="1"/>
                    <a:pt x="50954" y="4844"/>
                    <a:pt x="53360" y="9657"/>
                  </a:cubicBezTo>
                  <a:cubicBezTo>
                    <a:pt x="51053" y="6452"/>
                    <a:pt x="45535" y="4207"/>
                    <a:pt x="39674" y="4207"/>
                  </a:cubicBezTo>
                  <a:cubicBezTo>
                    <a:pt x="31386" y="4207"/>
                    <a:pt x="22414" y="8695"/>
                    <a:pt x="20871" y="21299"/>
                  </a:cubicBezTo>
                  <a:cubicBezTo>
                    <a:pt x="20529" y="21284"/>
                    <a:pt x="20193" y="21277"/>
                    <a:pt x="19862" y="21277"/>
                  </a:cubicBezTo>
                  <a:cubicBezTo>
                    <a:pt x="4461" y="21277"/>
                    <a:pt x="1" y="36962"/>
                    <a:pt x="8295" y="44048"/>
                  </a:cubicBezTo>
                  <a:cubicBezTo>
                    <a:pt x="3504" y="36291"/>
                    <a:pt x="8585" y="23980"/>
                    <a:pt x="22231" y="23980"/>
                  </a:cubicBezTo>
                  <a:cubicBezTo>
                    <a:pt x="22551" y="23980"/>
                    <a:pt x="22876" y="23987"/>
                    <a:pt x="23206" y="24001"/>
                  </a:cubicBezTo>
                  <a:cubicBezTo>
                    <a:pt x="24749" y="11418"/>
                    <a:pt x="33720" y="6926"/>
                    <a:pt x="42008" y="6926"/>
                  </a:cubicBezTo>
                  <a:cubicBezTo>
                    <a:pt x="47869" y="6926"/>
                    <a:pt x="53388" y="9173"/>
                    <a:pt x="55695" y="12392"/>
                  </a:cubicBezTo>
                  <a:cubicBezTo>
                    <a:pt x="53287" y="7577"/>
                    <a:pt x="57470" y="2721"/>
                    <a:pt x="62108" y="2721"/>
                  </a:cubicBezTo>
                  <a:cubicBezTo>
                    <a:pt x="63510" y="2721"/>
                    <a:pt x="64954" y="3165"/>
                    <a:pt x="66270" y="4187"/>
                  </a:cubicBezTo>
                  <a:cubicBezTo>
                    <a:pt x="64487" y="1197"/>
                    <a:pt x="62068" y="1"/>
                    <a:pt x="59764" y="1"/>
                  </a:cubicBezTo>
                  <a:close/>
                </a:path>
              </a:pathLst>
            </a:custGeom>
            <a:solidFill>
              <a:srgbClr val="000000">
                <a:alpha val="100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2" name="Google Shape;5942;p40"/>
            <p:cNvSpPr/>
            <p:nvPr/>
          </p:nvSpPr>
          <p:spPr>
            <a:xfrm>
              <a:off x="6132306" y="-440161"/>
              <a:ext cx="988742" cy="590997"/>
            </a:xfrm>
            <a:custGeom>
              <a:avLst/>
              <a:gdLst/>
              <a:ahLst/>
              <a:cxnLst/>
              <a:rect l="l" t="t" r="r" b="b"/>
              <a:pathLst>
                <a:path w="38168" h="22814" extrusionOk="0">
                  <a:moveTo>
                    <a:pt x="21242" y="1"/>
                  </a:moveTo>
                  <a:cubicBezTo>
                    <a:pt x="10545" y="1"/>
                    <a:pt x="0" y="6997"/>
                    <a:pt x="2275" y="20211"/>
                  </a:cubicBezTo>
                  <a:cubicBezTo>
                    <a:pt x="3042" y="20812"/>
                    <a:pt x="3742" y="21646"/>
                    <a:pt x="4376" y="22680"/>
                  </a:cubicBezTo>
                  <a:cubicBezTo>
                    <a:pt x="4443" y="22713"/>
                    <a:pt x="4510" y="22746"/>
                    <a:pt x="4610" y="22813"/>
                  </a:cubicBezTo>
                  <a:cubicBezTo>
                    <a:pt x="2411" y="9667"/>
                    <a:pt x="12912" y="2715"/>
                    <a:pt x="23573" y="2715"/>
                  </a:cubicBezTo>
                  <a:cubicBezTo>
                    <a:pt x="28926" y="2715"/>
                    <a:pt x="34320" y="4468"/>
                    <a:pt x="38167" y="8069"/>
                  </a:cubicBezTo>
                  <a:cubicBezTo>
                    <a:pt x="34414" y="2630"/>
                    <a:pt x="27800" y="1"/>
                    <a:pt x="21242" y="1"/>
                  </a:cubicBezTo>
                  <a:close/>
                </a:path>
              </a:pathLst>
            </a:custGeom>
            <a:solidFill>
              <a:srgbClr val="000000">
                <a:alpha val="100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3" name="Google Shape;5943;p40"/>
            <p:cNvSpPr/>
            <p:nvPr/>
          </p:nvSpPr>
          <p:spPr>
            <a:xfrm>
              <a:off x="6326010" y="231118"/>
              <a:ext cx="6943" cy="11269"/>
            </a:xfrm>
            <a:custGeom>
              <a:avLst/>
              <a:gdLst/>
              <a:ahLst/>
              <a:cxnLst/>
              <a:rect l="l" t="t" r="r" b="b"/>
              <a:pathLst>
                <a:path w="268" h="435" extrusionOk="0">
                  <a:moveTo>
                    <a:pt x="0" y="0"/>
                  </a:moveTo>
                  <a:lnTo>
                    <a:pt x="0" y="0"/>
                  </a:lnTo>
                  <a:cubicBezTo>
                    <a:pt x="101" y="134"/>
                    <a:pt x="201" y="301"/>
                    <a:pt x="267" y="434"/>
                  </a:cubicBezTo>
                  <a:cubicBezTo>
                    <a:pt x="234" y="334"/>
                    <a:pt x="234" y="267"/>
                    <a:pt x="234" y="167"/>
                  </a:cubicBezTo>
                  <a:cubicBezTo>
                    <a:pt x="167" y="100"/>
                    <a:pt x="101" y="67"/>
                    <a:pt x="0" y="0"/>
                  </a:cubicBezTo>
                  <a:close/>
                </a:path>
              </a:pathLst>
            </a:custGeom>
            <a:solidFill>
              <a:srgbClr val="F2F3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4" name="Google Shape;5944;p40"/>
            <p:cNvSpPr/>
            <p:nvPr/>
          </p:nvSpPr>
          <p:spPr>
            <a:xfrm>
              <a:off x="6186029" y="79041"/>
              <a:ext cx="6943" cy="11269"/>
            </a:xfrm>
            <a:custGeom>
              <a:avLst/>
              <a:gdLst/>
              <a:ahLst/>
              <a:cxnLst/>
              <a:rect l="l" t="t" r="r" b="b"/>
              <a:pathLst>
                <a:path w="268" h="435" extrusionOk="0">
                  <a:moveTo>
                    <a:pt x="1" y="1"/>
                  </a:moveTo>
                  <a:lnTo>
                    <a:pt x="1" y="1"/>
                  </a:lnTo>
                  <a:cubicBezTo>
                    <a:pt x="101" y="134"/>
                    <a:pt x="167" y="267"/>
                    <a:pt x="267" y="434"/>
                  </a:cubicBezTo>
                  <a:cubicBezTo>
                    <a:pt x="234" y="334"/>
                    <a:pt x="234" y="234"/>
                    <a:pt x="201" y="167"/>
                  </a:cubicBezTo>
                  <a:cubicBezTo>
                    <a:pt x="134" y="101"/>
                    <a:pt x="67" y="34"/>
                    <a:pt x="1" y="1"/>
                  </a:cubicBezTo>
                  <a:close/>
                </a:path>
              </a:pathLst>
            </a:custGeom>
            <a:solidFill>
              <a:srgbClr val="F2F3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5" name="Google Shape;5945;p40"/>
            <p:cNvSpPr/>
            <p:nvPr/>
          </p:nvSpPr>
          <p:spPr>
            <a:xfrm>
              <a:off x="7499004" y="307641"/>
              <a:ext cx="6943" cy="11269"/>
            </a:xfrm>
            <a:custGeom>
              <a:avLst/>
              <a:gdLst/>
              <a:ahLst/>
              <a:cxnLst/>
              <a:rect l="l" t="t" r="r" b="b"/>
              <a:pathLst>
                <a:path w="268" h="435" extrusionOk="0">
                  <a:moveTo>
                    <a:pt x="1" y="1"/>
                  </a:moveTo>
                  <a:lnTo>
                    <a:pt x="1" y="1"/>
                  </a:lnTo>
                  <a:cubicBezTo>
                    <a:pt x="101" y="134"/>
                    <a:pt x="167" y="267"/>
                    <a:pt x="267" y="434"/>
                  </a:cubicBezTo>
                  <a:cubicBezTo>
                    <a:pt x="234" y="334"/>
                    <a:pt x="234" y="234"/>
                    <a:pt x="201" y="167"/>
                  </a:cubicBezTo>
                  <a:cubicBezTo>
                    <a:pt x="134" y="101"/>
                    <a:pt x="67" y="34"/>
                    <a:pt x="1" y="1"/>
                  </a:cubicBezTo>
                  <a:close/>
                </a:path>
              </a:pathLst>
            </a:custGeom>
            <a:solidFill>
              <a:srgbClr val="F2F3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6" name="Google Shape;5946;p40"/>
            <p:cNvSpPr/>
            <p:nvPr/>
          </p:nvSpPr>
          <p:spPr>
            <a:xfrm>
              <a:off x="-334800" y="-1034326"/>
              <a:ext cx="4676034" cy="1815529"/>
            </a:xfrm>
            <a:custGeom>
              <a:avLst/>
              <a:gdLst/>
              <a:ahLst/>
              <a:cxnLst/>
              <a:rect l="l" t="t" r="r" b="b"/>
              <a:pathLst>
                <a:path w="171299" h="81259" extrusionOk="0">
                  <a:moveTo>
                    <a:pt x="89907" y="0"/>
                  </a:moveTo>
                  <a:cubicBezTo>
                    <a:pt x="57084" y="0"/>
                    <a:pt x="48144" y="28054"/>
                    <a:pt x="54048" y="44132"/>
                  </a:cubicBezTo>
                  <a:lnTo>
                    <a:pt x="54048" y="44132"/>
                  </a:lnTo>
                  <a:cubicBezTo>
                    <a:pt x="47711" y="42619"/>
                    <a:pt x="42146" y="41950"/>
                    <a:pt x="37282" y="41950"/>
                  </a:cubicBezTo>
                  <a:cubicBezTo>
                    <a:pt x="1" y="41950"/>
                    <a:pt x="3863" y="81258"/>
                    <a:pt x="16521" y="81258"/>
                  </a:cubicBezTo>
                  <a:lnTo>
                    <a:pt x="160291" y="81258"/>
                  </a:lnTo>
                  <a:cubicBezTo>
                    <a:pt x="171298" y="81258"/>
                    <a:pt x="168794" y="55869"/>
                    <a:pt x="147380" y="55869"/>
                  </a:cubicBezTo>
                  <a:cubicBezTo>
                    <a:pt x="146731" y="55869"/>
                    <a:pt x="146064" y="55892"/>
                    <a:pt x="145380" y="55940"/>
                  </a:cubicBezTo>
                  <a:cubicBezTo>
                    <a:pt x="148684" y="47296"/>
                    <a:pt x="143002" y="37081"/>
                    <a:pt x="133081" y="37081"/>
                  </a:cubicBezTo>
                  <a:cubicBezTo>
                    <a:pt x="130482" y="37081"/>
                    <a:pt x="127593" y="37782"/>
                    <a:pt x="124499" y="39395"/>
                  </a:cubicBezTo>
                  <a:cubicBezTo>
                    <a:pt x="129869" y="26252"/>
                    <a:pt x="122697" y="0"/>
                    <a:pt x="89907" y="0"/>
                  </a:cubicBezTo>
                  <a:close/>
                </a:path>
              </a:pathLst>
            </a:custGeom>
            <a:solidFill>
              <a:srgbClr val="000000">
                <a:alpha val="100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7" name="Google Shape;5947;p40"/>
            <p:cNvSpPr/>
            <p:nvPr/>
          </p:nvSpPr>
          <p:spPr>
            <a:xfrm>
              <a:off x="4452540" y="-440161"/>
              <a:ext cx="2690208" cy="1590774"/>
            </a:xfrm>
            <a:custGeom>
              <a:avLst/>
              <a:gdLst/>
              <a:ahLst/>
              <a:cxnLst/>
              <a:rect l="l" t="t" r="r" b="b"/>
              <a:pathLst>
                <a:path w="103849" h="61408" extrusionOk="0">
                  <a:moveTo>
                    <a:pt x="86058" y="1"/>
                  </a:moveTo>
                  <a:cubicBezTo>
                    <a:pt x="75305" y="1"/>
                    <a:pt x="64717" y="7089"/>
                    <a:pt x="67189" y="20478"/>
                  </a:cubicBezTo>
                  <a:cubicBezTo>
                    <a:pt x="65387" y="17169"/>
                    <a:pt x="62846" y="15859"/>
                    <a:pt x="60431" y="15859"/>
                  </a:cubicBezTo>
                  <a:cubicBezTo>
                    <a:pt x="55784" y="15859"/>
                    <a:pt x="51599" y="20709"/>
                    <a:pt x="54013" y="25515"/>
                  </a:cubicBezTo>
                  <a:cubicBezTo>
                    <a:pt x="51706" y="22310"/>
                    <a:pt x="46188" y="20065"/>
                    <a:pt x="40327" y="20065"/>
                  </a:cubicBezTo>
                  <a:cubicBezTo>
                    <a:pt x="32039" y="20065"/>
                    <a:pt x="23067" y="24553"/>
                    <a:pt x="21524" y="37157"/>
                  </a:cubicBezTo>
                  <a:cubicBezTo>
                    <a:pt x="21177" y="37142"/>
                    <a:pt x="20836" y="37134"/>
                    <a:pt x="20500" y="37134"/>
                  </a:cubicBezTo>
                  <a:cubicBezTo>
                    <a:pt x="3881" y="37134"/>
                    <a:pt x="1" y="55424"/>
                    <a:pt x="11183" y="61407"/>
                  </a:cubicBezTo>
                  <a:cubicBezTo>
                    <a:pt x="7962" y="53698"/>
                    <a:pt x="13212" y="43007"/>
                    <a:pt x="25972" y="43007"/>
                  </a:cubicBezTo>
                  <a:cubicBezTo>
                    <a:pt x="26297" y="43007"/>
                    <a:pt x="26626" y="43014"/>
                    <a:pt x="26961" y="43028"/>
                  </a:cubicBezTo>
                  <a:cubicBezTo>
                    <a:pt x="28504" y="30424"/>
                    <a:pt x="37477" y="25936"/>
                    <a:pt x="45758" y="25936"/>
                  </a:cubicBezTo>
                  <a:cubicBezTo>
                    <a:pt x="51613" y="25936"/>
                    <a:pt x="57124" y="28180"/>
                    <a:pt x="59417" y="31386"/>
                  </a:cubicBezTo>
                  <a:cubicBezTo>
                    <a:pt x="57025" y="26579"/>
                    <a:pt x="61203" y="21730"/>
                    <a:pt x="65842" y="21730"/>
                  </a:cubicBezTo>
                  <a:cubicBezTo>
                    <a:pt x="68254" y="21730"/>
                    <a:pt x="70791" y="23040"/>
                    <a:pt x="72593" y="26349"/>
                  </a:cubicBezTo>
                  <a:cubicBezTo>
                    <a:pt x="70130" y="12965"/>
                    <a:pt x="80721" y="5872"/>
                    <a:pt x="91476" y="5872"/>
                  </a:cubicBezTo>
                  <a:cubicBezTo>
                    <a:pt x="95865" y="5872"/>
                    <a:pt x="100282" y="7053"/>
                    <a:pt x="103849" y="9470"/>
                  </a:cubicBezTo>
                  <a:cubicBezTo>
                    <a:pt x="100310" y="3082"/>
                    <a:pt x="93148" y="1"/>
                    <a:pt x="86058" y="1"/>
                  </a:cubicBezTo>
                  <a:close/>
                </a:path>
              </a:pathLst>
            </a:custGeom>
            <a:solidFill>
              <a:srgbClr val="000000">
                <a:alpha val="100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948" name="Google Shape;5948;p40"/>
            <p:cNvGrpSpPr/>
            <p:nvPr/>
          </p:nvGrpSpPr>
          <p:grpSpPr>
            <a:xfrm>
              <a:off x="1568426" y="-398888"/>
              <a:ext cx="3649211" cy="1570672"/>
              <a:chOff x="1568426" y="-228326"/>
              <a:chExt cx="3649211" cy="1570672"/>
            </a:xfrm>
          </p:grpSpPr>
          <p:sp>
            <p:nvSpPr>
              <p:cNvPr id="5949" name="Google Shape;5949;p40"/>
              <p:cNvSpPr/>
              <p:nvPr/>
            </p:nvSpPr>
            <p:spPr>
              <a:xfrm>
                <a:off x="1568426" y="-228326"/>
                <a:ext cx="3649211" cy="1570672"/>
              </a:xfrm>
              <a:custGeom>
                <a:avLst/>
                <a:gdLst/>
                <a:ahLst/>
                <a:cxnLst/>
                <a:rect l="l" t="t" r="r" b="b"/>
                <a:pathLst>
                  <a:path w="140869" h="60632" extrusionOk="0">
                    <a:moveTo>
                      <a:pt x="58159" y="0"/>
                    </a:moveTo>
                    <a:cubicBezTo>
                      <a:pt x="47435" y="0"/>
                      <a:pt x="36548" y="7415"/>
                      <a:pt x="39639" y="23108"/>
                    </a:cubicBezTo>
                    <a:cubicBezTo>
                      <a:pt x="38141" y="20799"/>
                      <a:pt x="35913" y="19839"/>
                      <a:pt x="33709" y="19839"/>
                    </a:cubicBezTo>
                    <a:cubicBezTo>
                      <a:pt x="28842" y="19839"/>
                      <a:pt x="24087" y="24514"/>
                      <a:pt x="27530" y="29679"/>
                    </a:cubicBezTo>
                    <a:cubicBezTo>
                      <a:pt x="26357" y="29554"/>
                      <a:pt x="25233" y="29494"/>
                      <a:pt x="24158" y="29494"/>
                    </a:cubicBezTo>
                    <a:cubicBezTo>
                      <a:pt x="0" y="29494"/>
                      <a:pt x="152" y="59718"/>
                      <a:pt x="12319" y="60101"/>
                    </a:cubicBezTo>
                    <a:cubicBezTo>
                      <a:pt x="16345" y="60248"/>
                      <a:pt x="50070" y="60632"/>
                      <a:pt x="80104" y="60632"/>
                    </a:cubicBezTo>
                    <a:cubicBezTo>
                      <a:pt x="97857" y="60632"/>
                      <a:pt x="114320" y="60498"/>
                      <a:pt x="122598" y="60101"/>
                    </a:cubicBezTo>
                    <a:cubicBezTo>
                      <a:pt x="140868" y="59084"/>
                      <a:pt x="138947" y="35296"/>
                      <a:pt x="120451" y="35296"/>
                    </a:cubicBezTo>
                    <a:cubicBezTo>
                      <a:pt x="120137" y="35296"/>
                      <a:pt x="119819" y="35303"/>
                      <a:pt x="119496" y="35317"/>
                    </a:cubicBezTo>
                    <a:cubicBezTo>
                      <a:pt x="118030" y="23336"/>
                      <a:pt x="109499" y="19074"/>
                      <a:pt x="101625" y="19074"/>
                    </a:cubicBezTo>
                    <a:cubicBezTo>
                      <a:pt x="96060" y="19074"/>
                      <a:pt x="90823" y="21203"/>
                      <a:pt x="88641" y="24242"/>
                    </a:cubicBezTo>
                    <a:cubicBezTo>
                      <a:pt x="90922" y="19679"/>
                      <a:pt x="86957" y="15087"/>
                      <a:pt x="82551" y="15087"/>
                    </a:cubicBezTo>
                    <a:cubicBezTo>
                      <a:pt x="80257" y="15087"/>
                      <a:pt x="77845" y="16332"/>
                      <a:pt x="76132" y="19472"/>
                    </a:cubicBezTo>
                    <a:cubicBezTo>
                      <a:pt x="78460" y="6740"/>
                      <a:pt x="68384" y="0"/>
                      <a:pt x="5815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50" name="Google Shape;5950;p40"/>
              <p:cNvSpPr/>
              <p:nvPr/>
            </p:nvSpPr>
            <p:spPr>
              <a:xfrm>
                <a:off x="1576637" y="-228041"/>
                <a:ext cx="1900909" cy="1536762"/>
              </a:xfrm>
              <a:custGeom>
                <a:avLst/>
                <a:gdLst/>
                <a:ahLst/>
                <a:cxnLst/>
                <a:rect l="l" t="t" r="r" b="b"/>
                <a:pathLst>
                  <a:path w="73380" h="59323" extrusionOk="0">
                    <a:moveTo>
                      <a:pt x="57828" y="1"/>
                    </a:moveTo>
                    <a:cubicBezTo>
                      <a:pt x="47104" y="1"/>
                      <a:pt x="36219" y="7412"/>
                      <a:pt x="39322" y="23097"/>
                    </a:cubicBezTo>
                    <a:cubicBezTo>
                      <a:pt x="37824" y="20788"/>
                      <a:pt x="35596" y="19828"/>
                      <a:pt x="33392" y="19828"/>
                    </a:cubicBezTo>
                    <a:cubicBezTo>
                      <a:pt x="28525" y="19828"/>
                      <a:pt x="23770" y="24503"/>
                      <a:pt x="27213" y="29668"/>
                    </a:cubicBezTo>
                    <a:cubicBezTo>
                      <a:pt x="26047" y="29545"/>
                      <a:pt x="24929" y="29485"/>
                      <a:pt x="23859" y="29485"/>
                    </a:cubicBezTo>
                    <a:cubicBezTo>
                      <a:pt x="1826" y="29485"/>
                      <a:pt x="0" y="54583"/>
                      <a:pt x="9067" y="59323"/>
                    </a:cubicBezTo>
                    <a:cubicBezTo>
                      <a:pt x="4207" y="51023"/>
                      <a:pt x="8304" y="32720"/>
                      <a:pt x="27121" y="32720"/>
                    </a:cubicBezTo>
                    <a:cubicBezTo>
                      <a:pt x="28193" y="32720"/>
                      <a:pt x="29313" y="32780"/>
                      <a:pt x="30482" y="32904"/>
                    </a:cubicBezTo>
                    <a:cubicBezTo>
                      <a:pt x="27039" y="27739"/>
                      <a:pt x="31779" y="23064"/>
                      <a:pt x="36635" y="23064"/>
                    </a:cubicBezTo>
                    <a:cubicBezTo>
                      <a:pt x="38835" y="23064"/>
                      <a:pt x="41060" y="24023"/>
                      <a:pt x="42558" y="26333"/>
                    </a:cubicBezTo>
                    <a:cubicBezTo>
                      <a:pt x="39474" y="10655"/>
                      <a:pt x="50360" y="3251"/>
                      <a:pt x="61079" y="3251"/>
                    </a:cubicBezTo>
                    <a:cubicBezTo>
                      <a:pt x="65550" y="3251"/>
                      <a:pt x="69992" y="4539"/>
                      <a:pt x="73380" y="7052"/>
                    </a:cubicBezTo>
                    <a:cubicBezTo>
                      <a:pt x="69990" y="2404"/>
                      <a:pt x="63936" y="1"/>
                      <a:pt x="57828" y="1"/>
                    </a:cubicBezTo>
                    <a:close/>
                  </a:path>
                </a:pathLst>
              </a:custGeom>
              <a:solidFill>
                <a:srgbClr val="000000">
                  <a:alpha val="100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51" name="Google Shape;5951;p40"/>
              <p:cNvSpPr/>
              <p:nvPr/>
            </p:nvSpPr>
            <p:spPr>
              <a:xfrm>
                <a:off x="1568426" y="-227808"/>
                <a:ext cx="1910856" cy="1558134"/>
              </a:xfrm>
              <a:custGeom>
                <a:avLst/>
                <a:gdLst/>
                <a:ahLst/>
                <a:cxnLst/>
                <a:rect l="l" t="t" r="r" b="b"/>
                <a:pathLst>
                  <a:path w="73764" h="60148" extrusionOk="0">
                    <a:moveTo>
                      <a:pt x="58150" y="1"/>
                    </a:moveTo>
                    <a:cubicBezTo>
                      <a:pt x="47430" y="1"/>
                      <a:pt x="36544" y="7403"/>
                      <a:pt x="39639" y="23088"/>
                    </a:cubicBezTo>
                    <a:cubicBezTo>
                      <a:pt x="38141" y="20779"/>
                      <a:pt x="35913" y="19819"/>
                      <a:pt x="33709" y="19819"/>
                    </a:cubicBezTo>
                    <a:cubicBezTo>
                      <a:pt x="28842" y="19819"/>
                      <a:pt x="24087" y="24494"/>
                      <a:pt x="27530" y="29659"/>
                    </a:cubicBezTo>
                    <a:cubicBezTo>
                      <a:pt x="26357" y="29534"/>
                      <a:pt x="25233" y="29474"/>
                      <a:pt x="24158" y="29474"/>
                    </a:cubicBezTo>
                    <a:cubicBezTo>
                      <a:pt x="0" y="29474"/>
                      <a:pt x="152" y="59698"/>
                      <a:pt x="12319" y="60081"/>
                    </a:cubicBezTo>
                    <a:cubicBezTo>
                      <a:pt x="12820" y="60114"/>
                      <a:pt x="13787" y="60148"/>
                      <a:pt x="15121" y="60148"/>
                    </a:cubicBezTo>
                    <a:cubicBezTo>
                      <a:pt x="12170" y="51167"/>
                      <a:pt x="17081" y="35948"/>
                      <a:pt x="34253" y="35948"/>
                    </a:cubicBezTo>
                    <a:cubicBezTo>
                      <a:pt x="35322" y="35948"/>
                      <a:pt x="36439" y="36007"/>
                      <a:pt x="37604" y="36131"/>
                    </a:cubicBezTo>
                    <a:cubicBezTo>
                      <a:pt x="34161" y="30966"/>
                      <a:pt x="38916" y="26290"/>
                      <a:pt x="43782" y="26290"/>
                    </a:cubicBezTo>
                    <a:cubicBezTo>
                      <a:pt x="45987" y="26290"/>
                      <a:pt x="48215" y="27250"/>
                      <a:pt x="49713" y="29559"/>
                    </a:cubicBezTo>
                    <a:cubicBezTo>
                      <a:pt x="46621" y="13872"/>
                      <a:pt x="57496" y="6460"/>
                      <a:pt x="68204" y="6460"/>
                    </a:cubicBezTo>
                    <a:cubicBezTo>
                      <a:pt x="70088" y="6460"/>
                      <a:pt x="71967" y="6689"/>
                      <a:pt x="73763" y="7143"/>
                    </a:cubicBezTo>
                    <a:cubicBezTo>
                      <a:pt x="70395" y="2437"/>
                      <a:pt x="64300" y="1"/>
                      <a:pt x="58150" y="1"/>
                    </a:cubicBezTo>
                    <a:close/>
                  </a:path>
                </a:pathLst>
              </a:custGeom>
              <a:solidFill>
                <a:srgbClr val="000000">
                  <a:alpha val="100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5952" name="Google Shape;5952;p40"/>
          <p:cNvSpPr/>
          <p:nvPr/>
        </p:nvSpPr>
        <p:spPr>
          <a:xfrm>
            <a:off x="-18740" y="3893664"/>
            <a:ext cx="3774191" cy="530576"/>
          </a:xfrm>
          <a:custGeom>
            <a:avLst/>
            <a:gdLst/>
            <a:ahLst/>
            <a:cxnLst/>
            <a:rect l="l" t="t" r="r" b="b"/>
            <a:pathLst>
              <a:path w="272511" h="143593" extrusionOk="0">
                <a:moveTo>
                  <a:pt x="251027" y="1"/>
                </a:moveTo>
                <a:cubicBezTo>
                  <a:pt x="245294" y="1"/>
                  <a:pt x="237572" y="381"/>
                  <a:pt x="227184" y="1118"/>
                </a:cubicBezTo>
                <a:cubicBezTo>
                  <a:pt x="222766" y="1431"/>
                  <a:pt x="215826" y="1538"/>
                  <a:pt x="208362" y="1538"/>
                </a:cubicBezTo>
                <a:cubicBezTo>
                  <a:pt x="195627" y="1538"/>
                  <a:pt x="181370" y="1225"/>
                  <a:pt x="175522" y="1083"/>
                </a:cubicBezTo>
                <a:cubicBezTo>
                  <a:pt x="174989" y="1069"/>
                  <a:pt x="173989" y="1063"/>
                  <a:pt x="172589" y="1063"/>
                </a:cubicBezTo>
                <a:cubicBezTo>
                  <a:pt x="157097" y="1063"/>
                  <a:pt x="92556" y="1810"/>
                  <a:pt x="67749" y="1810"/>
                </a:cubicBezTo>
                <a:cubicBezTo>
                  <a:pt x="64700" y="1810"/>
                  <a:pt x="62251" y="1799"/>
                  <a:pt x="60567" y="1773"/>
                </a:cubicBezTo>
                <a:cubicBezTo>
                  <a:pt x="46982" y="1571"/>
                  <a:pt x="33386" y="1368"/>
                  <a:pt x="19800" y="1166"/>
                </a:cubicBezTo>
                <a:cubicBezTo>
                  <a:pt x="17432" y="1135"/>
                  <a:pt x="14473" y="590"/>
                  <a:pt x="11780" y="590"/>
                </a:cubicBezTo>
                <a:cubicBezTo>
                  <a:pt x="9383" y="590"/>
                  <a:pt x="7196" y="1021"/>
                  <a:pt x="5823" y="2631"/>
                </a:cubicBezTo>
                <a:cubicBezTo>
                  <a:pt x="4287" y="4428"/>
                  <a:pt x="4334" y="8857"/>
                  <a:pt x="4656" y="11203"/>
                </a:cubicBezTo>
                <a:cubicBezTo>
                  <a:pt x="9073" y="43898"/>
                  <a:pt x="0" y="111168"/>
                  <a:pt x="4656" y="141183"/>
                </a:cubicBezTo>
                <a:cubicBezTo>
                  <a:pt x="4906" y="142791"/>
                  <a:pt x="7144" y="142993"/>
                  <a:pt x="8763" y="143076"/>
                </a:cubicBezTo>
                <a:cubicBezTo>
                  <a:pt x="16269" y="143444"/>
                  <a:pt x="22992" y="143592"/>
                  <a:pt x="29104" y="143592"/>
                </a:cubicBezTo>
                <a:cubicBezTo>
                  <a:pt x="54639" y="143592"/>
                  <a:pt x="69514" y="141003"/>
                  <a:pt x="86318" y="141003"/>
                </a:cubicBezTo>
                <a:cubicBezTo>
                  <a:pt x="90106" y="141003"/>
                  <a:pt x="93992" y="141135"/>
                  <a:pt x="98120" y="141457"/>
                </a:cubicBezTo>
                <a:cubicBezTo>
                  <a:pt x="109441" y="142339"/>
                  <a:pt x="120783" y="142673"/>
                  <a:pt x="132134" y="142673"/>
                </a:cubicBezTo>
                <a:cubicBezTo>
                  <a:pt x="152645" y="142673"/>
                  <a:pt x="173184" y="141583"/>
                  <a:pt x="193679" y="140671"/>
                </a:cubicBezTo>
                <a:cubicBezTo>
                  <a:pt x="194430" y="140638"/>
                  <a:pt x="195267" y="140623"/>
                  <a:pt x="196181" y="140623"/>
                </a:cubicBezTo>
                <a:cubicBezTo>
                  <a:pt x="207210" y="140623"/>
                  <a:pt x="229426" y="142867"/>
                  <a:pt x="245705" y="142867"/>
                </a:cubicBezTo>
                <a:cubicBezTo>
                  <a:pt x="255508" y="142867"/>
                  <a:pt x="263157" y="142053"/>
                  <a:pt x="264914" y="139445"/>
                </a:cubicBezTo>
                <a:cubicBezTo>
                  <a:pt x="272511" y="128170"/>
                  <a:pt x="267462" y="96213"/>
                  <a:pt x="268034" y="81259"/>
                </a:cubicBezTo>
                <a:cubicBezTo>
                  <a:pt x="269272" y="49362"/>
                  <a:pt x="268332" y="42707"/>
                  <a:pt x="267308" y="7107"/>
                </a:cubicBezTo>
                <a:cubicBezTo>
                  <a:pt x="267164" y="2261"/>
                  <a:pt x="265009" y="1"/>
                  <a:pt x="251027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000">
              <a:solidFill>
                <a:srgbClr val="EE6137"/>
              </a:solidFill>
              <a:latin typeface="Barrio"/>
              <a:ea typeface="Barrio"/>
              <a:cs typeface="Barrio"/>
              <a:sym typeface="Barrio"/>
            </a:endParaRPr>
          </a:p>
        </p:txBody>
      </p:sp>
      <p:sp>
        <p:nvSpPr>
          <p:cNvPr id="5953" name="Google Shape;5953;p40"/>
          <p:cNvSpPr txBox="1">
            <a:spLocks noGrp="1"/>
          </p:cNvSpPr>
          <p:nvPr>
            <p:ph type="title"/>
          </p:nvPr>
        </p:nvSpPr>
        <p:spPr>
          <a:xfrm>
            <a:off x="151431" y="3908408"/>
            <a:ext cx="3774191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Asmatic"/>
              </a:rPr>
              <a:t>Monthly Rainfall Distribution</a:t>
            </a:r>
            <a:endParaRPr sz="2000">
              <a:latin typeface="Asmatic"/>
            </a:endParaRPr>
          </a:p>
        </p:txBody>
      </p:sp>
      <p:grpSp>
        <p:nvGrpSpPr>
          <p:cNvPr id="5955" name="Google Shape;5955;p40"/>
          <p:cNvGrpSpPr/>
          <p:nvPr/>
        </p:nvGrpSpPr>
        <p:grpSpPr>
          <a:xfrm>
            <a:off x="95438" y="1074992"/>
            <a:ext cx="3774191" cy="2597666"/>
            <a:chOff x="4572600" y="1047375"/>
            <a:chExt cx="3571200" cy="2931500"/>
          </a:xfrm>
        </p:grpSpPr>
        <p:sp>
          <p:nvSpPr>
            <p:cNvPr id="5956" name="Google Shape;5956;p40"/>
            <p:cNvSpPr/>
            <p:nvPr/>
          </p:nvSpPr>
          <p:spPr>
            <a:xfrm>
              <a:off x="5778750" y="3201137"/>
              <a:ext cx="1158900" cy="761100"/>
            </a:xfrm>
            <a:prstGeom prst="trapezoid">
              <a:avLst>
                <a:gd name="adj" fmla="val 76133"/>
              </a:avLst>
            </a:prstGeom>
            <a:solidFill>
              <a:schemeClr val="l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7" name="Google Shape;5957;p40"/>
            <p:cNvSpPr/>
            <p:nvPr/>
          </p:nvSpPr>
          <p:spPr>
            <a:xfrm>
              <a:off x="4572600" y="1047375"/>
              <a:ext cx="3571200" cy="2421300"/>
            </a:xfrm>
            <a:prstGeom prst="roundRect">
              <a:avLst>
                <a:gd name="adj" fmla="val 5690"/>
              </a:avLst>
            </a:prstGeom>
            <a:solidFill>
              <a:schemeClr val="l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8" name="Google Shape;5958;p40"/>
            <p:cNvSpPr/>
            <p:nvPr/>
          </p:nvSpPr>
          <p:spPr>
            <a:xfrm>
              <a:off x="5713500" y="3884975"/>
              <a:ext cx="1289400" cy="9390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21D34017-E248-63C8-0596-D78F76DE2E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901" y="1197981"/>
            <a:ext cx="3406615" cy="1883086"/>
          </a:xfrm>
          <a:prstGeom prst="rect">
            <a:avLst/>
          </a:prstGeom>
        </p:spPr>
      </p:pic>
      <p:sp>
        <p:nvSpPr>
          <p:cNvPr id="4" name="Google Shape;5796;p37">
            <a:extLst>
              <a:ext uri="{FF2B5EF4-FFF2-40B4-BE49-F238E27FC236}">
                <a16:creationId xmlns:a16="http://schemas.microsoft.com/office/drawing/2014/main" id="{E51B1FFA-B043-38E8-BAB2-27ED8251CE18}"/>
              </a:ext>
            </a:extLst>
          </p:cNvPr>
          <p:cNvSpPr/>
          <p:nvPr/>
        </p:nvSpPr>
        <p:spPr>
          <a:xfrm>
            <a:off x="2849203" y="124680"/>
            <a:ext cx="3218267" cy="530576"/>
          </a:xfrm>
          <a:custGeom>
            <a:avLst/>
            <a:gdLst/>
            <a:ahLst/>
            <a:cxnLst/>
            <a:rect l="l" t="t" r="r" b="b"/>
            <a:pathLst>
              <a:path w="272511" h="143593" extrusionOk="0">
                <a:moveTo>
                  <a:pt x="251027" y="1"/>
                </a:moveTo>
                <a:cubicBezTo>
                  <a:pt x="245294" y="1"/>
                  <a:pt x="237572" y="381"/>
                  <a:pt x="227184" y="1118"/>
                </a:cubicBezTo>
                <a:cubicBezTo>
                  <a:pt x="222766" y="1431"/>
                  <a:pt x="215826" y="1538"/>
                  <a:pt x="208362" y="1538"/>
                </a:cubicBezTo>
                <a:cubicBezTo>
                  <a:pt x="195627" y="1538"/>
                  <a:pt x="181370" y="1225"/>
                  <a:pt x="175522" y="1083"/>
                </a:cubicBezTo>
                <a:cubicBezTo>
                  <a:pt x="174989" y="1069"/>
                  <a:pt x="173989" y="1063"/>
                  <a:pt x="172589" y="1063"/>
                </a:cubicBezTo>
                <a:cubicBezTo>
                  <a:pt x="157097" y="1063"/>
                  <a:pt x="92556" y="1810"/>
                  <a:pt x="67749" y="1810"/>
                </a:cubicBezTo>
                <a:cubicBezTo>
                  <a:pt x="64700" y="1810"/>
                  <a:pt x="62251" y="1799"/>
                  <a:pt x="60567" y="1773"/>
                </a:cubicBezTo>
                <a:cubicBezTo>
                  <a:pt x="46982" y="1571"/>
                  <a:pt x="33386" y="1368"/>
                  <a:pt x="19800" y="1166"/>
                </a:cubicBezTo>
                <a:cubicBezTo>
                  <a:pt x="17432" y="1135"/>
                  <a:pt x="14473" y="590"/>
                  <a:pt x="11780" y="590"/>
                </a:cubicBezTo>
                <a:cubicBezTo>
                  <a:pt x="9383" y="590"/>
                  <a:pt x="7196" y="1021"/>
                  <a:pt x="5823" y="2631"/>
                </a:cubicBezTo>
                <a:cubicBezTo>
                  <a:pt x="4287" y="4428"/>
                  <a:pt x="4334" y="8857"/>
                  <a:pt x="4656" y="11203"/>
                </a:cubicBezTo>
                <a:cubicBezTo>
                  <a:pt x="9073" y="43898"/>
                  <a:pt x="0" y="111168"/>
                  <a:pt x="4656" y="141183"/>
                </a:cubicBezTo>
                <a:cubicBezTo>
                  <a:pt x="4906" y="142791"/>
                  <a:pt x="7144" y="142993"/>
                  <a:pt x="8763" y="143076"/>
                </a:cubicBezTo>
                <a:cubicBezTo>
                  <a:pt x="16269" y="143444"/>
                  <a:pt x="22992" y="143592"/>
                  <a:pt x="29104" y="143592"/>
                </a:cubicBezTo>
                <a:cubicBezTo>
                  <a:pt x="54639" y="143592"/>
                  <a:pt x="69514" y="141003"/>
                  <a:pt x="86318" y="141003"/>
                </a:cubicBezTo>
                <a:cubicBezTo>
                  <a:pt x="90106" y="141003"/>
                  <a:pt x="93992" y="141135"/>
                  <a:pt x="98120" y="141457"/>
                </a:cubicBezTo>
                <a:cubicBezTo>
                  <a:pt x="109441" y="142339"/>
                  <a:pt x="120783" y="142673"/>
                  <a:pt x="132134" y="142673"/>
                </a:cubicBezTo>
                <a:cubicBezTo>
                  <a:pt x="152645" y="142673"/>
                  <a:pt x="173184" y="141583"/>
                  <a:pt x="193679" y="140671"/>
                </a:cubicBezTo>
                <a:cubicBezTo>
                  <a:pt x="194430" y="140638"/>
                  <a:pt x="195267" y="140623"/>
                  <a:pt x="196181" y="140623"/>
                </a:cubicBezTo>
                <a:cubicBezTo>
                  <a:pt x="207210" y="140623"/>
                  <a:pt x="229426" y="142867"/>
                  <a:pt x="245705" y="142867"/>
                </a:cubicBezTo>
                <a:cubicBezTo>
                  <a:pt x="255508" y="142867"/>
                  <a:pt x="263157" y="142053"/>
                  <a:pt x="264914" y="139445"/>
                </a:cubicBezTo>
                <a:cubicBezTo>
                  <a:pt x="272511" y="128170"/>
                  <a:pt x="267462" y="96213"/>
                  <a:pt x="268034" y="81259"/>
                </a:cubicBezTo>
                <a:cubicBezTo>
                  <a:pt x="269272" y="49362"/>
                  <a:pt x="268332" y="42707"/>
                  <a:pt x="267308" y="7107"/>
                </a:cubicBezTo>
                <a:cubicBezTo>
                  <a:pt x="267164" y="2261"/>
                  <a:pt x="265009" y="1"/>
                  <a:pt x="251027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000">
              <a:solidFill>
                <a:srgbClr val="EE6137"/>
              </a:solidFill>
              <a:latin typeface="Barrio"/>
              <a:ea typeface="Barrio"/>
              <a:cs typeface="Barrio"/>
              <a:sym typeface="Barrio"/>
            </a:endParaRPr>
          </a:p>
        </p:txBody>
      </p:sp>
      <p:sp>
        <p:nvSpPr>
          <p:cNvPr id="5" name="Google Shape;5869;p39">
            <a:extLst>
              <a:ext uri="{FF2B5EF4-FFF2-40B4-BE49-F238E27FC236}">
                <a16:creationId xmlns:a16="http://schemas.microsoft.com/office/drawing/2014/main" id="{73C4DE43-0E15-9E4B-5BB7-CF4B0906A219}"/>
              </a:ext>
            </a:extLst>
          </p:cNvPr>
          <p:cNvSpPr txBox="1">
            <a:spLocks/>
          </p:cNvSpPr>
          <p:nvPr/>
        </p:nvSpPr>
        <p:spPr>
          <a:xfrm>
            <a:off x="664622" y="160458"/>
            <a:ext cx="77040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IN" sz="4000" b="1">
                <a:latin typeface="Amatic SC" panose="00000500000000000000" pitchFamily="2" charset="-79"/>
                <a:cs typeface="Amatic SC" panose="00000500000000000000" pitchFamily="2" charset="-79"/>
              </a:rPr>
              <a:t>Data Visualization</a:t>
            </a:r>
          </a:p>
        </p:txBody>
      </p:sp>
      <p:grpSp>
        <p:nvGrpSpPr>
          <p:cNvPr id="6" name="Google Shape;5955;p40">
            <a:extLst>
              <a:ext uri="{FF2B5EF4-FFF2-40B4-BE49-F238E27FC236}">
                <a16:creationId xmlns:a16="http://schemas.microsoft.com/office/drawing/2014/main" id="{846B45A6-46AC-97F4-09A6-33AB0383BD56}"/>
              </a:ext>
            </a:extLst>
          </p:cNvPr>
          <p:cNvGrpSpPr/>
          <p:nvPr/>
        </p:nvGrpSpPr>
        <p:grpSpPr>
          <a:xfrm>
            <a:off x="4854582" y="1054741"/>
            <a:ext cx="3777353" cy="2596060"/>
            <a:chOff x="4572600" y="1047375"/>
            <a:chExt cx="3571200" cy="2931500"/>
          </a:xfrm>
        </p:grpSpPr>
        <p:sp>
          <p:nvSpPr>
            <p:cNvPr id="7" name="Google Shape;5956;p40">
              <a:extLst>
                <a:ext uri="{FF2B5EF4-FFF2-40B4-BE49-F238E27FC236}">
                  <a16:creationId xmlns:a16="http://schemas.microsoft.com/office/drawing/2014/main" id="{DA334D98-B16F-9128-418E-876107576373}"/>
                </a:ext>
              </a:extLst>
            </p:cNvPr>
            <p:cNvSpPr/>
            <p:nvPr/>
          </p:nvSpPr>
          <p:spPr>
            <a:xfrm>
              <a:off x="5778750" y="3201137"/>
              <a:ext cx="1158900" cy="761100"/>
            </a:xfrm>
            <a:prstGeom prst="trapezoid">
              <a:avLst>
                <a:gd name="adj" fmla="val 76133"/>
              </a:avLst>
            </a:prstGeom>
            <a:solidFill>
              <a:schemeClr val="l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5957;p40">
              <a:extLst>
                <a:ext uri="{FF2B5EF4-FFF2-40B4-BE49-F238E27FC236}">
                  <a16:creationId xmlns:a16="http://schemas.microsoft.com/office/drawing/2014/main" id="{2DA29BE8-8ECC-BAFB-B55D-26EB9E9CB38B}"/>
                </a:ext>
              </a:extLst>
            </p:cNvPr>
            <p:cNvSpPr/>
            <p:nvPr/>
          </p:nvSpPr>
          <p:spPr>
            <a:xfrm>
              <a:off x="4572600" y="1047375"/>
              <a:ext cx="3571200" cy="2421300"/>
            </a:xfrm>
            <a:prstGeom prst="roundRect">
              <a:avLst>
                <a:gd name="adj" fmla="val 5690"/>
              </a:avLst>
            </a:prstGeom>
            <a:solidFill>
              <a:schemeClr val="l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5958;p40">
              <a:extLst>
                <a:ext uri="{FF2B5EF4-FFF2-40B4-BE49-F238E27FC236}">
                  <a16:creationId xmlns:a16="http://schemas.microsoft.com/office/drawing/2014/main" id="{BAD27A14-4FA4-77A5-BD4D-A7422508CA2F}"/>
                </a:ext>
              </a:extLst>
            </p:cNvPr>
            <p:cNvSpPr/>
            <p:nvPr/>
          </p:nvSpPr>
          <p:spPr>
            <a:xfrm>
              <a:off x="5713500" y="3884975"/>
              <a:ext cx="1289400" cy="9390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609B613E-D762-AA8A-00D4-4B69FBC364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3683" y="1235861"/>
            <a:ext cx="3384373" cy="1788001"/>
          </a:xfrm>
          <a:prstGeom prst="rect">
            <a:avLst/>
          </a:prstGeom>
        </p:spPr>
      </p:pic>
      <p:sp>
        <p:nvSpPr>
          <p:cNvPr id="15" name="Google Shape;5952;p40">
            <a:extLst>
              <a:ext uri="{FF2B5EF4-FFF2-40B4-BE49-F238E27FC236}">
                <a16:creationId xmlns:a16="http://schemas.microsoft.com/office/drawing/2014/main" id="{DF84ED1D-08D2-83F9-E81D-A37258493DF5}"/>
              </a:ext>
            </a:extLst>
          </p:cNvPr>
          <p:cNvSpPr/>
          <p:nvPr/>
        </p:nvSpPr>
        <p:spPr>
          <a:xfrm>
            <a:off x="4760946" y="3937271"/>
            <a:ext cx="4151368" cy="530576"/>
          </a:xfrm>
          <a:custGeom>
            <a:avLst/>
            <a:gdLst/>
            <a:ahLst/>
            <a:cxnLst/>
            <a:rect l="l" t="t" r="r" b="b"/>
            <a:pathLst>
              <a:path w="272511" h="143593" extrusionOk="0">
                <a:moveTo>
                  <a:pt x="251027" y="1"/>
                </a:moveTo>
                <a:cubicBezTo>
                  <a:pt x="245294" y="1"/>
                  <a:pt x="237572" y="381"/>
                  <a:pt x="227184" y="1118"/>
                </a:cubicBezTo>
                <a:cubicBezTo>
                  <a:pt x="222766" y="1431"/>
                  <a:pt x="215826" y="1538"/>
                  <a:pt x="208362" y="1538"/>
                </a:cubicBezTo>
                <a:cubicBezTo>
                  <a:pt x="195627" y="1538"/>
                  <a:pt x="181370" y="1225"/>
                  <a:pt x="175522" y="1083"/>
                </a:cubicBezTo>
                <a:cubicBezTo>
                  <a:pt x="174989" y="1069"/>
                  <a:pt x="173989" y="1063"/>
                  <a:pt x="172589" y="1063"/>
                </a:cubicBezTo>
                <a:cubicBezTo>
                  <a:pt x="157097" y="1063"/>
                  <a:pt x="92556" y="1810"/>
                  <a:pt x="67749" y="1810"/>
                </a:cubicBezTo>
                <a:cubicBezTo>
                  <a:pt x="64700" y="1810"/>
                  <a:pt x="62251" y="1799"/>
                  <a:pt x="60567" y="1773"/>
                </a:cubicBezTo>
                <a:cubicBezTo>
                  <a:pt x="46982" y="1571"/>
                  <a:pt x="33386" y="1368"/>
                  <a:pt x="19800" y="1166"/>
                </a:cubicBezTo>
                <a:cubicBezTo>
                  <a:pt x="17432" y="1135"/>
                  <a:pt x="14473" y="590"/>
                  <a:pt x="11780" y="590"/>
                </a:cubicBezTo>
                <a:cubicBezTo>
                  <a:pt x="9383" y="590"/>
                  <a:pt x="7196" y="1021"/>
                  <a:pt x="5823" y="2631"/>
                </a:cubicBezTo>
                <a:cubicBezTo>
                  <a:pt x="4287" y="4428"/>
                  <a:pt x="4334" y="8857"/>
                  <a:pt x="4656" y="11203"/>
                </a:cubicBezTo>
                <a:cubicBezTo>
                  <a:pt x="9073" y="43898"/>
                  <a:pt x="0" y="111168"/>
                  <a:pt x="4656" y="141183"/>
                </a:cubicBezTo>
                <a:cubicBezTo>
                  <a:pt x="4906" y="142791"/>
                  <a:pt x="7144" y="142993"/>
                  <a:pt x="8763" y="143076"/>
                </a:cubicBezTo>
                <a:cubicBezTo>
                  <a:pt x="16269" y="143444"/>
                  <a:pt x="22992" y="143592"/>
                  <a:pt x="29104" y="143592"/>
                </a:cubicBezTo>
                <a:cubicBezTo>
                  <a:pt x="54639" y="143592"/>
                  <a:pt x="69514" y="141003"/>
                  <a:pt x="86318" y="141003"/>
                </a:cubicBezTo>
                <a:cubicBezTo>
                  <a:pt x="90106" y="141003"/>
                  <a:pt x="93992" y="141135"/>
                  <a:pt x="98120" y="141457"/>
                </a:cubicBezTo>
                <a:cubicBezTo>
                  <a:pt x="109441" y="142339"/>
                  <a:pt x="120783" y="142673"/>
                  <a:pt x="132134" y="142673"/>
                </a:cubicBezTo>
                <a:cubicBezTo>
                  <a:pt x="152645" y="142673"/>
                  <a:pt x="173184" y="141583"/>
                  <a:pt x="193679" y="140671"/>
                </a:cubicBezTo>
                <a:cubicBezTo>
                  <a:pt x="194430" y="140638"/>
                  <a:pt x="195267" y="140623"/>
                  <a:pt x="196181" y="140623"/>
                </a:cubicBezTo>
                <a:cubicBezTo>
                  <a:pt x="207210" y="140623"/>
                  <a:pt x="229426" y="142867"/>
                  <a:pt x="245705" y="142867"/>
                </a:cubicBezTo>
                <a:cubicBezTo>
                  <a:pt x="255508" y="142867"/>
                  <a:pt x="263157" y="142053"/>
                  <a:pt x="264914" y="139445"/>
                </a:cubicBezTo>
                <a:cubicBezTo>
                  <a:pt x="272511" y="128170"/>
                  <a:pt x="267462" y="96213"/>
                  <a:pt x="268034" y="81259"/>
                </a:cubicBezTo>
                <a:cubicBezTo>
                  <a:pt x="269272" y="49362"/>
                  <a:pt x="268332" y="42707"/>
                  <a:pt x="267308" y="7107"/>
                </a:cubicBezTo>
                <a:cubicBezTo>
                  <a:pt x="267164" y="2261"/>
                  <a:pt x="265009" y="1"/>
                  <a:pt x="251027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000">
              <a:solidFill>
                <a:srgbClr val="EE6137"/>
              </a:solidFill>
              <a:latin typeface="Barrio"/>
              <a:ea typeface="Barrio"/>
              <a:cs typeface="Barrio"/>
              <a:sym typeface="Barrio"/>
            </a:endParaRPr>
          </a:p>
        </p:txBody>
      </p:sp>
      <p:sp>
        <p:nvSpPr>
          <p:cNvPr id="14" name="Google Shape;5953;p40">
            <a:extLst>
              <a:ext uri="{FF2B5EF4-FFF2-40B4-BE49-F238E27FC236}">
                <a16:creationId xmlns:a16="http://schemas.microsoft.com/office/drawing/2014/main" id="{57B97F77-E050-4FAB-318D-23E25A851CF6}"/>
              </a:ext>
            </a:extLst>
          </p:cNvPr>
          <p:cNvSpPr txBox="1">
            <a:spLocks/>
          </p:cNvSpPr>
          <p:nvPr/>
        </p:nvSpPr>
        <p:spPr>
          <a:xfrm>
            <a:off x="5172405" y="3937271"/>
            <a:ext cx="2900508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matic SC"/>
              <a:buNone/>
              <a:defRPr sz="40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matic SC"/>
              <a:buNone/>
              <a:defRPr sz="30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matic SC"/>
              <a:buNone/>
              <a:defRPr sz="30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matic SC"/>
              <a:buNone/>
              <a:defRPr sz="30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matic SC"/>
              <a:buNone/>
              <a:defRPr sz="30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matic SC"/>
              <a:buNone/>
              <a:defRPr sz="30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matic SC"/>
              <a:buNone/>
              <a:defRPr sz="30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matic SC"/>
              <a:buNone/>
              <a:defRPr sz="30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matic SC"/>
              <a:buNone/>
              <a:defRPr sz="30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9pPr>
          </a:lstStyle>
          <a:p>
            <a:r>
              <a:rPr lang="en-IN" sz="2000">
                <a:latin typeface="Asmatic"/>
              </a:rPr>
              <a:t>Annual Rainfall Overtime</a:t>
            </a:r>
            <a:endParaRPr lang="en-IN" sz="2800">
              <a:latin typeface="Asmatic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30">
          <a:extLst>
            <a:ext uri="{FF2B5EF4-FFF2-40B4-BE49-F238E27FC236}">
              <a16:creationId xmlns:a16="http://schemas.microsoft.com/office/drawing/2014/main" id="{96278454-24DD-5364-5612-6777B1C27C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31" name="Google Shape;5931;p40">
            <a:extLst>
              <a:ext uri="{FF2B5EF4-FFF2-40B4-BE49-F238E27FC236}">
                <a16:creationId xmlns:a16="http://schemas.microsoft.com/office/drawing/2014/main" id="{80EA5D6D-6D21-A8DC-D213-7A13EA664F21}"/>
              </a:ext>
            </a:extLst>
          </p:cNvPr>
          <p:cNvGrpSpPr/>
          <p:nvPr/>
        </p:nvGrpSpPr>
        <p:grpSpPr>
          <a:xfrm>
            <a:off x="-530028" y="-780100"/>
            <a:ext cx="10204055" cy="2374014"/>
            <a:chOff x="-334800" y="-1161100"/>
            <a:chExt cx="10204055" cy="2374014"/>
          </a:xfrm>
        </p:grpSpPr>
        <p:sp>
          <p:nvSpPr>
            <p:cNvPr id="5932" name="Google Shape;5932;p40">
              <a:extLst>
                <a:ext uri="{FF2B5EF4-FFF2-40B4-BE49-F238E27FC236}">
                  <a16:creationId xmlns:a16="http://schemas.microsoft.com/office/drawing/2014/main" id="{2C057B84-990A-1E50-8808-E97BAB3A3E3F}"/>
                </a:ext>
              </a:extLst>
            </p:cNvPr>
            <p:cNvSpPr/>
            <p:nvPr/>
          </p:nvSpPr>
          <p:spPr>
            <a:xfrm>
              <a:off x="6039434" y="-1161100"/>
              <a:ext cx="3829821" cy="1816407"/>
            </a:xfrm>
            <a:custGeom>
              <a:avLst/>
              <a:gdLst/>
              <a:ahLst/>
              <a:cxnLst/>
              <a:rect l="l" t="t" r="r" b="b"/>
              <a:pathLst>
                <a:path w="147841" h="70118" extrusionOk="0">
                  <a:moveTo>
                    <a:pt x="77576" y="1"/>
                  </a:moveTo>
                  <a:cubicBezTo>
                    <a:pt x="49256" y="1"/>
                    <a:pt x="41550" y="24185"/>
                    <a:pt x="46654" y="38095"/>
                  </a:cubicBezTo>
                  <a:cubicBezTo>
                    <a:pt x="41172" y="36783"/>
                    <a:pt x="36360" y="36203"/>
                    <a:pt x="32155" y="36203"/>
                  </a:cubicBezTo>
                  <a:cubicBezTo>
                    <a:pt x="0" y="36203"/>
                    <a:pt x="3349" y="70118"/>
                    <a:pt x="14264" y="70118"/>
                  </a:cubicBezTo>
                  <a:lnTo>
                    <a:pt x="138320" y="70118"/>
                  </a:lnTo>
                  <a:cubicBezTo>
                    <a:pt x="147840" y="70118"/>
                    <a:pt x="145666" y="48175"/>
                    <a:pt x="127189" y="48175"/>
                  </a:cubicBezTo>
                  <a:cubicBezTo>
                    <a:pt x="126633" y="48175"/>
                    <a:pt x="126063" y="48194"/>
                    <a:pt x="125477" y="48235"/>
                  </a:cubicBezTo>
                  <a:cubicBezTo>
                    <a:pt x="128335" y="40800"/>
                    <a:pt x="123406" y="31980"/>
                    <a:pt x="114819" y="31980"/>
                  </a:cubicBezTo>
                  <a:cubicBezTo>
                    <a:pt x="112580" y="31980"/>
                    <a:pt x="110093" y="32579"/>
                    <a:pt x="107431" y="33958"/>
                  </a:cubicBezTo>
                  <a:cubicBezTo>
                    <a:pt x="112067" y="22650"/>
                    <a:pt x="105896" y="1"/>
                    <a:pt x="7757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3" name="Google Shape;5933;p40">
              <a:extLst>
                <a:ext uri="{FF2B5EF4-FFF2-40B4-BE49-F238E27FC236}">
                  <a16:creationId xmlns:a16="http://schemas.microsoft.com/office/drawing/2014/main" id="{53CD6E54-D322-11A0-2816-BCB5C3C24D02}"/>
                </a:ext>
              </a:extLst>
            </p:cNvPr>
            <p:cNvSpPr/>
            <p:nvPr/>
          </p:nvSpPr>
          <p:spPr>
            <a:xfrm>
              <a:off x="6039434" y="-1161100"/>
              <a:ext cx="3829821" cy="1816407"/>
            </a:xfrm>
            <a:custGeom>
              <a:avLst/>
              <a:gdLst/>
              <a:ahLst/>
              <a:cxnLst/>
              <a:rect l="l" t="t" r="r" b="b"/>
              <a:pathLst>
                <a:path w="147841" h="70118" extrusionOk="0">
                  <a:moveTo>
                    <a:pt x="77576" y="1"/>
                  </a:moveTo>
                  <a:cubicBezTo>
                    <a:pt x="49256" y="1"/>
                    <a:pt x="41550" y="24185"/>
                    <a:pt x="46654" y="38095"/>
                  </a:cubicBezTo>
                  <a:cubicBezTo>
                    <a:pt x="41172" y="36783"/>
                    <a:pt x="36360" y="36203"/>
                    <a:pt x="32155" y="36203"/>
                  </a:cubicBezTo>
                  <a:cubicBezTo>
                    <a:pt x="0" y="36203"/>
                    <a:pt x="3349" y="70118"/>
                    <a:pt x="14264" y="70118"/>
                  </a:cubicBezTo>
                  <a:lnTo>
                    <a:pt x="138320" y="70118"/>
                  </a:lnTo>
                  <a:cubicBezTo>
                    <a:pt x="147840" y="70118"/>
                    <a:pt x="145666" y="48175"/>
                    <a:pt x="127189" y="48175"/>
                  </a:cubicBezTo>
                  <a:cubicBezTo>
                    <a:pt x="126633" y="48175"/>
                    <a:pt x="126063" y="48194"/>
                    <a:pt x="125477" y="48235"/>
                  </a:cubicBezTo>
                  <a:cubicBezTo>
                    <a:pt x="128335" y="40800"/>
                    <a:pt x="123406" y="31980"/>
                    <a:pt x="114819" y="31980"/>
                  </a:cubicBezTo>
                  <a:cubicBezTo>
                    <a:pt x="112580" y="31980"/>
                    <a:pt x="110093" y="32579"/>
                    <a:pt x="107431" y="33958"/>
                  </a:cubicBezTo>
                  <a:cubicBezTo>
                    <a:pt x="112067" y="22650"/>
                    <a:pt x="105896" y="1"/>
                    <a:pt x="77576" y="1"/>
                  </a:cubicBezTo>
                  <a:close/>
                </a:path>
              </a:pathLst>
            </a:custGeom>
            <a:solidFill>
              <a:srgbClr val="191919">
                <a:alpha val="150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4" name="Google Shape;5934;p40">
              <a:extLst>
                <a:ext uri="{FF2B5EF4-FFF2-40B4-BE49-F238E27FC236}">
                  <a16:creationId xmlns:a16="http://schemas.microsoft.com/office/drawing/2014/main" id="{1371C043-8E52-7A09-2518-0DFDAF238D50}"/>
                </a:ext>
              </a:extLst>
            </p:cNvPr>
            <p:cNvSpPr/>
            <p:nvPr/>
          </p:nvSpPr>
          <p:spPr>
            <a:xfrm>
              <a:off x="2901686" y="-893639"/>
              <a:ext cx="3927076" cy="1570672"/>
            </a:xfrm>
            <a:custGeom>
              <a:avLst/>
              <a:gdLst/>
              <a:ahLst/>
              <a:cxnLst/>
              <a:rect l="l" t="t" r="r" b="b"/>
              <a:pathLst>
                <a:path w="140869" h="60632" extrusionOk="0">
                  <a:moveTo>
                    <a:pt x="58159" y="0"/>
                  </a:moveTo>
                  <a:cubicBezTo>
                    <a:pt x="47435" y="0"/>
                    <a:pt x="36548" y="7415"/>
                    <a:pt x="39639" y="23108"/>
                  </a:cubicBezTo>
                  <a:cubicBezTo>
                    <a:pt x="38141" y="20799"/>
                    <a:pt x="35913" y="19839"/>
                    <a:pt x="33709" y="19839"/>
                  </a:cubicBezTo>
                  <a:cubicBezTo>
                    <a:pt x="28842" y="19839"/>
                    <a:pt x="24087" y="24514"/>
                    <a:pt x="27530" y="29679"/>
                  </a:cubicBezTo>
                  <a:cubicBezTo>
                    <a:pt x="26357" y="29554"/>
                    <a:pt x="25233" y="29494"/>
                    <a:pt x="24158" y="29494"/>
                  </a:cubicBezTo>
                  <a:cubicBezTo>
                    <a:pt x="0" y="29494"/>
                    <a:pt x="152" y="59718"/>
                    <a:pt x="12319" y="60101"/>
                  </a:cubicBezTo>
                  <a:cubicBezTo>
                    <a:pt x="16345" y="60248"/>
                    <a:pt x="50070" y="60632"/>
                    <a:pt x="80104" y="60632"/>
                  </a:cubicBezTo>
                  <a:cubicBezTo>
                    <a:pt x="97857" y="60632"/>
                    <a:pt x="114320" y="60498"/>
                    <a:pt x="122598" y="60101"/>
                  </a:cubicBezTo>
                  <a:cubicBezTo>
                    <a:pt x="140868" y="59084"/>
                    <a:pt x="138947" y="35296"/>
                    <a:pt x="120451" y="35296"/>
                  </a:cubicBezTo>
                  <a:cubicBezTo>
                    <a:pt x="120137" y="35296"/>
                    <a:pt x="119819" y="35303"/>
                    <a:pt x="119496" y="35317"/>
                  </a:cubicBezTo>
                  <a:cubicBezTo>
                    <a:pt x="118030" y="23336"/>
                    <a:pt x="109499" y="19074"/>
                    <a:pt x="101625" y="19074"/>
                  </a:cubicBezTo>
                  <a:cubicBezTo>
                    <a:pt x="96060" y="19074"/>
                    <a:pt x="90823" y="21203"/>
                    <a:pt x="88641" y="24242"/>
                  </a:cubicBezTo>
                  <a:cubicBezTo>
                    <a:pt x="90922" y="19679"/>
                    <a:pt x="86957" y="15087"/>
                    <a:pt x="82551" y="15087"/>
                  </a:cubicBezTo>
                  <a:cubicBezTo>
                    <a:pt x="80257" y="15087"/>
                    <a:pt x="77845" y="16332"/>
                    <a:pt x="76132" y="19472"/>
                  </a:cubicBezTo>
                  <a:cubicBezTo>
                    <a:pt x="78460" y="6740"/>
                    <a:pt x="68384" y="0"/>
                    <a:pt x="5815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5" name="Google Shape;5935;p40">
              <a:extLst>
                <a:ext uri="{FF2B5EF4-FFF2-40B4-BE49-F238E27FC236}">
                  <a16:creationId xmlns:a16="http://schemas.microsoft.com/office/drawing/2014/main" id="{A3D525FB-8E02-51D1-7744-66CE66165D36}"/>
                </a:ext>
              </a:extLst>
            </p:cNvPr>
            <p:cNvSpPr/>
            <p:nvPr/>
          </p:nvSpPr>
          <p:spPr>
            <a:xfrm>
              <a:off x="2901686" y="-893121"/>
              <a:ext cx="2056356" cy="1558134"/>
            </a:xfrm>
            <a:custGeom>
              <a:avLst/>
              <a:gdLst/>
              <a:ahLst/>
              <a:cxnLst/>
              <a:rect l="l" t="t" r="r" b="b"/>
              <a:pathLst>
                <a:path w="73764" h="60148" extrusionOk="0">
                  <a:moveTo>
                    <a:pt x="58150" y="1"/>
                  </a:moveTo>
                  <a:cubicBezTo>
                    <a:pt x="47430" y="1"/>
                    <a:pt x="36544" y="7403"/>
                    <a:pt x="39639" y="23088"/>
                  </a:cubicBezTo>
                  <a:cubicBezTo>
                    <a:pt x="38141" y="20779"/>
                    <a:pt x="35913" y="19819"/>
                    <a:pt x="33709" y="19819"/>
                  </a:cubicBezTo>
                  <a:cubicBezTo>
                    <a:pt x="28842" y="19819"/>
                    <a:pt x="24087" y="24494"/>
                    <a:pt x="27530" y="29659"/>
                  </a:cubicBezTo>
                  <a:cubicBezTo>
                    <a:pt x="26357" y="29534"/>
                    <a:pt x="25233" y="29474"/>
                    <a:pt x="24158" y="29474"/>
                  </a:cubicBezTo>
                  <a:cubicBezTo>
                    <a:pt x="0" y="29474"/>
                    <a:pt x="152" y="59698"/>
                    <a:pt x="12319" y="60081"/>
                  </a:cubicBezTo>
                  <a:cubicBezTo>
                    <a:pt x="12820" y="60114"/>
                    <a:pt x="13787" y="60148"/>
                    <a:pt x="15121" y="60148"/>
                  </a:cubicBezTo>
                  <a:cubicBezTo>
                    <a:pt x="12170" y="51167"/>
                    <a:pt x="17081" y="35948"/>
                    <a:pt x="34253" y="35948"/>
                  </a:cubicBezTo>
                  <a:cubicBezTo>
                    <a:pt x="35322" y="35948"/>
                    <a:pt x="36439" y="36007"/>
                    <a:pt x="37604" y="36131"/>
                  </a:cubicBezTo>
                  <a:cubicBezTo>
                    <a:pt x="34161" y="30966"/>
                    <a:pt x="38916" y="26290"/>
                    <a:pt x="43782" y="26290"/>
                  </a:cubicBezTo>
                  <a:cubicBezTo>
                    <a:pt x="45987" y="26290"/>
                    <a:pt x="48215" y="27250"/>
                    <a:pt x="49713" y="29559"/>
                  </a:cubicBezTo>
                  <a:cubicBezTo>
                    <a:pt x="46621" y="13872"/>
                    <a:pt x="57496" y="6460"/>
                    <a:pt x="68204" y="6460"/>
                  </a:cubicBezTo>
                  <a:cubicBezTo>
                    <a:pt x="70088" y="6460"/>
                    <a:pt x="71967" y="6689"/>
                    <a:pt x="73763" y="7143"/>
                  </a:cubicBezTo>
                  <a:cubicBezTo>
                    <a:pt x="70395" y="2437"/>
                    <a:pt x="64300" y="1"/>
                    <a:pt x="58150" y="1"/>
                  </a:cubicBezTo>
                  <a:close/>
                </a:path>
              </a:pathLst>
            </a:custGeom>
            <a:solidFill>
              <a:srgbClr val="000000">
                <a:alpha val="100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6" name="Google Shape;5936;p40">
              <a:extLst>
                <a:ext uri="{FF2B5EF4-FFF2-40B4-BE49-F238E27FC236}">
                  <a16:creationId xmlns:a16="http://schemas.microsoft.com/office/drawing/2014/main" id="{91A89501-E90F-6A74-0854-243B563471DA}"/>
                </a:ext>
              </a:extLst>
            </p:cNvPr>
            <p:cNvSpPr/>
            <p:nvPr/>
          </p:nvSpPr>
          <p:spPr>
            <a:xfrm>
              <a:off x="2910523" y="-893354"/>
              <a:ext cx="2045651" cy="1536762"/>
            </a:xfrm>
            <a:custGeom>
              <a:avLst/>
              <a:gdLst/>
              <a:ahLst/>
              <a:cxnLst/>
              <a:rect l="l" t="t" r="r" b="b"/>
              <a:pathLst>
                <a:path w="73380" h="59323" extrusionOk="0">
                  <a:moveTo>
                    <a:pt x="57828" y="1"/>
                  </a:moveTo>
                  <a:cubicBezTo>
                    <a:pt x="47104" y="1"/>
                    <a:pt x="36219" y="7412"/>
                    <a:pt x="39322" y="23097"/>
                  </a:cubicBezTo>
                  <a:cubicBezTo>
                    <a:pt x="37824" y="20788"/>
                    <a:pt x="35596" y="19828"/>
                    <a:pt x="33392" y="19828"/>
                  </a:cubicBezTo>
                  <a:cubicBezTo>
                    <a:pt x="28525" y="19828"/>
                    <a:pt x="23770" y="24503"/>
                    <a:pt x="27213" y="29668"/>
                  </a:cubicBezTo>
                  <a:cubicBezTo>
                    <a:pt x="26047" y="29545"/>
                    <a:pt x="24929" y="29485"/>
                    <a:pt x="23859" y="29485"/>
                  </a:cubicBezTo>
                  <a:cubicBezTo>
                    <a:pt x="1826" y="29485"/>
                    <a:pt x="0" y="54583"/>
                    <a:pt x="9067" y="59323"/>
                  </a:cubicBezTo>
                  <a:cubicBezTo>
                    <a:pt x="4207" y="51023"/>
                    <a:pt x="8304" y="32720"/>
                    <a:pt x="27121" y="32720"/>
                  </a:cubicBezTo>
                  <a:cubicBezTo>
                    <a:pt x="28193" y="32720"/>
                    <a:pt x="29313" y="32780"/>
                    <a:pt x="30482" y="32904"/>
                  </a:cubicBezTo>
                  <a:cubicBezTo>
                    <a:pt x="27039" y="27739"/>
                    <a:pt x="31779" y="23064"/>
                    <a:pt x="36635" y="23064"/>
                  </a:cubicBezTo>
                  <a:cubicBezTo>
                    <a:pt x="38835" y="23064"/>
                    <a:pt x="41060" y="24023"/>
                    <a:pt x="42558" y="26333"/>
                  </a:cubicBezTo>
                  <a:cubicBezTo>
                    <a:pt x="39474" y="10655"/>
                    <a:pt x="50360" y="3251"/>
                    <a:pt x="61079" y="3251"/>
                  </a:cubicBezTo>
                  <a:cubicBezTo>
                    <a:pt x="65550" y="3251"/>
                    <a:pt x="69992" y="4539"/>
                    <a:pt x="73380" y="7052"/>
                  </a:cubicBezTo>
                  <a:cubicBezTo>
                    <a:pt x="69990" y="2404"/>
                    <a:pt x="63936" y="1"/>
                    <a:pt x="57828" y="1"/>
                  </a:cubicBezTo>
                  <a:close/>
                </a:path>
              </a:pathLst>
            </a:custGeom>
            <a:solidFill>
              <a:srgbClr val="000000">
                <a:alpha val="100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7" name="Google Shape;5937;p40">
              <a:extLst>
                <a:ext uri="{FF2B5EF4-FFF2-40B4-BE49-F238E27FC236}">
                  <a16:creationId xmlns:a16="http://schemas.microsoft.com/office/drawing/2014/main" id="{9591525F-6CB2-D0A8-7B49-C484BE551A4A}"/>
                </a:ext>
              </a:extLst>
            </p:cNvPr>
            <p:cNvSpPr/>
            <p:nvPr/>
          </p:nvSpPr>
          <p:spPr>
            <a:xfrm>
              <a:off x="6047231" y="-1161100"/>
              <a:ext cx="2579931" cy="1815552"/>
            </a:xfrm>
            <a:custGeom>
              <a:avLst/>
              <a:gdLst/>
              <a:ahLst/>
              <a:cxnLst/>
              <a:rect l="l" t="t" r="r" b="b"/>
              <a:pathLst>
                <a:path w="99592" h="70085" extrusionOk="0">
                  <a:moveTo>
                    <a:pt x="77275" y="1"/>
                  </a:moveTo>
                  <a:cubicBezTo>
                    <a:pt x="48988" y="1"/>
                    <a:pt x="41249" y="24185"/>
                    <a:pt x="46353" y="38095"/>
                  </a:cubicBezTo>
                  <a:cubicBezTo>
                    <a:pt x="40876" y="36785"/>
                    <a:pt x="36066" y="36205"/>
                    <a:pt x="31863" y="36205"/>
                  </a:cubicBezTo>
                  <a:cubicBezTo>
                    <a:pt x="1" y="36205"/>
                    <a:pt x="2966" y="69495"/>
                    <a:pt x="13663" y="70084"/>
                  </a:cubicBezTo>
                  <a:cubicBezTo>
                    <a:pt x="8274" y="61806"/>
                    <a:pt x="12486" y="38234"/>
                    <a:pt x="35298" y="38234"/>
                  </a:cubicBezTo>
                  <a:cubicBezTo>
                    <a:pt x="39877" y="38234"/>
                    <a:pt x="45206" y="39183"/>
                    <a:pt x="51357" y="41397"/>
                  </a:cubicBezTo>
                  <a:cubicBezTo>
                    <a:pt x="47687" y="21049"/>
                    <a:pt x="53959" y="3303"/>
                    <a:pt x="82279" y="3303"/>
                  </a:cubicBezTo>
                  <a:cubicBezTo>
                    <a:pt x="89384" y="3303"/>
                    <a:pt x="95088" y="4738"/>
                    <a:pt x="99591" y="7039"/>
                  </a:cubicBezTo>
                  <a:cubicBezTo>
                    <a:pt x="94621" y="2836"/>
                    <a:pt x="87349" y="1"/>
                    <a:pt x="77275" y="1"/>
                  </a:cubicBezTo>
                  <a:close/>
                </a:path>
              </a:pathLst>
            </a:custGeom>
            <a:solidFill>
              <a:srgbClr val="000000">
                <a:alpha val="100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8" name="Google Shape;5938;p40">
              <a:extLst>
                <a:ext uri="{FF2B5EF4-FFF2-40B4-BE49-F238E27FC236}">
                  <a16:creationId xmlns:a16="http://schemas.microsoft.com/office/drawing/2014/main" id="{78426F17-A6B2-3DD7-6740-236D5D7609B8}"/>
                </a:ext>
              </a:extLst>
            </p:cNvPr>
            <p:cNvSpPr/>
            <p:nvPr/>
          </p:nvSpPr>
          <p:spPr>
            <a:xfrm>
              <a:off x="-334800" y="-1034326"/>
              <a:ext cx="4676034" cy="1815529"/>
            </a:xfrm>
            <a:custGeom>
              <a:avLst/>
              <a:gdLst/>
              <a:ahLst/>
              <a:cxnLst/>
              <a:rect l="l" t="t" r="r" b="b"/>
              <a:pathLst>
                <a:path w="171299" h="81259" extrusionOk="0">
                  <a:moveTo>
                    <a:pt x="89907" y="0"/>
                  </a:moveTo>
                  <a:cubicBezTo>
                    <a:pt x="57084" y="0"/>
                    <a:pt x="48144" y="28054"/>
                    <a:pt x="54048" y="44132"/>
                  </a:cubicBezTo>
                  <a:lnTo>
                    <a:pt x="54048" y="44132"/>
                  </a:lnTo>
                  <a:cubicBezTo>
                    <a:pt x="47711" y="42619"/>
                    <a:pt x="42146" y="41950"/>
                    <a:pt x="37282" y="41950"/>
                  </a:cubicBezTo>
                  <a:cubicBezTo>
                    <a:pt x="1" y="41950"/>
                    <a:pt x="3863" y="81258"/>
                    <a:pt x="16521" y="81258"/>
                  </a:cubicBezTo>
                  <a:lnTo>
                    <a:pt x="160291" y="81258"/>
                  </a:lnTo>
                  <a:cubicBezTo>
                    <a:pt x="171298" y="81258"/>
                    <a:pt x="168794" y="55869"/>
                    <a:pt x="147380" y="55869"/>
                  </a:cubicBezTo>
                  <a:cubicBezTo>
                    <a:pt x="146731" y="55869"/>
                    <a:pt x="146064" y="55892"/>
                    <a:pt x="145380" y="55940"/>
                  </a:cubicBezTo>
                  <a:cubicBezTo>
                    <a:pt x="148684" y="47296"/>
                    <a:pt x="143002" y="37081"/>
                    <a:pt x="133081" y="37081"/>
                  </a:cubicBezTo>
                  <a:cubicBezTo>
                    <a:pt x="130482" y="37081"/>
                    <a:pt x="127593" y="37782"/>
                    <a:pt x="124499" y="39395"/>
                  </a:cubicBezTo>
                  <a:cubicBezTo>
                    <a:pt x="129869" y="26252"/>
                    <a:pt x="122697" y="0"/>
                    <a:pt x="8990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9" name="Google Shape;5939;p40">
              <a:extLst>
                <a:ext uri="{FF2B5EF4-FFF2-40B4-BE49-F238E27FC236}">
                  <a16:creationId xmlns:a16="http://schemas.microsoft.com/office/drawing/2014/main" id="{D7DE0C6D-1C98-4110-6E0E-7484D39E4F96}"/>
                </a:ext>
              </a:extLst>
            </p:cNvPr>
            <p:cNvSpPr/>
            <p:nvPr/>
          </p:nvSpPr>
          <p:spPr>
            <a:xfrm>
              <a:off x="1572102" y="-1034326"/>
              <a:ext cx="2767366" cy="1815529"/>
            </a:xfrm>
            <a:custGeom>
              <a:avLst/>
              <a:gdLst/>
              <a:ahLst/>
              <a:cxnLst/>
              <a:rect l="l" t="t" r="r" b="b"/>
              <a:pathLst>
                <a:path w="101378" h="81259" extrusionOk="0">
                  <a:moveTo>
                    <a:pt x="20048" y="0"/>
                  </a:moveTo>
                  <a:cubicBezTo>
                    <a:pt x="11942" y="0"/>
                    <a:pt x="5338" y="1701"/>
                    <a:pt x="1" y="4503"/>
                  </a:cubicBezTo>
                  <a:cubicBezTo>
                    <a:pt x="4537" y="2802"/>
                    <a:pt x="9874" y="1801"/>
                    <a:pt x="16012" y="1801"/>
                  </a:cubicBezTo>
                  <a:cubicBezTo>
                    <a:pt x="48835" y="1801"/>
                    <a:pt x="56007" y="28054"/>
                    <a:pt x="50637" y="41196"/>
                  </a:cubicBezTo>
                  <a:cubicBezTo>
                    <a:pt x="53731" y="39583"/>
                    <a:pt x="56621" y="38883"/>
                    <a:pt x="59219" y="38883"/>
                  </a:cubicBezTo>
                  <a:cubicBezTo>
                    <a:pt x="69139" y="38883"/>
                    <a:pt x="74816" y="49098"/>
                    <a:pt x="71485" y="57742"/>
                  </a:cubicBezTo>
                  <a:lnTo>
                    <a:pt x="71485" y="57742"/>
                  </a:lnTo>
                  <a:cubicBezTo>
                    <a:pt x="72167" y="57694"/>
                    <a:pt x="72831" y="57671"/>
                    <a:pt x="73478" y="57671"/>
                  </a:cubicBezTo>
                  <a:cubicBezTo>
                    <a:pt x="91417" y="57671"/>
                    <a:pt x="96108" y="75431"/>
                    <a:pt x="90699" y="81258"/>
                  </a:cubicBezTo>
                  <a:cubicBezTo>
                    <a:pt x="101378" y="80838"/>
                    <a:pt x="98777" y="55868"/>
                    <a:pt x="77538" y="55868"/>
                  </a:cubicBezTo>
                  <a:cubicBezTo>
                    <a:pt x="76883" y="55868"/>
                    <a:pt x="76211" y="55891"/>
                    <a:pt x="75521" y="55940"/>
                  </a:cubicBezTo>
                  <a:lnTo>
                    <a:pt x="75521" y="55940"/>
                  </a:lnTo>
                  <a:cubicBezTo>
                    <a:pt x="78828" y="47289"/>
                    <a:pt x="73134" y="37065"/>
                    <a:pt x="63198" y="37065"/>
                  </a:cubicBezTo>
                  <a:cubicBezTo>
                    <a:pt x="60605" y="37065"/>
                    <a:pt x="57725" y="37761"/>
                    <a:pt x="54640" y="39362"/>
                  </a:cubicBezTo>
                  <a:cubicBezTo>
                    <a:pt x="60010" y="26252"/>
                    <a:pt x="52838" y="0"/>
                    <a:pt x="20048" y="0"/>
                  </a:cubicBezTo>
                  <a:close/>
                </a:path>
              </a:pathLst>
            </a:custGeom>
            <a:solidFill>
              <a:srgbClr val="000000">
                <a:alpha val="100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0" name="Google Shape;5940;p40">
              <a:extLst>
                <a:ext uri="{FF2B5EF4-FFF2-40B4-BE49-F238E27FC236}">
                  <a16:creationId xmlns:a16="http://schemas.microsoft.com/office/drawing/2014/main" id="{59170CB7-BB15-661A-EF63-9CA943BF7144}"/>
                </a:ext>
              </a:extLst>
            </p:cNvPr>
            <p:cNvSpPr/>
            <p:nvPr/>
          </p:nvSpPr>
          <p:spPr>
            <a:xfrm>
              <a:off x="4427388" y="-440032"/>
              <a:ext cx="3840753" cy="1652946"/>
            </a:xfrm>
            <a:custGeom>
              <a:avLst/>
              <a:gdLst/>
              <a:ahLst/>
              <a:cxnLst/>
              <a:rect l="l" t="t" r="r" b="b"/>
              <a:pathLst>
                <a:path w="148263" h="63808" extrusionOk="0">
                  <a:moveTo>
                    <a:pt x="87046" y="0"/>
                  </a:moveTo>
                  <a:cubicBezTo>
                    <a:pt x="76284" y="0"/>
                    <a:pt x="65686" y="7090"/>
                    <a:pt x="68160" y="20473"/>
                  </a:cubicBezTo>
                  <a:cubicBezTo>
                    <a:pt x="66358" y="17176"/>
                    <a:pt x="63817" y="15869"/>
                    <a:pt x="61401" y="15869"/>
                  </a:cubicBezTo>
                  <a:cubicBezTo>
                    <a:pt x="56755" y="15869"/>
                    <a:pt x="52570" y="20704"/>
                    <a:pt x="54984" y="25510"/>
                  </a:cubicBezTo>
                  <a:cubicBezTo>
                    <a:pt x="52677" y="22305"/>
                    <a:pt x="47159" y="20060"/>
                    <a:pt x="41298" y="20060"/>
                  </a:cubicBezTo>
                  <a:cubicBezTo>
                    <a:pt x="33010" y="20060"/>
                    <a:pt x="24038" y="24548"/>
                    <a:pt x="22495" y="37152"/>
                  </a:cubicBezTo>
                  <a:cubicBezTo>
                    <a:pt x="22158" y="37137"/>
                    <a:pt x="21827" y="37130"/>
                    <a:pt x="21500" y="37130"/>
                  </a:cubicBezTo>
                  <a:cubicBezTo>
                    <a:pt x="2007" y="37130"/>
                    <a:pt x="0" y="62188"/>
                    <a:pt x="19226" y="63270"/>
                  </a:cubicBezTo>
                  <a:cubicBezTo>
                    <a:pt x="27781" y="63672"/>
                    <a:pt x="44650" y="63807"/>
                    <a:pt x="62952" y="63807"/>
                  </a:cubicBezTo>
                  <a:cubicBezTo>
                    <a:pt x="94812" y="63807"/>
                    <a:pt x="131017" y="63398"/>
                    <a:pt x="135275" y="63270"/>
                  </a:cubicBezTo>
                  <a:cubicBezTo>
                    <a:pt x="148117" y="62855"/>
                    <a:pt x="148263" y="31022"/>
                    <a:pt x="122794" y="31022"/>
                  </a:cubicBezTo>
                  <a:cubicBezTo>
                    <a:pt x="121667" y="31022"/>
                    <a:pt x="120491" y="31084"/>
                    <a:pt x="119264" y="31214"/>
                  </a:cubicBezTo>
                  <a:cubicBezTo>
                    <a:pt x="122889" y="25776"/>
                    <a:pt x="117896" y="20874"/>
                    <a:pt x="112787" y="20874"/>
                  </a:cubicBezTo>
                  <a:cubicBezTo>
                    <a:pt x="110469" y="20874"/>
                    <a:pt x="108127" y="21883"/>
                    <a:pt x="106555" y="24309"/>
                  </a:cubicBezTo>
                  <a:cubicBezTo>
                    <a:pt x="109799" y="7797"/>
                    <a:pt x="98332" y="0"/>
                    <a:pt x="87046" y="0"/>
                  </a:cubicBezTo>
                  <a:close/>
                </a:path>
              </a:pathLst>
            </a:custGeom>
            <a:solidFill>
              <a:srgbClr val="F2F3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1" name="Google Shape;5941;p40">
              <a:extLst>
                <a:ext uri="{FF2B5EF4-FFF2-40B4-BE49-F238E27FC236}">
                  <a16:creationId xmlns:a16="http://schemas.microsoft.com/office/drawing/2014/main" id="{E0B1A775-85E8-5B98-D3EA-E98B2E97835B}"/>
                </a:ext>
              </a:extLst>
            </p:cNvPr>
            <p:cNvSpPr/>
            <p:nvPr/>
          </p:nvSpPr>
          <p:spPr>
            <a:xfrm>
              <a:off x="4469455" y="-29389"/>
              <a:ext cx="1716724" cy="1141089"/>
            </a:xfrm>
            <a:custGeom>
              <a:avLst/>
              <a:gdLst/>
              <a:ahLst/>
              <a:cxnLst/>
              <a:rect l="l" t="t" r="r" b="b"/>
              <a:pathLst>
                <a:path w="66270" h="44049" extrusionOk="0">
                  <a:moveTo>
                    <a:pt x="59764" y="1"/>
                  </a:moveTo>
                  <a:cubicBezTo>
                    <a:pt x="55127" y="1"/>
                    <a:pt x="50954" y="4844"/>
                    <a:pt x="53360" y="9657"/>
                  </a:cubicBezTo>
                  <a:cubicBezTo>
                    <a:pt x="51053" y="6452"/>
                    <a:pt x="45535" y="4207"/>
                    <a:pt x="39674" y="4207"/>
                  </a:cubicBezTo>
                  <a:cubicBezTo>
                    <a:pt x="31386" y="4207"/>
                    <a:pt x="22414" y="8695"/>
                    <a:pt x="20871" y="21299"/>
                  </a:cubicBezTo>
                  <a:cubicBezTo>
                    <a:pt x="20529" y="21284"/>
                    <a:pt x="20193" y="21277"/>
                    <a:pt x="19862" y="21277"/>
                  </a:cubicBezTo>
                  <a:cubicBezTo>
                    <a:pt x="4461" y="21277"/>
                    <a:pt x="1" y="36962"/>
                    <a:pt x="8295" y="44048"/>
                  </a:cubicBezTo>
                  <a:cubicBezTo>
                    <a:pt x="3504" y="36291"/>
                    <a:pt x="8585" y="23980"/>
                    <a:pt x="22231" y="23980"/>
                  </a:cubicBezTo>
                  <a:cubicBezTo>
                    <a:pt x="22551" y="23980"/>
                    <a:pt x="22876" y="23987"/>
                    <a:pt x="23206" y="24001"/>
                  </a:cubicBezTo>
                  <a:cubicBezTo>
                    <a:pt x="24749" y="11418"/>
                    <a:pt x="33720" y="6926"/>
                    <a:pt x="42008" y="6926"/>
                  </a:cubicBezTo>
                  <a:cubicBezTo>
                    <a:pt x="47869" y="6926"/>
                    <a:pt x="53388" y="9173"/>
                    <a:pt x="55695" y="12392"/>
                  </a:cubicBezTo>
                  <a:cubicBezTo>
                    <a:pt x="53287" y="7577"/>
                    <a:pt x="57470" y="2721"/>
                    <a:pt x="62108" y="2721"/>
                  </a:cubicBezTo>
                  <a:cubicBezTo>
                    <a:pt x="63510" y="2721"/>
                    <a:pt x="64954" y="3165"/>
                    <a:pt x="66270" y="4187"/>
                  </a:cubicBezTo>
                  <a:cubicBezTo>
                    <a:pt x="64487" y="1197"/>
                    <a:pt x="62068" y="1"/>
                    <a:pt x="59764" y="1"/>
                  </a:cubicBezTo>
                  <a:close/>
                </a:path>
              </a:pathLst>
            </a:custGeom>
            <a:solidFill>
              <a:srgbClr val="000000">
                <a:alpha val="100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2" name="Google Shape;5942;p40">
              <a:extLst>
                <a:ext uri="{FF2B5EF4-FFF2-40B4-BE49-F238E27FC236}">
                  <a16:creationId xmlns:a16="http://schemas.microsoft.com/office/drawing/2014/main" id="{50B32138-B58F-5997-54EA-DE506E1F3104}"/>
                </a:ext>
              </a:extLst>
            </p:cNvPr>
            <p:cNvSpPr/>
            <p:nvPr/>
          </p:nvSpPr>
          <p:spPr>
            <a:xfrm>
              <a:off x="6132306" y="-440161"/>
              <a:ext cx="988742" cy="590997"/>
            </a:xfrm>
            <a:custGeom>
              <a:avLst/>
              <a:gdLst/>
              <a:ahLst/>
              <a:cxnLst/>
              <a:rect l="l" t="t" r="r" b="b"/>
              <a:pathLst>
                <a:path w="38168" h="22814" extrusionOk="0">
                  <a:moveTo>
                    <a:pt x="21242" y="1"/>
                  </a:moveTo>
                  <a:cubicBezTo>
                    <a:pt x="10545" y="1"/>
                    <a:pt x="0" y="6997"/>
                    <a:pt x="2275" y="20211"/>
                  </a:cubicBezTo>
                  <a:cubicBezTo>
                    <a:pt x="3042" y="20812"/>
                    <a:pt x="3742" y="21646"/>
                    <a:pt x="4376" y="22680"/>
                  </a:cubicBezTo>
                  <a:cubicBezTo>
                    <a:pt x="4443" y="22713"/>
                    <a:pt x="4510" y="22746"/>
                    <a:pt x="4610" y="22813"/>
                  </a:cubicBezTo>
                  <a:cubicBezTo>
                    <a:pt x="2411" y="9667"/>
                    <a:pt x="12912" y="2715"/>
                    <a:pt x="23573" y="2715"/>
                  </a:cubicBezTo>
                  <a:cubicBezTo>
                    <a:pt x="28926" y="2715"/>
                    <a:pt x="34320" y="4468"/>
                    <a:pt x="38167" y="8069"/>
                  </a:cubicBezTo>
                  <a:cubicBezTo>
                    <a:pt x="34414" y="2630"/>
                    <a:pt x="27800" y="1"/>
                    <a:pt x="21242" y="1"/>
                  </a:cubicBezTo>
                  <a:close/>
                </a:path>
              </a:pathLst>
            </a:custGeom>
            <a:solidFill>
              <a:srgbClr val="000000">
                <a:alpha val="100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3" name="Google Shape;5943;p40">
              <a:extLst>
                <a:ext uri="{FF2B5EF4-FFF2-40B4-BE49-F238E27FC236}">
                  <a16:creationId xmlns:a16="http://schemas.microsoft.com/office/drawing/2014/main" id="{9A2DC274-3D2C-FD8D-73B4-59625BE8DB6A}"/>
                </a:ext>
              </a:extLst>
            </p:cNvPr>
            <p:cNvSpPr/>
            <p:nvPr/>
          </p:nvSpPr>
          <p:spPr>
            <a:xfrm>
              <a:off x="6326010" y="231118"/>
              <a:ext cx="6943" cy="11269"/>
            </a:xfrm>
            <a:custGeom>
              <a:avLst/>
              <a:gdLst/>
              <a:ahLst/>
              <a:cxnLst/>
              <a:rect l="l" t="t" r="r" b="b"/>
              <a:pathLst>
                <a:path w="268" h="435" extrusionOk="0">
                  <a:moveTo>
                    <a:pt x="0" y="0"/>
                  </a:moveTo>
                  <a:lnTo>
                    <a:pt x="0" y="0"/>
                  </a:lnTo>
                  <a:cubicBezTo>
                    <a:pt x="101" y="134"/>
                    <a:pt x="201" y="301"/>
                    <a:pt x="267" y="434"/>
                  </a:cubicBezTo>
                  <a:cubicBezTo>
                    <a:pt x="234" y="334"/>
                    <a:pt x="234" y="267"/>
                    <a:pt x="234" y="167"/>
                  </a:cubicBezTo>
                  <a:cubicBezTo>
                    <a:pt x="167" y="100"/>
                    <a:pt x="101" y="67"/>
                    <a:pt x="0" y="0"/>
                  </a:cubicBezTo>
                  <a:close/>
                </a:path>
              </a:pathLst>
            </a:custGeom>
            <a:solidFill>
              <a:srgbClr val="F2F3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4" name="Google Shape;5944;p40">
              <a:extLst>
                <a:ext uri="{FF2B5EF4-FFF2-40B4-BE49-F238E27FC236}">
                  <a16:creationId xmlns:a16="http://schemas.microsoft.com/office/drawing/2014/main" id="{2202EE76-701F-19A0-8742-36AAB5B07F84}"/>
                </a:ext>
              </a:extLst>
            </p:cNvPr>
            <p:cNvSpPr/>
            <p:nvPr/>
          </p:nvSpPr>
          <p:spPr>
            <a:xfrm>
              <a:off x="6186029" y="79041"/>
              <a:ext cx="6943" cy="11269"/>
            </a:xfrm>
            <a:custGeom>
              <a:avLst/>
              <a:gdLst/>
              <a:ahLst/>
              <a:cxnLst/>
              <a:rect l="l" t="t" r="r" b="b"/>
              <a:pathLst>
                <a:path w="268" h="435" extrusionOk="0">
                  <a:moveTo>
                    <a:pt x="1" y="1"/>
                  </a:moveTo>
                  <a:lnTo>
                    <a:pt x="1" y="1"/>
                  </a:lnTo>
                  <a:cubicBezTo>
                    <a:pt x="101" y="134"/>
                    <a:pt x="167" y="267"/>
                    <a:pt x="267" y="434"/>
                  </a:cubicBezTo>
                  <a:cubicBezTo>
                    <a:pt x="234" y="334"/>
                    <a:pt x="234" y="234"/>
                    <a:pt x="201" y="167"/>
                  </a:cubicBezTo>
                  <a:cubicBezTo>
                    <a:pt x="134" y="101"/>
                    <a:pt x="67" y="34"/>
                    <a:pt x="1" y="1"/>
                  </a:cubicBezTo>
                  <a:close/>
                </a:path>
              </a:pathLst>
            </a:custGeom>
            <a:solidFill>
              <a:srgbClr val="F2F3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5" name="Google Shape;5945;p40">
              <a:extLst>
                <a:ext uri="{FF2B5EF4-FFF2-40B4-BE49-F238E27FC236}">
                  <a16:creationId xmlns:a16="http://schemas.microsoft.com/office/drawing/2014/main" id="{375C4915-7D58-C685-B6CF-6AB4E11C6BEA}"/>
                </a:ext>
              </a:extLst>
            </p:cNvPr>
            <p:cNvSpPr/>
            <p:nvPr/>
          </p:nvSpPr>
          <p:spPr>
            <a:xfrm>
              <a:off x="7499004" y="307641"/>
              <a:ext cx="6943" cy="11269"/>
            </a:xfrm>
            <a:custGeom>
              <a:avLst/>
              <a:gdLst/>
              <a:ahLst/>
              <a:cxnLst/>
              <a:rect l="l" t="t" r="r" b="b"/>
              <a:pathLst>
                <a:path w="268" h="435" extrusionOk="0">
                  <a:moveTo>
                    <a:pt x="1" y="1"/>
                  </a:moveTo>
                  <a:lnTo>
                    <a:pt x="1" y="1"/>
                  </a:lnTo>
                  <a:cubicBezTo>
                    <a:pt x="101" y="134"/>
                    <a:pt x="167" y="267"/>
                    <a:pt x="267" y="434"/>
                  </a:cubicBezTo>
                  <a:cubicBezTo>
                    <a:pt x="234" y="334"/>
                    <a:pt x="234" y="234"/>
                    <a:pt x="201" y="167"/>
                  </a:cubicBezTo>
                  <a:cubicBezTo>
                    <a:pt x="134" y="101"/>
                    <a:pt x="67" y="34"/>
                    <a:pt x="1" y="1"/>
                  </a:cubicBezTo>
                  <a:close/>
                </a:path>
              </a:pathLst>
            </a:custGeom>
            <a:solidFill>
              <a:srgbClr val="F2F3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6" name="Google Shape;5946;p40">
              <a:extLst>
                <a:ext uri="{FF2B5EF4-FFF2-40B4-BE49-F238E27FC236}">
                  <a16:creationId xmlns:a16="http://schemas.microsoft.com/office/drawing/2014/main" id="{DCE1C33D-60EA-9AF0-D8E5-9E2F15E0F51D}"/>
                </a:ext>
              </a:extLst>
            </p:cNvPr>
            <p:cNvSpPr/>
            <p:nvPr/>
          </p:nvSpPr>
          <p:spPr>
            <a:xfrm>
              <a:off x="-334800" y="-1034326"/>
              <a:ext cx="4676034" cy="1815529"/>
            </a:xfrm>
            <a:custGeom>
              <a:avLst/>
              <a:gdLst/>
              <a:ahLst/>
              <a:cxnLst/>
              <a:rect l="l" t="t" r="r" b="b"/>
              <a:pathLst>
                <a:path w="171299" h="81259" extrusionOk="0">
                  <a:moveTo>
                    <a:pt x="89907" y="0"/>
                  </a:moveTo>
                  <a:cubicBezTo>
                    <a:pt x="57084" y="0"/>
                    <a:pt x="48144" y="28054"/>
                    <a:pt x="54048" y="44132"/>
                  </a:cubicBezTo>
                  <a:lnTo>
                    <a:pt x="54048" y="44132"/>
                  </a:lnTo>
                  <a:cubicBezTo>
                    <a:pt x="47711" y="42619"/>
                    <a:pt x="42146" y="41950"/>
                    <a:pt x="37282" y="41950"/>
                  </a:cubicBezTo>
                  <a:cubicBezTo>
                    <a:pt x="1" y="41950"/>
                    <a:pt x="3863" y="81258"/>
                    <a:pt x="16521" y="81258"/>
                  </a:cubicBezTo>
                  <a:lnTo>
                    <a:pt x="160291" y="81258"/>
                  </a:lnTo>
                  <a:cubicBezTo>
                    <a:pt x="171298" y="81258"/>
                    <a:pt x="168794" y="55869"/>
                    <a:pt x="147380" y="55869"/>
                  </a:cubicBezTo>
                  <a:cubicBezTo>
                    <a:pt x="146731" y="55869"/>
                    <a:pt x="146064" y="55892"/>
                    <a:pt x="145380" y="55940"/>
                  </a:cubicBezTo>
                  <a:cubicBezTo>
                    <a:pt x="148684" y="47296"/>
                    <a:pt x="143002" y="37081"/>
                    <a:pt x="133081" y="37081"/>
                  </a:cubicBezTo>
                  <a:cubicBezTo>
                    <a:pt x="130482" y="37081"/>
                    <a:pt x="127593" y="37782"/>
                    <a:pt x="124499" y="39395"/>
                  </a:cubicBezTo>
                  <a:cubicBezTo>
                    <a:pt x="129869" y="26252"/>
                    <a:pt x="122697" y="0"/>
                    <a:pt x="89907" y="0"/>
                  </a:cubicBezTo>
                  <a:close/>
                </a:path>
              </a:pathLst>
            </a:custGeom>
            <a:solidFill>
              <a:srgbClr val="000000">
                <a:alpha val="100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7" name="Google Shape;5947;p40">
              <a:extLst>
                <a:ext uri="{FF2B5EF4-FFF2-40B4-BE49-F238E27FC236}">
                  <a16:creationId xmlns:a16="http://schemas.microsoft.com/office/drawing/2014/main" id="{485FEEA1-F899-FD16-C194-87A2A4BF0242}"/>
                </a:ext>
              </a:extLst>
            </p:cNvPr>
            <p:cNvSpPr/>
            <p:nvPr/>
          </p:nvSpPr>
          <p:spPr>
            <a:xfrm>
              <a:off x="4452540" y="-440161"/>
              <a:ext cx="2690208" cy="1590774"/>
            </a:xfrm>
            <a:custGeom>
              <a:avLst/>
              <a:gdLst/>
              <a:ahLst/>
              <a:cxnLst/>
              <a:rect l="l" t="t" r="r" b="b"/>
              <a:pathLst>
                <a:path w="103849" h="61408" extrusionOk="0">
                  <a:moveTo>
                    <a:pt x="86058" y="1"/>
                  </a:moveTo>
                  <a:cubicBezTo>
                    <a:pt x="75305" y="1"/>
                    <a:pt x="64717" y="7089"/>
                    <a:pt x="67189" y="20478"/>
                  </a:cubicBezTo>
                  <a:cubicBezTo>
                    <a:pt x="65387" y="17169"/>
                    <a:pt x="62846" y="15859"/>
                    <a:pt x="60431" y="15859"/>
                  </a:cubicBezTo>
                  <a:cubicBezTo>
                    <a:pt x="55784" y="15859"/>
                    <a:pt x="51599" y="20709"/>
                    <a:pt x="54013" y="25515"/>
                  </a:cubicBezTo>
                  <a:cubicBezTo>
                    <a:pt x="51706" y="22310"/>
                    <a:pt x="46188" y="20065"/>
                    <a:pt x="40327" y="20065"/>
                  </a:cubicBezTo>
                  <a:cubicBezTo>
                    <a:pt x="32039" y="20065"/>
                    <a:pt x="23067" y="24553"/>
                    <a:pt x="21524" y="37157"/>
                  </a:cubicBezTo>
                  <a:cubicBezTo>
                    <a:pt x="21177" y="37142"/>
                    <a:pt x="20836" y="37134"/>
                    <a:pt x="20500" y="37134"/>
                  </a:cubicBezTo>
                  <a:cubicBezTo>
                    <a:pt x="3881" y="37134"/>
                    <a:pt x="1" y="55424"/>
                    <a:pt x="11183" y="61407"/>
                  </a:cubicBezTo>
                  <a:cubicBezTo>
                    <a:pt x="7962" y="53698"/>
                    <a:pt x="13212" y="43007"/>
                    <a:pt x="25972" y="43007"/>
                  </a:cubicBezTo>
                  <a:cubicBezTo>
                    <a:pt x="26297" y="43007"/>
                    <a:pt x="26626" y="43014"/>
                    <a:pt x="26961" y="43028"/>
                  </a:cubicBezTo>
                  <a:cubicBezTo>
                    <a:pt x="28504" y="30424"/>
                    <a:pt x="37477" y="25936"/>
                    <a:pt x="45758" y="25936"/>
                  </a:cubicBezTo>
                  <a:cubicBezTo>
                    <a:pt x="51613" y="25936"/>
                    <a:pt x="57124" y="28180"/>
                    <a:pt x="59417" y="31386"/>
                  </a:cubicBezTo>
                  <a:cubicBezTo>
                    <a:pt x="57025" y="26579"/>
                    <a:pt x="61203" y="21730"/>
                    <a:pt x="65842" y="21730"/>
                  </a:cubicBezTo>
                  <a:cubicBezTo>
                    <a:pt x="68254" y="21730"/>
                    <a:pt x="70791" y="23040"/>
                    <a:pt x="72593" y="26349"/>
                  </a:cubicBezTo>
                  <a:cubicBezTo>
                    <a:pt x="70130" y="12965"/>
                    <a:pt x="80721" y="5872"/>
                    <a:pt x="91476" y="5872"/>
                  </a:cubicBezTo>
                  <a:cubicBezTo>
                    <a:pt x="95865" y="5872"/>
                    <a:pt x="100282" y="7053"/>
                    <a:pt x="103849" y="9470"/>
                  </a:cubicBezTo>
                  <a:cubicBezTo>
                    <a:pt x="100310" y="3082"/>
                    <a:pt x="93148" y="1"/>
                    <a:pt x="86058" y="1"/>
                  </a:cubicBezTo>
                  <a:close/>
                </a:path>
              </a:pathLst>
            </a:custGeom>
            <a:solidFill>
              <a:srgbClr val="000000">
                <a:alpha val="100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948" name="Google Shape;5948;p40">
              <a:extLst>
                <a:ext uri="{FF2B5EF4-FFF2-40B4-BE49-F238E27FC236}">
                  <a16:creationId xmlns:a16="http://schemas.microsoft.com/office/drawing/2014/main" id="{6E988A8E-2DDA-1DDD-4AA6-B13789EC49BA}"/>
                </a:ext>
              </a:extLst>
            </p:cNvPr>
            <p:cNvGrpSpPr/>
            <p:nvPr/>
          </p:nvGrpSpPr>
          <p:grpSpPr>
            <a:xfrm>
              <a:off x="1568426" y="-398888"/>
              <a:ext cx="3649211" cy="1570672"/>
              <a:chOff x="1568426" y="-228326"/>
              <a:chExt cx="3649211" cy="1570672"/>
            </a:xfrm>
          </p:grpSpPr>
          <p:sp>
            <p:nvSpPr>
              <p:cNvPr id="5949" name="Google Shape;5949;p40">
                <a:extLst>
                  <a:ext uri="{FF2B5EF4-FFF2-40B4-BE49-F238E27FC236}">
                    <a16:creationId xmlns:a16="http://schemas.microsoft.com/office/drawing/2014/main" id="{381BE8E9-17CA-8EB1-1D2C-D5EE1677F5CA}"/>
                  </a:ext>
                </a:extLst>
              </p:cNvPr>
              <p:cNvSpPr/>
              <p:nvPr/>
            </p:nvSpPr>
            <p:spPr>
              <a:xfrm>
                <a:off x="1568426" y="-228326"/>
                <a:ext cx="3649211" cy="1570672"/>
              </a:xfrm>
              <a:custGeom>
                <a:avLst/>
                <a:gdLst/>
                <a:ahLst/>
                <a:cxnLst/>
                <a:rect l="l" t="t" r="r" b="b"/>
                <a:pathLst>
                  <a:path w="140869" h="60632" extrusionOk="0">
                    <a:moveTo>
                      <a:pt x="58159" y="0"/>
                    </a:moveTo>
                    <a:cubicBezTo>
                      <a:pt x="47435" y="0"/>
                      <a:pt x="36548" y="7415"/>
                      <a:pt x="39639" y="23108"/>
                    </a:cubicBezTo>
                    <a:cubicBezTo>
                      <a:pt x="38141" y="20799"/>
                      <a:pt x="35913" y="19839"/>
                      <a:pt x="33709" y="19839"/>
                    </a:cubicBezTo>
                    <a:cubicBezTo>
                      <a:pt x="28842" y="19839"/>
                      <a:pt x="24087" y="24514"/>
                      <a:pt x="27530" y="29679"/>
                    </a:cubicBezTo>
                    <a:cubicBezTo>
                      <a:pt x="26357" y="29554"/>
                      <a:pt x="25233" y="29494"/>
                      <a:pt x="24158" y="29494"/>
                    </a:cubicBezTo>
                    <a:cubicBezTo>
                      <a:pt x="0" y="29494"/>
                      <a:pt x="152" y="59718"/>
                      <a:pt x="12319" y="60101"/>
                    </a:cubicBezTo>
                    <a:cubicBezTo>
                      <a:pt x="16345" y="60248"/>
                      <a:pt x="50070" y="60632"/>
                      <a:pt x="80104" y="60632"/>
                    </a:cubicBezTo>
                    <a:cubicBezTo>
                      <a:pt x="97857" y="60632"/>
                      <a:pt x="114320" y="60498"/>
                      <a:pt x="122598" y="60101"/>
                    </a:cubicBezTo>
                    <a:cubicBezTo>
                      <a:pt x="140868" y="59084"/>
                      <a:pt x="138947" y="35296"/>
                      <a:pt x="120451" y="35296"/>
                    </a:cubicBezTo>
                    <a:cubicBezTo>
                      <a:pt x="120137" y="35296"/>
                      <a:pt x="119819" y="35303"/>
                      <a:pt x="119496" y="35317"/>
                    </a:cubicBezTo>
                    <a:cubicBezTo>
                      <a:pt x="118030" y="23336"/>
                      <a:pt x="109499" y="19074"/>
                      <a:pt x="101625" y="19074"/>
                    </a:cubicBezTo>
                    <a:cubicBezTo>
                      <a:pt x="96060" y="19074"/>
                      <a:pt x="90823" y="21203"/>
                      <a:pt x="88641" y="24242"/>
                    </a:cubicBezTo>
                    <a:cubicBezTo>
                      <a:pt x="90922" y="19679"/>
                      <a:pt x="86957" y="15087"/>
                      <a:pt x="82551" y="15087"/>
                    </a:cubicBezTo>
                    <a:cubicBezTo>
                      <a:pt x="80257" y="15087"/>
                      <a:pt x="77845" y="16332"/>
                      <a:pt x="76132" y="19472"/>
                    </a:cubicBezTo>
                    <a:cubicBezTo>
                      <a:pt x="78460" y="6740"/>
                      <a:pt x="68384" y="0"/>
                      <a:pt x="5815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50" name="Google Shape;5950;p40">
                <a:extLst>
                  <a:ext uri="{FF2B5EF4-FFF2-40B4-BE49-F238E27FC236}">
                    <a16:creationId xmlns:a16="http://schemas.microsoft.com/office/drawing/2014/main" id="{2F8D60A0-5531-0C6F-8A8A-A62E340ED683}"/>
                  </a:ext>
                </a:extLst>
              </p:cNvPr>
              <p:cNvSpPr/>
              <p:nvPr/>
            </p:nvSpPr>
            <p:spPr>
              <a:xfrm>
                <a:off x="1576637" y="-228041"/>
                <a:ext cx="1900909" cy="1536762"/>
              </a:xfrm>
              <a:custGeom>
                <a:avLst/>
                <a:gdLst/>
                <a:ahLst/>
                <a:cxnLst/>
                <a:rect l="l" t="t" r="r" b="b"/>
                <a:pathLst>
                  <a:path w="73380" h="59323" extrusionOk="0">
                    <a:moveTo>
                      <a:pt x="57828" y="1"/>
                    </a:moveTo>
                    <a:cubicBezTo>
                      <a:pt x="47104" y="1"/>
                      <a:pt x="36219" y="7412"/>
                      <a:pt x="39322" y="23097"/>
                    </a:cubicBezTo>
                    <a:cubicBezTo>
                      <a:pt x="37824" y="20788"/>
                      <a:pt x="35596" y="19828"/>
                      <a:pt x="33392" y="19828"/>
                    </a:cubicBezTo>
                    <a:cubicBezTo>
                      <a:pt x="28525" y="19828"/>
                      <a:pt x="23770" y="24503"/>
                      <a:pt x="27213" y="29668"/>
                    </a:cubicBezTo>
                    <a:cubicBezTo>
                      <a:pt x="26047" y="29545"/>
                      <a:pt x="24929" y="29485"/>
                      <a:pt x="23859" y="29485"/>
                    </a:cubicBezTo>
                    <a:cubicBezTo>
                      <a:pt x="1826" y="29485"/>
                      <a:pt x="0" y="54583"/>
                      <a:pt x="9067" y="59323"/>
                    </a:cubicBezTo>
                    <a:cubicBezTo>
                      <a:pt x="4207" y="51023"/>
                      <a:pt x="8304" y="32720"/>
                      <a:pt x="27121" y="32720"/>
                    </a:cubicBezTo>
                    <a:cubicBezTo>
                      <a:pt x="28193" y="32720"/>
                      <a:pt x="29313" y="32780"/>
                      <a:pt x="30482" y="32904"/>
                    </a:cubicBezTo>
                    <a:cubicBezTo>
                      <a:pt x="27039" y="27739"/>
                      <a:pt x="31779" y="23064"/>
                      <a:pt x="36635" y="23064"/>
                    </a:cubicBezTo>
                    <a:cubicBezTo>
                      <a:pt x="38835" y="23064"/>
                      <a:pt x="41060" y="24023"/>
                      <a:pt x="42558" y="26333"/>
                    </a:cubicBezTo>
                    <a:cubicBezTo>
                      <a:pt x="39474" y="10655"/>
                      <a:pt x="50360" y="3251"/>
                      <a:pt x="61079" y="3251"/>
                    </a:cubicBezTo>
                    <a:cubicBezTo>
                      <a:pt x="65550" y="3251"/>
                      <a:pt x="69992" y="4539"/>
                      <a:pt x="73380" y="7052"/>
                    </a:cubicBezTo>
                    <a:cubicBezTo>
                      <a:pt x="69990" y="2404"/>
                      <a:pt x="63936" y="1"/>
                      <a:pt x="57828" y="1"/>
                    </a:cubicBezTo>
                    <a:close/>
                  </a:path>
                </a:pathLst>
              </a:custGeom>
              <a:solidFill>
                <a:srgbClr val="000000">
                  <a:alpha val="100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51" name="Google Shape;5951;p40">
                <a:extLst>
                  <a:ext uri="{FF2B5EF4-FFF2-40B4-BE49-F238E27FC236}">
                    <a16:creationId xmlns:a16="http://schemas.microsoft.com/office/drawing/2014/main" id="{876B9935-C10D-74DE-5CDF-1DDA348B802C}"/>
                  </a:ext>
                </a:extLst>
              </p:cNvPr>
              <p:cNvSpPr/>
              <p:nvPr/>
            </p:nvSpPr>
            <p:spPr>
              <a:xfrm>
                <a:off x="1568426" y="-227808"/>
                <a:ext cx="1910856" cy="1558134"/>
              </a:xfrm>
              <a:custGeom>
                <a:avLst/>
                <a:gdLst/>
                <a:ahLst/>
                <a:cxnLst/>
                <a:rect l="l" t="t" r="r" b="b"/>
                <a:pathLst>
                  <a:path w="73764" h="60148" extrusionOk="0">
                    <a:moveTo>
                      <a:pt x="58150" y="1"/>
                    </a:moveTo>
                    <a:cubicBezTo>
                      <a:pt x="47430" y="1"/>
                      <a:pt x="36544" y="7403"/>
                      <a:pt x="39639" y="23088"/>
                    </a:cubicBezTo>
                    <a:cubicBezTo>
                      <a:pt x="38141" y="20779"/>
                      <a:pt x="35913" y="19819"/>
                      <a:pt x="33709" y="19819"/>
                    </a:cubicBezTo>
                    <a:cubicBezTo>
                      <a:pt x="28842" y="19819"/>
                      <a:pt x="24087" y="24494"/>
                      <a:pt x="27530" y="29659"/>
                    </a:cubicBezTo>
                    <a:cubicBezTo>
                      <a:pt x="26357" y="29534"/>
                      <a:pt x="25233" y="29474"/>
                      <a:pt x="24158" y="29474"/>
                    </a:cubicBezTo>
                    <a:cubicBezTo>
                      <a:pt x="0" y="29474"/>
                      <a:pt x="152" y="59698"/>
                      <a:pt x="12319" y="60081"/>
                    </a:cubicBezTo>
                    <a:cubicBezTo>
                      <a:pt x="12820" y="60114"/>
                      <a:pt x="13787" y="60148"/>
                      <a:pt x="15121" y="60148"/>
                    </a:cubicBezTo>
                    <a:cubicBezTo>
                      <a:pt x="12170" y="51167"/>
                      <a:pt x="17081" y="35948"/>
                      <a:pt x="34253" y="35948"/>
                    </a:cubicBezTo>
                    <a:cubicBezTo>
                      <a:pt x="35322" y="35948"/>
                      <a:pt x="36439" y="36007"/>
                      <a:pt x="37604" y="36131"/>
                    </a:cubicBezTo>
                    <a:cubicBezTo>
                      <a:pt x="34161" y="30966"/>
                      <a:pt x="38916" y="26290"/>
                      <a:pt x="43782" y="26290"/>
                    </a:cubicBezTo>
                    <a:cubicBezTo>
                      <a:pt x="45987" y="26290"/>
                      <a:pt x="48215" y="27250"/>
                      <a:pt x="49713" y="29559"/>
                    </a:cubicBezTo>
                    <a:cubicBezTo>
                      <a:pt x="46621" y="13872"/>
                      <a:pt x="57496" y="6460"/>
                      <a:pt x="68204" y="6460"/>
                    </a:cubicBezTo>
                    <a:cubicBezTo>
                      <a:pt x="70088" y="6460"/>
                      <a:pt x="71967" y="6689"/>
                      <a:pt x="73763" y="7143"/>
                    </a:cubicBezTo>
                    <a:cubicBezTo>
                      <a:pt x="70395" y="2437"/>
                      <a:pt x="64300" y="1"/>
                      <a:pt x="58150" y="1"/>
                    </a:cubicBezTo>
                    <a:close/>
                  </a:path>
                </a:pathLst>
              </a:custGeom>
              <a:solidFill>
                <a:srgbClr val="000000">
                  <a:alpha val="100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5952" name="Google Shape;5952;p40">
            <a:extLst>
              <a:ext uri="{FF2B5EF4-FFF2-40B4-BE49-F238E27FC236}">
                <a16:creationId xmlns:a16="http://schemas.microsoft.com/office/drawing/2014/main" id="{FBE4D758-E5F5-FDB1-88CB-AEA759C49116}"/>
              </a:ext>
            </a:extLst>
          </p:cNvPr>
          <p:cNvSpPr/>
          <p:nvPr/>
        </p:nvSpPr>
        <p:spPr>
          <a:xfrm>
            <a:off x="0" y="3893611"/>
            <a:ext cx="4144240" cy="530576"/>
          </a:xfrm>
          <a:custGeom>
            <a:avLst/>
            <a:gdLst/>
            <a:ahLst/>
            <a:cxnLst/>
            <a:rect l="l" t="t" r="r" b="b"/>
            <a:pathLst>
              <a:path w="272511" h="143593" extrusionOk="0">
                <a:moveTo>
                  <a:pt x="251027" y="1"/>
                </a:moveTo>
                <a:cubicBezTo>
                  <a:pt x="245294" y="1"/>
                  <a:pt x="237572" y="381"/>
                  <a:pt x="227184" y="1118"/>
                </a:cubicBezTo>
                <a:cubicBezTo>
                  <a:pt x="222766" y="1431"/>
                  <a:pt x="215826" y="1538"/>
                  <a:pt x="208362" y="1538"/>
                </a:cubicBezTo>
                <a:cubicBezTo>
                  <a:pt x="195627" y="1538"/>
                  <a:pt x="181370" y="1225"/>
                  <a:pt x="175522" y="1083"/>
                </a:cubicBezTo>
                <a:cubicBezTo>
                  <a:pt x="174989" y="1069"/>
                  <a:pt x="173989" y="1063"/>
                  <a:pt x="172589" y="1063"/>
                </a:cubicBezTo>
                <a:cubicBezTo>
                  <a:pt x="157097" y="1063"/>
                  <a:pt x="92556" y="1810"/>
                  <a:pt x="67749" y="1810"/>
                </a:cubicBezTo>
                <a:cubicBezTo>
                  <a:pt x="64700" y="1810"/>
                  <a:pt x="62251" y="1799"/>
                  <a:pt x="60567" y="1773"/>
                </a:cubicBezTo>
                <a:cubicBezTo>
                  <a:pt x="46982" y="1571"/>
                  <a:pt x="33386" y="1368"/>
                  <a:pt x="19800" y="1166"/>
                </a:cubicBezTo>
                <a:cubicBezTo>
                  <a:pt x="17432" y="1135"/>
                  <a:pt x="14473" y="590"/>
                  <a:pt x="11780" y="590"/>
                </a:cubicBezTo>
                <a:cubicBezTo>
                  <a:pt x="9383" y="590"/>
                  <a:pt x="7196" y="1021"/>
                  <a:pt x="5823" y="2631"/>
                </a:cubicBezTo>
                <a:cubicBezTo>
                  <a:pt x="4287" y="4428"/>
                  <a:pt x="4334" y="8857"/>
                  <a:pt x="4656" y="11203"/>
                </a:cubicBezTo>
                <a:cubicBezTo>
                  <a:pt x="9073" y="43898"/>
                  <a:pt x="0" y="111168"/>
                  <a:pt x="4656" y="141183"/>
                </a:cubicBezTo>
                <a:cubicBezTo>
                  <a:pt x="4906" y="142791"/>
                  <a:pt x="7144" y="142993"/>
                  <a:pt x="8763" y="143076"/>
                </a:cubicBezTo>
                <a:cubicBezTo>
                  <a:pt x="16269" y="143444"/>
                  <a:pt x="22992" y="143592"/>
                  <a:pt x="29104" y="143592"/>
                </a:cubicBezTo>
                <a:cubicBezTo>
                  <a:pt x="54639" y="143592"/>
                  <a:pt x="69514" y="141003"/>
                  <a:pt x="86318" y="141003"/>
                </a:cubicBezTo>
                <a:cubicBezTo>
                  <a:pt x="90106" y="141003"/>
                  <a:pt x="93992" y="141135"/>
                  <a:pt x="98120" y="141457"/>
                </a:cubicBezTo>
                <a:cubicBezTo>
                  <a:pt x="109441" y="142339"/>
                  <a:pt x="120783" y="142673"/>
                  <a:pt x="132134" y="142673"/>
                </a:cubicBezTo>
                <a:cubicBezTo>
                  <a:pt x="152645" y="142673"/>
                  <a:pt x="173184" y="141583"/>
                  <a:pt x="193679" y="140671"/>
                </a:cubicBezTo>
                <a:cubicBezTo>
                  <a:pt x="194430" y="140638"/>
                  <a:pt x="195267" y="140623"/>
                  <a:pt x="196181" y="140623"/>
                </a:cubicBezTo>
                <a:cubicBezTo>
                  <a:pt x="207210" y="140623"/>
                  <a:pt x="229426" y="142867"/>
                  <a:pt x="245705" y="142867"/>
                </a:cubicBezTo>
                <a:cubicBezTo>
                  <a:pt x="255508" y="142867"/>
                  <a:pt x="263157" y="142053"/>
                  <a:pt x="264914" y="139445"/>
                </a:cubicBezTo>
                <a:cubicBezTo>
                  <a:pt x="272511" y="128170"/>
                  <a:pt x="267462" y="96213"/>
                  <a:pt x="268034" y="81259"/>
                </a:cubicBezTo>
                <a:cubicBezTo>
                  <a:pt x="269272" y="49362"/>
                  <a:pt x="268332" y="42707"/>
                  <a:pt x="267308" y="7107"/>
                </a:cubicBezTo>
                <a:cubicBezTo>
                  <a:pt x="267164" y="2261"/>
                  <a:pt x="265009" y="1"/>
                  <a:pt x="251027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000">
              <a:solidFill>
                <a:srgbClr val="EE6137"/>
              </a:solidFill>
              <a:latin typeface="Barrio"/>
              <a:ea typeface="Barrio"/>
              <a:cs typeface="Barrio"/>
              <a:sym typeface="Barrio"/>
            </a:endParaRPr>
          </a:p>
        </p:txBody>
      </p:sp>
      <p:sp>
        <p:nvSpPr>
          <p:cNvPr id="5953" name="Google Shape;5953;p40">
            <a:extLst>
              <a:ext uri="{FF2B5EF4-FFF2-40B4-BE49-F238E27FC236}">
                <a16:creationId xmlns:a16="http://schemas.microsoft.com/office/drawing/2014/main" id="{4F9D0B72-DFA8-32B5-F055-B6FA552CD6D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3935475"/>
            <a:ext cx="4457700" cy="43823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Asmatic"/>
              </a:rPr>
              <a:t>Average Monthly Rainfall by Decade</a:t>
            </a:r>
            <a:endParaRPr sz="2000">
              <a:latin typeface="Asmatic"/>
            </a:endParaRPr>
          </a:p>
        </p:txBody>
      </p:sp>
      <p:grpSp>
        <p:nvGrpSpPr>
          <p:cNvPr id="5955" name="Google Shape;5955;p40">
            <a:extLst>
              <a:ext uri="{FF2B5EF4-FFF2-40B4-BE49-F238E27FC236}">
                <a16:creationId xmlns:a16="http://schemas.microsoft.com/office/drawing/2014/main" id="{1B56DF6C-D397-4B14-66E9-0213AF742E5C}"/>
              </a:ext>
            </a:extLst>
          </p:cNvPr>
          <p:cNvGrpSpPr/>
          <p:nvPr/>
        </p:nvGrpSpPr>
        <p:grpSpPr>
          <a:xfrm>
            <a:off x="95438" y="1074992"/>
            <a:ext cx="3774191" cy="2597666"/>
            <a:chOff x="4572600" y="1047375"/>
            <a:chExt cx="3571200" cy="2931500"/>
          </a:xfrm>
        </p:grpSpPr>
        <p:sp>
          <p:nvSpPr>
            <p:cNvPr id="5956" name="Google Shape;5956;p40">
              <a:extLst>
                <a:ext uri="{FF2B5EF4-FFF2-40B4-BE49-F238E27FC236}">
                  <a16:creationId xmlns:a16="http://schemas.microsoft.com/office/drawing/2014/main" id="{8352C06E-91F8-B7E9-3F1A-022A48824F53}"/>
                </a:ext>
              </a:extLst>
            </p:cNvPr>
            <p:cNvSpPr/>
            <p:nvPr/>
          </p:nvSpPr>
          <p:spPr>
            <a:xfrm>
              <a:off x="5778750" y="3201137"/>
              <a:ext cx="1158900" cy="761100"/>
            </a:xfrm>
            <a:prstGeom prst="trapezoid">
              <a:avLst>
                <a:gd name="adj" fmla="val 76133"/>
              </a:avLst>
            </a:prstGeom>
            <a:solidFill>
              <a:schemeClr val="l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7" name="Google Shape;5957;p40">
              <a:extLst>
                <a:ext uri="{FF2B5EF4-FFF2-40B4-BE49-F238E27FC236}">
                  <a16:creationId xmlns:a16="http://schemas.microsoft.com/office/drawing/2014/main" id="{C9832A97-9400-C441-2422-BFFBC1356C86}"/>
                </a:ext>
              </a:extLst>
            </p:cNvPr>
            <p:cNvSpPr/>
            <p:nvPr/>
          </p:nvSpPr>
          <p:spPr>
            <a:xfrm>
              <a:off x="4572600" y="1047375"/>
              <a:ext cx="3571200" cy="2421300"/>
            </a:xfrm>
            <a:prstGeom prst="roundRect">
              <a:avLst>
                <a:gd name="adj" fmla="val 5690"/>
              </a:avLst>
            </a:prstGeom>
            <a:solidFill>
              <a:schemeClr val="l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8" name="Google Shape;5958;p40">
              <a:extLst>
                <a:ext uri="{FF2B5EF4-FFF2-40B4-BE49-F238E27FC236}">
                  <a16:creationId xmlns:a16="http://schemas.microsoft.com/office/drawing/2014/main" id="{12612919-D0B6-9A64-0FB7-15B068FE55AE}"/>
                </a:ext>
              </a:extLst>
            </p:cNvPr>
            <p:cNvSpPr/>
            <p:nvPr/>
          </p:nvSpPr>
          <p:spPr>
            <a:xfrm>
              <a:off x="5713500" y="3884975"/>
              <a:ext cx="1289400" cy="9390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" name="Google Shape;5796;p37">
            <a:extLst>
              <a:ext uri="{FF2B5EF4-FFF2-40B4-BE49-F238E27FC236}">
                <a16:creationId xmlns:a16="http://schemas.microsoft.com/office/drawing/2014/main" id="{2853B82D-7629-3B8E-CE4B-68C20801BF2E}"/>
              </a:ext>
            </a:extLst>
          </p:cNvPr>
          <p:cNvSpPr/>
          <p:nvPr/>
        </p:nvSpPr>
        <p:spPr>
          <a:xfrm>
            <a:off x="2849203" y="124680"/>
            <a:ext cx="3218267" cy="530576"/>
          </a:xfrm>
          <a:custGeom>
            <a:avLst/>
            <a:gdLst/>
            <a:ahLst/>
            <a:cxnLst/>
            <a:rect l="l" t="t" r="r" b="b"/>
            <a:pathLst>
              <a:path w="272511" h="143593" extrusionOk="0">
                <a:moveTo>
                  <a:pt x="251027" y="1"/>
                </a:moveTo>
                <a:cubicBezTo>
                  <a:pt x="245294" y="1"/>
                  <a:pt x="237572" y="381"/>
                  <a:pt x="227184" y="1118"/>
                </a:cubicBezTo>
                <a:cubicBezTo>
                  <a:pt x="222766" y="1431"/>
                  <a:pt x="215826" y="1538"/>
                  <a:pt x="208362" y="1538"/>
                </a:cubicBezTo>
                <a:cubicBezTo>
                  <a:pt x="195627" y="1538"/>
                  <a:pt x="181370" y="1225"/>
                  <a:pt x="175522" y="1083"/>
                </a:cubicBezTo>
                <a:cubicBezTo>
                  <a:pt x="174989" y="1069"/>
                  <a:pt x="173989" y="1063"/>
                  <a:pt x="172589" y="1063"/>
                </a:cubicBezTo>
                <a:cubicBezTo>
                  <a:pt x="157097" y="1063"/>
                  <a:pt x="92556" y="1810"/>
                  <a:pt x="67749" y="1810"/>
                </a:cubicBezTo>
                <a:cubicBezTo>
                  <a:pt x="64700" y="1810"/>
                  <a:pt x="62251" y="1799"/>
                  <a:pt x="60567" y="1773"/>
                </a:cubicBezTo>
                <a:cubicBezTo>
                  <a:pt x="46982" y="1571"/>
                  <a:pt x="33386" y="1368"/>
                  <a:pt x="19800" y="1166"/>
                </a:cubicBezTo>
                <a:cubicBezTo>
                  <a:pt x="17432" y="1135"/>
                  <a:pt x="14473" y="590"/>
                  <a:pt x="11780" y="590"/>
                </a:cubicBezTo>
                <a:cubicBezTo>
                  <a:pt x="9383" y="590"/>
                  <a:pt x="7196" y="1021"/>
                  <a:pt x="5823" y="2631"/>
                </a:cubicBezTo>
                <a:cubicBezTo>
                  <a:pt x="4287" y="4428"/>
                  <a:pt x="4334" y="8857"/>
                  <a:pt x="4656" y="11203"/>
                </a:cubicBezTo>
                <a:cubicBezTo>
                  <a:pt x="9073" y="43898"/>
                  <a:pt x="0" y="111168"/>
                  <a:pt x="4656" y="141183"/>
                </a:cubicBezTo>
                <a:cubicBezTo>
                  <a:pt x="4906" y="142791"/>
                  <a:pt x="7144" y="142993"/>
                  <a:pt x="8763" y="143076"/>
                </a:cubicBezTo>
                <a:cubicBezTo>
                  <a:pt x="16269" y="143444"/>
                  <a:pt x="22992" y="143592"/>
                  <a:pt x="29104" y="143592"/>
                </a:cubicBezTo>
                <a:cubicBezTo>
                  <a:pt x="54639" y="143592"/>
                  <a:pt x="69514" y="141003"/>
                  <a:pt x="86318" y="141003"/>
                </a:cubicBezTo>
                <a:cubicBezTo>
                  <a:pt x="90106" y="141003"/>
                  <a:pt x="93992" y="141135"/>
                  <a:pt x="98120" y="141457"/>
                </a:cubicBezTo>
                <a:cubicBezTo>
                  <a:pt x="109441" y="142339"/>
                  <a:pt x="120783" y="142673"/>
                  <a:pt x="132134" y="142673"/>
                </a:cubicBezTo>
                <a:cubicBezTo>
                  <a:pt x="152645" y="142673"/>
                  <a:pt x="173184" y="141583"/>
                  <a:pt x="193679" y="140671"/>
                </a:cubicBezTo>
                <a:cubicBezTo>
                  <a:pt x="194430" y="140638"/>
                  <a:pt x="195267" y="140623"/>
                  <a:pt x="196181" y="140623"/>
                </a:cubicBezTo>
                <a:cubicBezTo>
                  <a:pt x="207210" y="140623"/>
                  <a:pt x="229426" y="142867"/>
                  <a:pt x="245705" y="142867"/>
                </a:cubicBezTo>
                <a:cubicBezTo>
                  <a:pt x="255508" y="142867"/>
                  <a:pt x="263157" y="142053"/>
                  <a:pt x="264914" y="139445"/>
                </a:cubicBezTo>
                <a:cubicBezTo>
                  <a:pt x="272511" y="128170"/>
                  <a:pt x="267462" y="96213"/>
                  <a:pt x="268034" y="81259"/>
                </a:cubicBezTo>
                <a:cubicBezTo>
                  <a:pt x="269272" y="49362"/>
                  <a:pt x="268332" y="42707"/>
                  <a:pt x="267308" y="7107"/>
                </a:cubicBezTo>
                <a:cubicBezTo>
                  <a:pt x="267164" y="2261"/>
                  <a:pt x="265009" y="1"/>
                  <a:pt x="251027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000">
              <a:solidFill>
                <a:srgbClr val="EE6137"/>
              </a:solidFill>
              <a:latin typeface="Barrio"/>
              <a:ea typeface="Barrio"/>
              <a:cs typeface="Barrio"/>
              <a:sym typeface="Barrio"/>
            </a:endParaRPr>
          </a:p>
        </p:txBody>
      </p:sp>
      <p:sp>
        <p:nvSpPr>
          <p:cNvPr id="5" name="Google Shape;5869;p39">
            <a:extLst>
              <a:ext uri="{FF2B5EF4-FFF2-40B4-BE49-F238E27FC236}">
                <a16:creationId xmlns:a16="http://schemas.microsoft.com/office/drawing/2014/main" id="{46E762A5-1B66-3E2E-70A2-4718CEBB7E5A}"/>
              </a:ext>
            </a:extLst>
          </p:cNvPr>
          <p:cNvSpPr txBox="1">
            <a:spLocks/>
          </p:cNvSpPr>
          <p:nvPr/>
        </p:nvSpPr>
        <p:spPr>
          <a:xfrm>
            <a:off x="664622" y="160458"/>
            <a:ext cx="77040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IN" sz="4000" b="1">
                <a:latin typeface="Amatic SC" panose="00000500000000000000" pitchFamily="2" charset="-79"/>
                <a:cs typeface="Amatic SC" panose="00000500000000000000" pitchFamily="2" charset="-79"/>
              </a:rPr>
              <a:t>Data Visualization</a:t>
            </a:r>
          </a:p>
        </p:txBody>
      </p:sp>
      <p:grpSp>
        <p:nvGrpSpPr>
          <p:cNvPr id="6" name="Google Shape;5955;p40">
            <a:extLst>
              <a:ext uri="{FF2B5EF4-FFF2-40B4-BE49-F238E27FC236}">
                <a16:creationId xmlns:a16="http://schemas.microsoft.com/office/drawing/2014/main" id="{FF85EDDA-E584-8CD7-7419-18B4CCA51A3F}"/>
              </a:ext>
            </a:extLst>
          </p:cNvPr>
          <p:cNvGrpSpPr/>
          <p:nvPr/>
        </p:nvGrpSpPr>
        <p:grpSpPr>
          <a:xfrm>
            <a:off x="4854582" y="1054741"/>
            <a:ext cx="3777353" cy="2596060"/>
            <a:chOff x="4572600" y="1047375"/>
            <a:chExt cx="3571200" cy="2931500"/>
          </a:xfrm>
        </p:grpSpPr>
        <p:sp>
          <p:nvSpPr>
            <p:cNvPr id="7" name="Google Shape;5956;p40">
              <a:extLst>
                <a:ext uri="{FF2B5EF4-FFF2-40B4-BE49-F238E27FC236}">
                  <a16:creationId xmlns:a16="http://schemas.microsoft.com/office/drawing/2014/main" id="{FD628D0F-F8A5-E889-3516-EFA0EBE5FD5A}"/>
                </a:ext>
              </a:extLst>
            </p:cNvPr>
            <p:cNvSpPr/>
            <p:nvPr/>
          </p:nvSpPr>
          <p:spPr>
            <a:xfrm>
              <a:off x="5778750" y="3201137"/>
              <a:ext cx="1158900" cy="761100"/>
            </a:xfrm>
            <a:prstGeom prst="trapezoid">
              <a:avLst>
                <a:gd name="adj" fmla="val 76133"/>
              </a:avLst>
            </a:prstGeom>
            <a:solidFill>
              <a:schemeClr val="l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5957;p40">
              <a:extLst>
                <a:ext uri="{FF2B5EF4-FFF2-40B4-BE49-F238E27FC236}">
                  <a16:creationId xmlns:a16="http://schemas.microsoft.com/office/drawing/2014/main" id="{F4C99224-160B-0F2B-AC74-CAF550624F21}"/>
                </a:ext>
              </a:extLst>
            </p:cNvPr>
            <p:cNvSpPr/>
            <p:nvPr/>
          </p:nvSpPr>
          <p:spPr>
            <a:xfrm>
              <a:off x="4572600" y="1047375"/>
              <a:ext cx="3571200" cy="2421300"/>
            </a:xfrm>
            <a:prstGeom prst="roundRect">
              <a:avLst>
                <a:gd name="adj" fmla="val 5690"/>
              </a:avLst>
            </a:prstGeom>
            <a:solidFill>
              <a:schemeClr val="l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5958;p40">
              <a:extLst>
                <a:ext uri="{FF2B5EF4-FFF2-40B4-BE49-F238E27FC236}">
                  <a16:creationId xmlns:a16="http://schemas.microsoft.com/office/drawing/2014/main" id="{EEEF2E5C-FB6C-F3C5-8A4A-AEA833B19E7D}"/>
                </a:ext>
              </a:extLst>
            </p:cNvPr>
            <p:cNvSpPr/>
            <p:nvPr/>
          </p:nvSpPr>
          <p:spPr>
            <a:xfrm>
              <a:off x="5713500" y="3884975"/>
              <a:ext cx="1289400" cy="9390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" name="Google Shape;5952;p40">
            <a:extLst>
              <a:ext uri="{FF2B5EF4-FFF2-40B4-BE49-F238E27FC236}">
                <a16:creationId xmlns:a16="http://schemas.microsoft.com/office/drawing/2014/main" id="{63D1A15F-D8DC-A365-9A3B-B667584F5EEA}"/>
              </a:ext>
            </a:extLst>
          </p:cNvPr>
          <p:cNvSpPr/>
          <p:nvPr/>
        </p:nvSpPr>
        <p:spPr>
          <a:xfrm>
            <a:off x="4446740" y="3889305"/>
            <a:ext cx="4615429" cy="530576"/>
          </a:xfrm>
          <a:custGeom>
            <a:avLst/>
            <a:gdLst/>
            <a:ahLst/>
            <a:cxnLst/>
            <a:rect l="l" t="t" r="r" b="b"/>
            <a:pathLst>
              <a:path w="272511" h="143593" extrusionOk="0">
                <a:moveTo>
                  <a:pt x="251027" y="1"/>
                </a:moveTo>
                <a:cubicBezTo>
                  <a:pt x="245294" y="1"/>
                  <a:pt x="237572" y="381"/>
                  <a:pt x="227184" y="1118"/>
                </a:cubicBezTo>
                <a:cubicBezTo>
                  <a:pt x="222766" y="1431"/>
                  <a:pt x="215826" y="1538"/>
                  <a:pt x="208362" y="1538"/>
                </a:cubicBezTo>
                <a:cubicBezTo>
                  <a:pt x="195627" y="1538"/>
                  <a:pt x="181370" y="1225"/>
                  <a:pt x="175522" y="1083"/>
                </a:cubicBezTo>
                <a:cubicBezTo>
                  <a:pt x="174989" y="1069"/>
                  <a:pt x="173989" y="1063"/>
                  <a:pt x="172589" y="1063"/>
                </a:cubicBezTo>
                <a:cubicBezTo>
                  <a:pt x="157097" y="1063"/>
                  <a:pt x="92556" y="1810"/>
                  <a:pt x="67749" y="1810"/>
                </a:cubicBezTo>
                <a:cubicBezTo>
                  <a:pt x="64700" y="1810"/>
                  <a:pt x="62251" y="1799"/>
                  <a:pt x="60567" y="1773"/>
                </a:cubicBezTo>
                <a:cubicBezTo>
                  <a:pt x="46982" y="1571"/>
                  <a:pt x="33386" y="1368"/>
                  <a:pt x="19800" y="1166"/>
                </a:cubicBezTo>
                <a:cubicBezTo>
                  <a:pt x="17432" y="1135"/>
                  <a:pt x="14473" y="590"/>
                  <a:pt x="11780" y="590"/>
                </a:cubicBezTo>
                <a:cubicBezTo>
                  <a:pt x="9383" y="590"/>
                  <a:pt x="7196" y="1021"/>
                  <a:pt x="5823" y="2631"/>
                </a:cubicBezTo>
                <a:cubicBezTo>
                  <a:pt x="4287" y="4428"/>
                  <a:pt x="4334" y="8857"/>
                  <a:pt x="4656" y="11203"/>
                </a:cubicBezTo>
                <a:cubicBezTo>
                  <a:pt x="9073" y="43898"/>
                  <a:pt x="0" y="111168"/>
                  <a:pt x="4656" y="141183"/>
                </a:cubicBezTo>
                <a:cubicBezTo>
                  <a:pt x="4906" y="142791"/>
                  <a:pt x="7144" y="142993"/>
                  <a:pt x="8763" y="143076"/>
                </a:cubicBezTo>
                <a:cubicBezTo>
                  <a:pt x="16269" y="143444"/>
                  <a:pt x="22992" y="143592"/>
                  <a:pt x="29104" y="143592"/>
                </a:cubicBezTo>
                <a:cubicBezTo>
                  <a:pt x="54639" y="143592"/>
                  <a:pt x="69514" y="141003"/>
                  <a:pt x="86318" y="141003"/>
                </a:cubicBezTo>
                <a:cubicBezTo>
                  <a:pt x="90106" y="141003"/>
                  <a:pt x="93992" y="141135"/>
                  <a:pt x="98120" y="141457"/>
                </a:cubicBezTo>
                <a:cubicBezTo>
                  <a:pt x="109441" y="142339"/>
                  <a:pt x="120783" y="142673"/>
                  <a:pt x="132134" y="142673"/>
                </a:cubicBezTo>
                <a:cubicBezTo>
                  <a:pt x="152645" y="142673"/>
                  <a:pt x="173184" y="141583"/>
                  <a:pt x="193679" y="140671"/>
                </a:cubicBezTo>
                <a:cubicBezTo>
                  <a:pt x="194430" y="140638"/>
                  <a:pt x="195267" y="140623"/>
                  <a:pt x="196181" y="140623"/>
                </a:cubicBezTo>
                <a:cubicBezTo>
                  <a:pt x="207210" y="140623"/>
                  <a:pt x="229426" y="142867"/>
                  <a:pt x="245705" y="142867"/>
                </a:cubicBezTo>
                <a:cubicBezTo>
                  <a:pt x="255508" y="142867"/>
                  <a:pt x="263157" y="142053"/>
                  <a:pt x="264914" y="139445"/>
                </a:cubicBezTo>
                <a:cubicBezTo>
                  <a:pt x="272511" y="128170"/>
                  <a:pt x="267462" y="96213"/>
                  <a:pt x="268034" y="81259"/>
                </a:cubicBezTo>
                <a:cubicBezTo>
                  <a:pt x="269272" y="49362"/>
                  <a:pt x="268332" y="42707"/>
                  <a:pt x="267308" y="7107"/>
                </a:cubicBezTo>
                <a:cubicBezTo>
                  <a:pt x="267164" y="2261"/>
                  <a:pt x="265009" y="1"/>
                  <a:pt x="251027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000">
              <a:solidFill>
                <a:srgbClr val="EE6137"/>
              </a:solidFill>
              <a:latin typeface="Barrio"/>
              <a:ea typeface="Barrio"/>
              <a:cs typeface="Barrio"/>
              <a:sym typeface="Barrio"/>
            </a:endParaRPr>
          </a:p>
        </p:txBody>
      </p:sp>
      <p:sp>
        <p:nvSpPr>
          <p:cNvPr id="14" name="Google Shape;5953;p40">
            <a:extLst>
              <a:ext uri="{FF2B5EF4-FFF2-40B4-BE49-F238E27FC236}">
                <a16:creationId xmlns:a16="http://schemas.microsoft.com/office/drawing/2014/main" id="{E2AC1C92-9634-F2EC-B078-AE0F47046FF1}"/>
              </a:ext>
            </a:extLst>
          </p:cNvPr>
          <p:cNvSpPr txBox="1">
            <a:spLocks/>
          </p:cNvSpPr>
          <p:nvPr/>
        </p:nvSpPr>
        <p:spPr>
          <a:xfrm>
            <a:off x="4530527" y="3935475"/>
            <a:ext cx="4101408" cy="438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matic SC"/>
              <a:buNone/>
              <a:defRPr sz="40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matic SC"/>
              <a:buNone/>
              <a:defRPr sz="30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matic SC"/>
              <a:buNone/>
              <a:defRPr sz="30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matic SC"/>
              <a:buNone/>
              <a:defRPr sz="30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matic SC"/>
              <a:buNone/>
              <a:defRPr sz="30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matic SC"/>
              <a:buNone/>
              <a:defRPr sz="30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matic SC"/>
              <a:buNone/>
              <a:defRPr sz="30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matic SC"/>
              <a:buNone/>
              <a:defRPr sz="30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matic SC"/>
              <a:buNone/>
              <a:defRPr sz="30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9pPr>
          </a:lstStyle>
          <a:p>
            <a:r>
              <a:rPr lang="en-US" sz="2000">
                <a:latin typeface="Asmatic"/>
              </a:rPr>
              <a:t>T</a:t>
            </a:r>
            <a:r>
              <a:rPr lang="en-IN" sz="2000" err="1">
                <a:latin typeface="Asmatic"/>
              </a:rPr>
              <a:t>otal</a:t>
            </a:r>
            <a:r>
              <a:rPr lang="en-IN" sz="2000">
                <a:latin typeface="Asmatic"/>
              </a:rPr>
              <a:t> Rainfall Contribution by Month</a:t>
            </a:r>
            <a:endParaRPr lang="en-IN" sz="2800">
              <a:latin typeface="Asmatic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30D20A6-836B-967E-81D1-2EB05F1C1A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460" y="1153319"/>
            <a:ext cx="3543439" cy="197045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8EE4769-A764-610F-6AC8-A658D501F7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9270" y="1129020"/>
            <a:ext cx="3590370" cy="1966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63477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6009;p44">
            <a:extLst>
              <a:ext uri="{FF2B5EF4-FFF2-40B4-BE49-F238E27FC236}">
                <a16:creationId xmlns:a16="http://schemas.microsoft.com/office/drawing/2014/main" id="{71BBCC08-B95E-6619-9979-5A2CCE75BE7D}"/>
              </a:ext>
            </a:extLst>
          </p:cNvPr>
          <p:cNvSpPr/>
          <p:nvPr/>
        </p:nvSpPr>
        <p:spPr>
          <a:xfrm>
            <a:off x="6408535" y="1489619"/>
            <a:ext cx="2647722" cy="3272879"/>
          </a:xfrm>
          <a:custGeom>
            <a:avLst/>
            <a:gdLst/>
            <a:ahLst/>
            <a:cxnLst/>
            <a:rect l="l" t="t" r="r" b="b"/>
            <a:pathLst>
              <a:path w="272511" h="143593" extrusionOk="0">
                <a:moveTo>
                  <a:pt x="251027" y="1"/>
                </a:moveTo>
                <a:cubicBezTo>
                  <a:pt x="245294" y="1"/>
                  <a:pt x="237572" y="381"/>
                  <a:pt x="227184" y="1118"/>
                </a:cubicBezTo>
                <a:cubicBezTo>
                  <a:pt x="222766" y="1431"/>
                  <a:pt x="215826" y="1538"/>
                  <a:pt x="208362" y="1538"/>
                </a:cubicBezTo>
                <a:cubicBezTo>
                  <a:pt x="195627" y="1538"/>
                  <a:pt x="181370" y="1225"/>
                  <a:pt x="175522" y="1083"/>
                </a:cubicBezTo>
                <a:cubicBezTo>
                  <a:pt x="174989" y="1069"/>
                  <a:pt x="173989" y="1063"/>
                  <a:pt x="172589" y="1063"/>
                </a:cubicBezTo>
                <a:cubicBezTo>
                  <a:pt x="157097" y="1063"/>
                  <a:pt x="92556" y="1810"/>
                  <a:pt x="67749" y="1810"/>
                </a:cubicBezTo>
                <a:cubicBezTo>
                  <a:pt x="64700" y="1810"/>
                  <a:pt x="62251" y="1799"/>
                  <a:pt x="60567" y="1773"/>
                </a:cubicBezTo>
                <a:cubicBezTo>
                  <a:pt x="46982" y="1571"/>
                  <a:pt x="33386" y="1368"/>
                  <a:pt x="19800" y="1166"/>
                </a:cubicBezTo>
                <a:cubicBezTo>
                  <a:pt x="17432" y="1135"/>
                  <a:pt x="14473" y="590"/>
                  <a:pt x="11780" y="590"/>
                </a:cubicBezTo>
                <a:cubicBezTo>
                  <a:pt x="9383" y="590"/>
                  <a:pt x="7196" y="1021"/>
                  <a:pt x="5823" y="2631"/>
                </a:cubicBezTo>
                <a:cubicBezTo>
                  <a:pt x="4287" y="4428"/>
                  <a:pt x="4334" y="8857"/>
                  <a:pt x="4656" y="11203"/>
                </a:cubicBezTo>
                <a:cubicBezTo>
                  <a:pt x="9073" y="43898"/>
                  <a:pt x="0" y="111168"/>
                  <a:pt x="4656" y="141183"/>
                </a:cubicBezTo>
                <a:cubicBezTo>
                  <a:pt x="4906" y="142791"/>
                  <a:pt x="7144" y="142993"/>
                  <a:pt x="8763" y="143076"/>
                </a:cubicBezTo>
                <a:cubicBezTo>
                  <a:pt x="16269" y="143444"/>
                  <a:pt x="22992" y="143592"/>
                  <a:pt x="29104" y="143592"/>
                </a:cubicBezTo>
                <a:cubicBezTo>
                  <a:pt x="54639" y="143592"/>
                  <a:pt x="69514" y="141003"/>
                  <a:pt x="86318" y="141003"/>
                </a:cubicBezTo>
                <a:cubicBezTo>
                  <a:pt x="90106" y="141003"/>
                  <a:pt x="93992" y="141135"/>
                  <a:pt x="98120" y="141457"/>
                </a:cubicBezTo>
                <a:cubicBezTo>
                  <a:pt x="109441" y="142339"/>
                  <a:pt x="120783" y="142673"/>
                  <a:pt x="132134" y="142673"/>
                </a:cubicBezTo>
                <a:cubicBezTo>
                  <a:pt x="152645" y="142673"/>
                  <a:pt x="173184" y="141583"/>
                  <a:pt x="193679" y="140671"/>
                </a:cubicBezTo>
                <a:cubicBezTo>
                  <a:pt x="194430" y="140638"/>
                  <a:pt x="195267" y="140623"/>
                  <a:pt x="196181" y="140623"/>
                </a:cubicBezTo>
                <a:cubicBezTo>
                  <a:pt x="207210" y="140623"/>
                  <a:pt x="229426" y="142867"/>
                  <a:pt x="245705" y="142867"/>
                </a:cubicBezTo>
                <a:cubicBezTo>
                  <a:pt x="255508" y="142867"/>
                  <a:pt x="263157" y="142053"/>
                  <a:pt x="264914" y="139445"/>
                </a:cubicBezTo>
                <a:cubicBezTo>
                  <a:pt x="272511" y="128170"/>
                  <a:pt x="267462" y="96213"/>
                  <a:pt x="268034" y="81259"/>
                </a:cubicBezTo>
                <a:cubicBezTo>
                  <a:pt x="269272" y="49362"/>
                  <a:pt x="268332" y="42707"/>
                  <a:pt x="267308" y="7107"/>
                </a:cubicBezTo>
                <a:cubicBezTo>
                  <a:pt x="267164" y="2261"/>
                  <a:pt x="265009" y="1"/>
                  <a:pt x="251027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000">
              <a:solidFill>
                <a:srgbClr val="EE6137"/>
              </a:solidFill>
              <a:latin typeface="Barrio"/>
              <a:ea typeface="Barrio"/>
              <a:cs typeface="Barrio"/>
              <a:sym typeface="Barrio"/>
            </a:endParaRPr>
          </a:p>
        </p:txBody>
      </p:sp>
      <p:sp>
        <p:nvSpPr>
          <p:cNvPr id="18" name="Google Shape;6009;p44">
            <a:extLst>
              <a:ext uri="{FF2B5EF4-FFF2-40B4-BE49-F238E27FC236}">
                <a16:creationId xmlns:a16="http://schemas.microsoft.com/office/drawing/2014/main" id="{A4891385-0530-128E-8690-DF47EC29B3E0}"/>
              </a:ext>
            </a:extLst>
          </p:cNvPr>
          <p:cNvSpPr/>
          <p:nvPr/>
        </p:nvSpPr>
        <p:spPr>
          <a:xfrm>
            <a:off x="3118708" y="1436883"/>
            <a:ext cx="3095221" cy="3617737"/>
          </a:xfrm>
          <a:custGeom>
            <a:avLst/>
            <a:gdLst/>
            <a:ahLst/>
            <a:cxnLst/>
            <a:rect l="l" t="t" r="r" b="b"/>
            <a:pathLst>
              <a:path w="272511" h="143593" extrusionOk="0">
                <a:moveTo>
                  <a:pt x="251027" y="1"/>
                </a:moveTo>
                <a:cubicBezTo>
                  <a:pt x="245294" y="1"/>
                  <a:pt x="237572" y="381"/>
                  <a:pt x="227184" y="1118"/>
                </a:cubicBezTo>
                <a:cubicBezTo>
                  <a:pt x="222766" y="1431"/>
                  <a:pt x="215826" y="1538"/>
                  <a:pt x="208362" y="1538"/>
                </a:cubicBezTo>
                <a:cubicBezTo>
                  <a:pt x="195627" y="1538"/>
                  <a:pt x="181370" y="1225"/>
                  <a:pt x="175522" y="1083"/>
                </a:cubicBezTo>
                <a:cubicBezTo>
                  <a:pt x="174989" y="1069"/>
                  <a:pt x="173989" y="1063"/>
                  <a:pt x="172589" y="1063"/>
                </a:cubicBezTo>
                <a:cubicBezTo>
                  <a:pt x="157097" y="1063"/>
                  <a:pt x="92556" y="1810"/>
                  <a:pt x="67749" y="1810"/>
                </a:cubicBezTo>
                <a:cubicBezTo>
                  <a:pt x="64700" y="1810"/>
                  <a:pt x="62251" y="1799"/>
                  <a:pt x="60567" y="1773"/>
                </a:cubicBezTo>
                <a:cubicBezTo>
                  <a:pt x="46982" y="1571"/>
                  <a:pt x="33386" y="1368"/>
                  <a:pt x="19800" y="1166"/>
                </a:cubicBezTo>
                <a:cubicBezTo>
                  <a:pt x="17432" y="1135"/>
                  <a:pt x="14473" y="590"/>
                  <a:pt x="11780" y="590"/>
                </a:cubicBezTo>
                <a:cubicBezTo>
                  <a:pt x="9383" y="590"/>
                  <a:pt x="7196" y="1021"/>
                  <a:pt x="5823" y="2631"/>
                </a:cubicBezTo>
                <a:cubicBezTo>
                  <a:pt x="4287" y="4428"/>
                  <a:pt x="4334" y="8857"/>
                  <a:pt x="4656" y="11203"/>
                </a:cubicBezTo>
                <a:cubicBezTo>
                  <a:pt x="9073" y="43898"/>
                  <a:pt x="0" y="111168"/>
                  <a:pt x="4656" y="141183"/>
                </a:cubicBezTo>
                <a:cubicBezTo>
                  <a:pt x="4906" y="142791"/>
                  <a:pt x="7144" y="142993"/>
                  <a:pt x="8763" y="143076"/>
                </a:cubicBezTo>
                <a:cubicBezTo>
                  <a:pt x="16269" y="143444"/>
                  <a:pt x="22992" y="143592"/>
                  <a:pt x="29104" y="143592"/>
                </a:cubicBezTo>
                <a:cubicBezTo>
                  <a:pt x="54639" y="143592"/>
                  <a:pt x="69514" y="141003"/>
                  <a:pt x="86318" y="141003"/>
                </a:cubicBezTo>
                <a:cubicBezTo>
                  <a:pt x="90106" y="141003"/>
                  <a:pt x="93992" y="141135"/>
                  <a:pt x="98120" y="141457"/>
                </a:cubicBezTo>
                <a:cubicBezTo>
                  <a:pt x="109441" y="142339"/>
                  <a:pt x="120783" y="142673"/>
                  <a:pt x="132134" y="142673"/>
                </a:cubicBezTo>
                <a:cubicBezTo>
                  <a:pt x="152645" y="142673"/>
                  <a:pt x="173184" y="141583"/>
                  <a:pt x="193679" y="140671"/>
                </a:cubicBezTo>
                <a:cubicBezTo>
                  <a:pt x="194430" y="140638"/>
                  <a:pt x="195267" y="140623"/>
                  <a:pt x="196181" y="140623"/>
                </a:cubicBezTo>
                <a:cubicBezTo>
                  <a:pt x="207210" y="140623"/>
                  <a:pt x="229426" y="142867"/>
                  <a:pt x="245705" y="142867"/>
                </a:cubicBezTo>
                <a:cubicBezTo>
                  <a:pt x="255508" y="142867"/>
                  <a:pt x="263157" y="142053"/>
                  <a:pt x="264914" y="139445"/>
                </a:cubicBezTo>
                <a:cubicBezTo>
                  <a:pt x="272511" y="128170"/>
                  <a:pt x="267462" y="96213"/>
                  <a:pt x="268034" y="81259"/>
                </a:cubicBezTo>
                <a:cubicBezTo>
                  <a:pt x="269272" y="49362"/>
                  <a:pt x="268332" y="42707"/>
                  <a:pt x="267308" y="7107"/>
                </a:cubicBezTo>
                <a:cubicBezTo>
                  <a:pt x="267164" y="2261"/>
                  <a:pt x="265009" y="1"/>
                  <a:pt x="251027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000">
              <a:solidFill>
                <a:srgbClr val="EE6137"/>
              </a:solidFill>
              <a:latin typeface="Barrio"/>
              <a:ea typeface="Barrio"/>
              <a:cs typeface="Barrio"/>
              <a:sym typeface="Barrio"/>
            </a:endParaRPr>
          </a:p>
        </p:txBody>
      </p:sp>
      <p:sp>
        <p:nvSpPr>
          <p:cNvPr id="17" name="Google Shape;6009;p44">
            <a:extLst>
              <a:ext uri="{FF2B5EF4-FFF2-40B4-BE49-F238E27FC236}">
                <a16:creationId xmlns:a16="http://schemas.microsoft.com/office/drawing/2014/main" id="{CBF93EFA-A54F-EEE9-0CA3-8DC8FC5990A0}"/>
              </a:ext>
            </a:extLst>
          </p:cNvPr>
          <p:cNvSpPr/>
          <p:nvPr/>
        </p:nvSpPr>
        <p:spPr>
          <a:xfrm>
            <a:off x="428476" y="1519062"/>
            <a:ext cx="2536041" cy="2976738"/>
          </a:xfrm>
          <a:custGeom>
            <a:avLst/>
            <a:gdLst/>
            <a:ahLst/>
            <a:cxnLst/>
            <a:rect l="l" t="t" r="r" b="b"/>
            <a:pathLst>
              <a:path w="272511" h="143593" extrusionOk="0">
                <a:moveTo>
                  <a:pt x="251027" y="1"/>
                </a:moveTo>
                <a:cubicBezTo>
                  <a:pt x="245294" y="1"/>
                  <a:pt x="237572" y="381"/>
                  <a:pt x="227184" y="1118"/>
                </a:cubicBezTo>
                <a:cubicBezTo>
                  <a:pt x="222766" y="1431"/>
                  <a:pt x="215826" y="1538"/>
                  <a:pt x="208362" y="1538"/>
                </a:cubicBezTo>
                <a:cubicBezTo>
                  <a:pt x="195627" y="1538"/>
                  <a:pt x="181370" y="1225"/>
                  <a:pt x="175522" y="1083"/>
                </a:cubicBezTo>
                <a:cubicBezTo>
                  <a:pt x="174989" y="1069"/>
                  <a:pt x="173989" y="1063"/>
                  <a:pt x="172589" y="1063"/>
                </a:cubicBezTo>
                <a:cubicBezTo>
                  <a:pt x="157097" y="1063"/>
                  <a:pt x="92556" y="1810"/>
                  <a:pt x="67749" y="1810"/>
                </a:cubicBezTo>
                <a:cubicBezTo>
                  <a:pt x="64700" y="1810"/>
                  <a:pt x="62251" y="1799"/>
                  <a:pt x="60567" y="1773"/>
                </a:cubicBezTo>
                <a:cubicBezTo>
                  <a:pt x="46982" y="1571"/>
                  <a:pt x="33386" y="1368"/>
                  <a:pt x="19800" y="1166"/>
                </a:cubicBezTo>
                <a:cubicBezTo>
                  <a:pt x="17432" y="1135"/>
                  <a:pt x="14473" y="590"/>
                  <a:pt x="11780" y="590"/>
                </a:cubicBezTo>
                <a:cubicBezTo>
                  <a:pt x="9383" y="590"/>
                  <a:pt x="7196" y="1021"/>
                  <a:pt x="5823" y="2631"/>
                </a:cubicBezTo>
                <a:cubicBezTo>
                  <a:pt x="4287" y="4428"/>
                  <a:pt x="4334" y="8857"/>
                  <a:pt x="4656" y="11203"/>
                </a:cubicBezTo>
                <a:cubicBezTo>
                  <a:pt x="9073" y="43898"/>
                  <a:pt x="0" y="111168"/>
                  <a:pt x="4656" y="141183"/>
                </a:cubicBezTo>
                <a:cubicBezTo>
                  <a:pt x="4906" y="142791"/>
                  <a:pt x="7144" y="142993"/>
                  <a:pt x="8763" y="143076"/>
                </a:cubicBezTo>
                <a:cubicBezTo>
                  <a:pt x="16269" y="143444"/>
                  <a:pt x="22992" y="143592"/>
                  <a:pt x="29104" y="143592"/>
                </a:cubicBezTo>
                <a:cubicBezTo>
                  <a:pt x="54639" y="143592"/>
                  <a:pt x="69514" y="141003"/>
                  <a:pt x="86318" y="141003"/>
                </a:cubicBezTo>
                <a:cubicBezTo>
                  <a:pt x="90106" y="141003"/>
                  <a:pt x="93992" y="141135"/>
                  <a:pt x="98120" y="141457"/>
                </a:cubicBezTo>
                <a:cubicBezTo>
                  <a:pt x="109441" y="142339"/>
                  <a:pt x="120783" y="142673"/>
                  <a:pt x="132134" y="142673"/>
                </a:cubicBezTo>
                <a:cubicBezTo>
                  <a:pt x="152645" y="142673"/>
                  <a:pt x="173184" y="141583"/>
                  <a:pt x="193679" y="140671"/>
                </a:cubicBezTo>
                <a:cubicBezTo>
                  <a:pt x="194430" y="140638"/>
                  <a:pt x="195267" y="140623"/>
                  <a:pt x="196181" y="140623"/>
                </a:cubicBezTo>
                <a:cubicBezTo>
                  <a:pt x="207210" y="140623"/>
                  <a:pt x="229426" y="142867"/>
                  <a:pt x="245705" y="142867"/>
                </a:cubicBezTo>
                <a:cubicBezTo>
                  <a:pt x="255508" y="142867"/>
                  <a:pt x="263157" y="142053"/>
                  <a:pt x="264914" y="139445"/>
                </a:cubicBezTo>
                <a:cubicBezTo>
                  <a:pt x="272511" y="128170"/>
                  <a:pt x="267462" y="96213"/>
                  <a:pt x="268034" y="81259"/>
                </a:cubicBezTo>
                <a:cubicBezTo>
                  <a:pt x="269272" y="49362"/>
                  <a:pt x="268332" y="42707"/>
                  <a:pt x="267308" y="7107"/>
                </a:cubicBezTo>
                <a:cubicBezTo>
                  <a:pt x="267164" y="2261"/>
                  <a:pt x="265009" y="1"/>
                  <a:pt x="251027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000">
              <a:solidFill>
                <a:srgbClr val="EE6137"/>
              </a:solidFill>
              <a:latin typeface="Barrio"/>
              <a:ea typeface="Barrio"/>
              <a:cs typeface="Barrio"/>
              <a:sym typeface="Barrio"/>
            </a:endParaRPr>
          </a:p>
        </p:txBody>
      </p:sp>
      <p:cxnSp>
        <p:nvCxnSpPr>
          <p:cNvPr id="10" name="Google Shape;6005;p44">
            <a:extLst>
              <a:ext uri="{FF2B5EF4-FFF2-40B4-BE49-F238E27FC236}">
                <a16:creationId xmlns:a16="http://schemas.microsoft.com/office/drawing/2014/main" id="{8313A1DD-64AF-E789-0865-9A3CFE269293}"/>
              </a:ext>
            </a:extLst>
          </p:cNvPr>
          <p:cNvCxnSpPr>
            <a:cxnSpLocks/>
          </p:cNvCxnSpPr>
          <p:nvPr/>
        </p:nvCxnSpPr>
        <p:spPr>
          <a:xfrm>
            <a:off x="6702462" y="1076344"/>
            <a:ext cx="1222421" cy="0"/>
          </a:xfrm>
          <a:prstGeom prst="straightConnector1">
            <a:avLst/>
          </a:prstGeom>
          <a:noFill/>
          <a:ln w="28575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002" name="Google Shape;6002;p44"/>
          <p:cNvCxnSpPr>
            <a:cxnSpLocks/>
          </p:cNvCxnSpPr>
          <p:nvPr/>
        </p:nvCxnSpPr>
        <p:spPr>
          <a:xfrm>
            <a:off x="3118708" y="1063954"/>
            <a:ext cx="781200" cy="0"/>
          </a:xfrm>
          <a:prstGeom prst="straightConnector1">
            <a:avLst/>
          </a:prstGeom>
          <a:noFill/>
          <a:ln w="28575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005" name="Google Shape;6005;p44"/>
          <p:cNvCxnSpPr>
            <a:cxnSpLocks/>
          </p:cNvCxnSpPr>
          <p:nvPr/>
        </p:nvCxnSpPr>
        <p:spPr>
          <a:xfrm>
            <a:off x="4770026" y="1076344"/>
            <a:ext cx="1222421" cy="0"/>
          </a:xfrm>
          <a:prstGeom prst="straightConnector1">
            <a:avLst/>
          </a:prstGeom>
          <a:noFill/>
          <a:ln w="28575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007" name="Google Shape;6007;p44"/>
          <p:cNvCxnSpPr>
            <a:cxnSpLocks/>
          </p:cNvCxnSpPr>
          <p:nvPr/>
        </p:nvCxnSpPr>
        <p:spPr>
          <a:xfrm>
            <a:off x="1428767" y="1076344"/>
            <a:ext cx="855900" cy="0"/>
          </a:xfrm>
          <a:prstGeom prst="straightConnector1">
            <a:avLst/>
          </a:prstGeom>
          <a:noFill/>
          <a:ln w="28575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009" name="Google Shape;6009;p44"/>
          <p:cNvSpPr/>
          <p:nvPr/>
        </p:nvSpPr>
        <p:spPr>
          <a:xfrm>
            <a:off x="351955" y="798666"/>
            <a:ext cx="1392132" cy="530576"/>
          </a:xfrm>
          <a:custGeom>
            <a:avLst/>
            <a:gdLst/>
            <a:ahLst/>
            <a:cxnLst/>
            <a:rect l="l" t="t" r="r" b="b"/>
            <a:pathLst>
              <a:path w="272511" h="143593" extrusionOk="0">
                <a:moveTo>
                  <a:pt x="251027" y="1"/>
                </a:moveTo>
                <a:cubicBezTo>
                  <a:pt x="245294" y="1"/>
                  <a:pt x="237572" y="381"/>
                  <a:pt x="227184" y="1118"/>
                </a:cubicBezTo>
                <a:cubicBezTo>
                  <a:pt x="222766" y="1431"/>
                  <a:pt x="215826" y="1538"/>
                  <a:pt x="208362" y="1538"/>
                </a:cubicBezTo>
                <a:cubicBezTo>
                  <a:pt x="195627" y="1538"/>
                  <a:pt x="181370" y="1225"/>
                  <a:pt x="175522" y="1083"/>
                </a:cubicBezTo>
                <a:cubicBezTo>
                  <a:pt x="174989" y="1069"/>
                  <a:pt x="173989" y="1063"/>
                  <a:pt x="172589" y="1063"/>
                </a:cubicBezTo>
                <a:cubicBezTo>
                  <a:pt x="157097" y="1063"/>
                  <a:pt x="92556" y="1810"/>
                  <a:pt x="67749" y="1810"/>
                </a:cubicBezTo>
                <a:cubicBezTo>
                  <a:pt x="64700" y="1810"/>
                  <a:pt x="62251" y="1799"/>
                  <a:pt x="60567" y="1773"/>
                </a:cubicBezTo>
                <a:cubicBezTo>
                  <a:pt x="46982" y="1571"/>
                  <a:pt x="33386" y="1368"/>
                  <a:pt x="19800" y="1166"/>
                </a:cubicBezTo>
                <a:cubicBezTo>
                  <a:pt x="17432" y="1135"/>
                  <a:pt x="14473" y="590"/>
                  <a:pt x="11780" y="590"/>
                </a:cubicBezTo>
                <a:cubicBezTo>
                  <a:pt x="9383" y="590"/>
                  <a:pt x="7196" y="1021"/>
                  <a:pt x="5823" y="2631"/>
                </a:cubicBezTo>
                <a:cubicBezTo>
                  <a:pt x="4287" y="4428"/>
                  <a:pt x="4334" y="8857"/>
                  <a:pt x="4656" y="11203"/>
                </a:cubicBezTo>
                <a:cubicBezTo>
                  <a:pt x="9073" y="43898"/>
                  <a:pt x="0" y="111168"/>
                  <a:pt x="4656" y="141183"/>
                </a:cubicBezTo>
                <a:cubicBezTo>
                  <a:pt x="4906" y="142791"/>
                  <a:pt x="7144" y="142993"/>
                  <a:pt x="8763" y="143076"/>
                </a:cubicBezTo>
                <a:cubicBezTo>
                  <a:pt x="16269" y="143444"/>
                  <a:pt x="22992" y="143592"/>
                  <a:pt x="29104" y="143592"/>
                </a:cubicBezTo>
                <a:cubicBezTo>
                  <a:pt x="54639" y="143592"/>
                  <a:pt x="69514" y="141003"/>
                  <a:pt x="86318" y="141003"/>
                </a:cubicBezTo>
                <a:cubicBezTo>
                  <a:pt x="90106" y="141003"/>
                  <a:pt x="93992" y="141135"/>
                  <a:pt x="98120" y="141457"/>
                </a:cubicBezTo>
                <a:cubicBezTo>
                  <a:pt x="109441" y="142339"/>
                  <a:pt x="120783" y="142673"/>
                  <a:pt x="132134" y="142673"/>
                </a:cubicBezTo>
                <a:cubicBezTo>
                  <a:pt x="152645" y="142673"/>
                  <a:pt x="173184" y="141583"/>
                  <a:pt x="193679" y="140671"/>
                </a:cubicBezTo>
                <a:cubicBezTo>
                  <a:pt x="194430" y="140638"/>
                  <a:pt x="195267" y="140623"/>
                  <a:pt x="196181" y="140623"/>
                </a:cubicBezTo>
                <a:cubicBezTo>
                  <a:pt x="207210" y="140623"/>
                  <a:pt x="229426" y="142867"/>
                  <a:pt x="245705" y="142867"/>
                </a:cubicBezTo>
                <a:cubicBezTo>
                  <a:pt x="255508" y="142867"/>
                  <a:pt x="263157" y="142053"/>
                  <a:pt x="264914" y="139445"/>
                </a:cubicBezTo>
                <a:cubicBezTo>
                  <a:pt x="272511" y="128170"/>
                  <a:pt x="267462" y="96213"/>
                  <a:pt x="268034" y="81259"/>
                </a:cubicBezTo>
                <a:cubicBezTo>
                  <a:pt x="269272" y="49362"/>
                  <a:pt x="268332" y="42707"/>
                  <a:pt x="267308" y="7107"/>
                </a:cubicBezTo>
                <a:cubicBezTo>
                  <a:pt x="267164" y="2261"/>
                  <a:pt x="265009" y="1"/>
                  <a:pt x="251027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000">
              <a:solidFill>
                <a:srgbClr val="EE6137"/>
              </a:solidFill>
              <a:latin typeface="Barrio"/>
              <a:ea typeface="Barrio"/>
              <a:cs typeface="Barrio"/>
              <a:sym typeface="Barrio"/>
            </a:endParaRPr>
          </a:p>
        </p:txBody>
      </p:sp>
      <p:sp>
        <p:nvSpPr>
          <p:cNvPr id="6010" name="Google Shape;6010;p44"/>
          <p:cNvSpPr/>
          <p:nvPr/>
        </p:nvSpPr>
        <p:spPr>
          <a:xfrm>
            <a:off x="1922880" y="791370"/>
            <a:ext cx="1436707" cy="530576"/>
          </a:xfrm>
          <a:custGeom>
            <a:avLst/>
            <a:gdLst/>
            <a:ahLst/>
            <a:cxnLst/>
            <a:rect l="l" t="t" r="r" b="b"/>
            <a:pathLst>
              <a:path w="272511" h="143593" extrusionOk="0">
                <a:moveTo>
                  <a:pt x="251027" y="1"/>
                </a:moveTo>
                <a:cubicBezTo>
                  <a:pt x="245294" y="1"/>
                  <a:pt x="237572" y="381"/>
                  <a:pt x="227184" y="1118"/>
                </a:cubicBezTo>
                <a:cubicBezTo>
                  <a:pt x="222766" y="1431"/>
                  <a:pt x="215826" y="1538"/>
                  <a:pt x="208362" y="1538"/>
                </a:cubicBezTo>
                <a:cubicBezTo>
                  <a:pt x="195627" y="1538"/>
                  <a:pt x="181370" y="1225"/>
                  <a:pt x="175522" y="1083"/>
                </a:cubicBezTo>
                <a:cubicBezTo>
                  <a:pt x="174989" y="1069"/>
                  <a:pt x="173989" y="1063"/>
                  <a:pt x="172589" y="1063"/>
                </a:cubicBezTo>
                <a:cubicBezTo>
                  <a:pt x="157097" y="1063"/>
                  <a:pt x="92556" y="1810"/>
                  <a:pt x="67749" y="1810"/>
                </a:cubicBezTo>
                <a:cubicBezTo>
                  <a:pt x="64700" y="1810"/>
                  <a:pt x="62251" y="1799"/>
                  <a:pt x="60567" y="1773"/>
                </a:cubicBezTo>
                <a:cubicBezTo>
                  <a:pt x="46982" y="1571"/>
                  <a:pt x="33386" y="1368"/>
                  <a:pt x="19800" y="1166"/>
                </a:cubicBezTo>
                <a:cubicBezTo>
                  <a:pt x="17432" y="1135"/>
                  <a:pt x="14473" y="590"/>
                  <a:pt x="11780" y="590"/>
                </a:cubicBezTo>
                <a:cubicBezTo>
                  <a:pt x="9383" y="590"/>
                  <a:pt x="7196" y="1021"/>
                  <a:pt x="5823" y="2631"/>
                </a:cubicBezTo>
                <a:cubicBezTo>
                  <a:pt x="4287" y="4428"/>
                  <a:pt x="4334" y="8857"/>
                  <a:pt x="4656" y="11203"/>
                </a:cubicBezTo>
                <a:cubicBezTo>
                  <a:pt x="9073" y="43898"/>
                  <a:pt x="0" y="111168"/>
                  <a:pt x="4656" y="141183"/>
                </a:cubicBezTo>
                <a:cubicBezTo>
                  <a:pt x="4906" y="142791"/>
                  <a:pt x="7144" y="142993"/>
                  <a:pt x="8763" y="143076"/>
                </a:cubicBezTo>
                <a:cubicBezTo>
                  <a:pt x="16269" y="143444"/>
                  <a:pt x="22992" y="143592"/>
                  <a:pt x="29104" y="143592"/>
                </a:cubicBezTo>
                <a:cubicBezTo>
                  <a:pt x="54639" y="143592"/>
                  <a:pt x="69514" y="141003"/>
                  <a:pt x="86318" y="141003"/>
                </a:cubicBezTo>
                <a:cubicBezTo>
                  <a:pt x="90106" y="141003"/>
                  <a:pt x="93992" y="141135"/>
                  <a:pt x="98120" y="141457"/>
                </a:cubicBezTo>
                <a:cubicBezTo>
                  <a:pt x="109441" y="142339"/>
                  <a:pt x="120783" y="142673"/>
                  <a:pt x="132134" y="142673"/>
                </a:cubicBezTo>
                <a:cubicBezTo>
                  <a:pt x="152645" y="142673"/>
                  <a:pt x="173184" y="141583"/>
                  <a:pt x="193679" y="140671"/>
                </a:cubicBezTo>
                <a:cubicBezTo>
                  <a:pt x="194430" y="140638"/>
                  <a:pt x="195267" y="140623"/>
                  <a:pt x="196181" y="140623"/>
                </a:cubicBezTo>
                <a:cubicBezTo>
                  <a:pt x="207210" y="140623"/>
                  <a:pt x="229426" y="142867"/>
                  <a:pt x="245705" y="142867"/>
                </a:cubicBezTo>
                <a:cubicBezTo>
                  <a:pt x="255508" y="142867"/>
                  <a:pt x="263157" y="142053"/>
                  <a:pt x="264914" y="139445"/>
                </a:cubicBezTo>
                <a:cubicBezTo>
                  <a:pt x="272511" y="128170"/>
                  <a:pt x="267462" y="96213"/>
                  <a:pt x="268034" y="81259"/>
                </a:cubicBezTo>
                <a:cubicBezTo>
                  <a:pt x="269272" y="49362"/>
                  <a:pt x="268332" y="42707"/>
                  <a:pt x="267308" y="7107"/>
                </a:cubicBezTo>
                <a:cubicBezTo>
                  <a:pt x="267164" y="2261"/>
                  <a:pt x="265009" y="1"/>
                  <a:pt x="251027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000">
              <a:solidFill>
                <a:srgbClr val="EE6137"/>
              </a:solidFill>
              <a:latin typeface="Barrio"/>
              <a:ea typeface="Barrio"/>
              <a:cs typeface="Barrio"/>
              <a:sym typeface="Barrio"/>
            </a:endParaRPr>
          </a:p>
        </p:txBody>
      </p:sp>
      <p:sp>
        <p:nvSpPr>
          <p:cNvPr id="6011" name="Google Shape;6011;p44"/>
          <p:cNvSpPr/>
          <p:nvPr/>
        </p:nvSpPr>
        <p:spPr>
          <a:xfrm>
            <a:off x="3522599" y="802442"/>
            <a:ext cx="1975003" cy="530576"/>
          </a:xfrm>
          <a:custGeom>
            <a:avLst/>
            <a:gdLst/>
            <a:ahLst/>
            <a:cxnLst/>
            <a:rect l="l" t="t" r="r" b="b"/>
            <a:pathLst>
              <a:path w="272511" h="143593" extrusionOk="0">
                <a:moveTo>
                  <a:pt x="251027" y="1"/>
                </a:moveTo>
                <a:cubicBezTo>
                  <a:pt x="245294" y="1"/>
                  <a:pt x="237572" y="381"/>
                  <a:pt x="227184" y="1118"/>
                </a:cubicBezTo>
                <a:cubicBezTo>
                  <a:pt x="222766" y="1431"/>
                  <a:pt x="215826" y="1538"/>
                  <a:pt x="208362" y="1538"/>
                </a:cubicBezTo>
                <a:cubicBezTo>
                  <a:pt x="195627" y="1538"/>
                  <a:pt x="181370" y="1225"/>
                  <a:pt x="175522" y="1083"/>
                </a:cubicBezTo>
                <a:cubicBezTo>
                  <a:pt x="174989" y="1069"/>
                  <a:pt x="173989" y="1063"/>
                  <a:pt x="172589" y="1063"/>
                </a:cubicBezTo>
                <a:cubicBezTo>
                  <a:pt x="157097" y="1063"/>
                  <a:pt x="92556" y="1810"/>
                  <a:pt x="67749" y="1810"/>
                </a:cubicBezTo>
                <a:cubicBezTo>
                  <a:pt x="64700" y="1810"/>
                  <a:pt x="62251" y="1799"/>
                  <a:pt x="60567" y="1773"/>
                </a:cubicBezTo>
                <a:cubicBezTo>
                  <a:pt x="46982" y="1571"/>
                  <a:pt x="33386" y="1368"/>
                  <a:pt x="19800" y="1166"/>
                </a:cubicBezTo>
                <a:cubicBezTo>
                  <a:pt x="17432" y="1135"/>
                  <a:pt x="14473" y="590"/>
                  <a:pt x="11780" y="590"/>
                </a:cubicBezTo>
                <a:cubicBezTo>
                  <a:pt x="9383" y="590"/>
                  <a:pt x="7196" y="1021"/>
                  <a:pt x="5823" y="2631"/>
                </a:cubicBezTo>
                <a:cubicBezTo>
                  <a:pt x="4287" y="4428"/>
                  <a:pt x="4334" y="8857"/>
                  <a:pt x="4656" y="11203"/>
                </a:cubicBezTo>
                <a:cubicBezTo>
                  <a:pt x="9073" y="43898"/>
                  <a:pt x="0" y="111168"/>
                  <a:pt x="4656" y="141183"/>
                </a:cubicBezTo>
                <a:cubicBezTo>
                  <a:pt x="4906" y="142791"/>
                  <a:pt x="7144" y="142993"/>
                  <a:pt x="8763" y="143076"/>
                </a:cubicBezTo>
                <a:cubicBezTo>
                  <a:pt x="16269" y="143444"/>
                  <a:pt x="22992" y="143592"/>
                  <a:pt x="29104" y="143592"/>
                </a:cubicBezTo>
                <a:cubicBezTo>
                  <a:pt x="54639" y="143592"/>
                  <a:pt x="69514" y="141003"/>
                  <a:pt x="86318" y="141003"/>
                </a:cubicBezTo>
                <a:cubicBezTo>
                  <a:pt x="90106" y="141003"/>
                  <a:pt x="93992" y="141135"/>
                  <a:pt x="98120" y="141457"/>
                </a:cubicBezTo>
                <a:cubicBezTo>
                  <a:pt x="109441" y="142339"/>
                  <a:pt x="120783" y="142673"/>
                  <a:pt x="132134" y="142673"/>
                </a:cubicBezTo>
                <a:cubicBezTo>
                  <a:pt x="152645" y="142673"/>
                  <a:pt x="173184" y="141583"/>
                  <a:pt x="193679" y="140671"/>
                </a:cubicBezTo>
                <a:cubicBezTo>
                  <a:pt x="194430" y="140638"/>
                  <a:pt x="195267" y="140623"/>
                  <a:pt x="196181" y="140623"/>
                </a:cubicBezTo>
                <a:cubicBezTo>
                  <a:pt x="207210" y="140623"/>
                  <a:pt x="229426" y="142867"/>
                  <a:pt x="245705" y="142867"/>
                </a:cubicBezTo>
                <a:cubicBezTo>
                  <a:pt x="255508" y="142867"/>
                  <a:pt x="263157" y="142053"/>
                  <a:pt x="264914" y="139445"/>
                </a:cubicBezTo>
                <a:cubicBezTo>
                  <a:pt x="272511" y="128170"/>
                  <a:pt x="267462" y="96213"/>
                  <a:pt x="268034" y="81259"/>
                </a:cubicBezTo>
                <a:cubicBezTo>
                  <a:pt x="269272" y="49362"/>
                  <a:pt x="268332" y="42707"/>
                  <a:pt x="267308" y="7107"/>
                </a:cubicBezTo>
                <a:cubicBezTo>
                  <a:pt x="267164" y="2261"/>
                  <a:pt x="265009" y="1"/>
                  <a:pt x="251027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000">
              <a:solidFill>
                <a:srgbClr val="EE6137"/>
              </a:solidFill>
              <a:latin typeface="Barrio"/>
              <a:ea typeface="Barrio"/>
              <a:cs typeface="Barrio"/>
              <a:sym typeface="Barrio"/>
            </a:endParaRPr>
          </a:p>
        </p:txBody>
      </p:sp>
      <p:sp>
        <p:nvSpPr>
          <p:cNvPr id="6012" name="Google Shape;6012;p44"/>
          <p:cNvSpPr/>
          <p:nvPr/>
        </p:nvSpPr>
        <p:spPr>
          <a:xfrm>
            <a:off x="5657325" y="792949"/>
            <a:ext cx="1478372" cy="530576"/>
          </a:xfrm>
          <a:custGeom>
            <a:avLst/>
            <a:gdLst/>
            <a:ahLst/>
            <a:cxnLst/>
            <a:rect l="l" t="t" r="r" b="b"/>
            <a:pathLst>
              <a:path w="272511" h="143593" extrusionOk="0">
                <a:moveTo>
                  <a:pt x="251027" y="1"/>
                </a:moveTo>
                <a:cubicBezTo>
                  <a:pt x="245294" y="1"/>
                  <a:pt x="237572" y="381"/>
                  <a:pt x="227184" y="1118"/>
                </a:cubicBezTo>
                <a:cubicBezTo>
                  <a:pt x="222766" y="1431"/>
                  <a:pt x="215826" y="1538"/>
                  <a:pt x="208362" y="1538"/>
                </a:cubicBezTo>
                <a:cubicBezTo>
                  <a:pt x="195627" y="1538"/>
                  <a:pt x="181370" y="1225"/>
                  <a:pt x="175522" y="1083"/>
                </a:cubicBezTo>
                <a:cubicBezTo>
                  <a:pt x="174989" y="1069"/>
                  <a:pt x="173989" y="1063"/>
                  <a:pt x="172589" y="1063"/>
                </a:cubicBezTo>
                <a:cubicBezTo>
                  <a:pt x="157097" y="1063"/>
                  <a:pt x="92556" y="1810"/>
                  <a:pt x="67749" y="1810"/>
                </a:cubicBezTo>
                <a:cubicBezTo>
                  <a:pt x="64700" y="1810"/>
                  <a:pt x="62251" y="1799"/>
                  <a:pt x="60567" y="1773"/>
                </a:cubicBezTo>
                <a:cubicBezTo>
                  <a:pt x="46982" y="1571"/>
                  <a:pt x="33386" y="1368"/>
                  <a:pt x="19800" y="1166"/>
                </a:cubicBezTo>
                <a:cubicBezTo>
                  <a:pt x="17432" y="1135"/>
                  <a:pt x="14473" y="590"/>
                  <a:pt x="11780" y="590"/>
                </a:cubicBezTo>
                <a:cubicBezTo>
                  <a:pt x="9383" y="590"/>
                  <a:pt x="7196" y="1021"/>
                  <a:pt x="5823" y="2631"/>
                </a:cubicBezTo>
                <a:cubicBezTo>
                  <a:pt x="4287" y="4428"/>
                  <a:pt x="4334" y="8857"/>
                  <a:pt x="4656" y="11203"/>
                </a:cubicBezTo>
                <a:cubicBezTo>
                  <a:pt x="9073" y="43898"/>
                  <a:pt x="0" y="111168"/>
                  <a:pt x="4656" y="141183"/>
                </a:cubicBezTo>
                <a:cubicBezTo>
                  <a:pt x="4906" y="142791"/>
                  <a:pt x="7144" y="142993"/>
                  <a:pt x="8763" y="143076"/>
                </a:cubicBezTo>
                <a:cubicBezTo>
                  <a:pt x="16269" y="143444"/>
                  <a:pt x="22992" y="143592"/>
                  <a:pt x="29104" y="143592"/>
                </a:cubicBezTo>
                <a:cubicBezTo>
                  <a:pt x="54639" y="143592"/>
                  <a:pt x="69514" y="141003"/>
                  <a:pt x="86318" y="141003"/>
                </a:cubicBezTo>
                <a:cubicBezTo>
                  <a:pt x="90106" y="141003"/>
                  <a:pt x="93992" y="141135"/>
                  <a:pt x="98120" y="141457"/>
                </a:cubicBezTo>
                <a:cubicBezTo>
                  <a:pt x="109441" y="142339"/>
                  <a:pt x="120783" y="142673"/>
                  <a:pt x="132134" y="142673"/>
                </a:cubicBezTo>
                <a:cubicBezTo>
                  <a:pt x="152645" y="142673"/>
                  <a:pt x="173184" y="141583"/>
                  <a:pt x="193679" y="140671"/>
                </a:cubicBezTo>
                <a:cubicBezTo>
                  <a:pt x="194430" y="140638"/>
                  <a:pt x="195267" y="140623"/>
                  <a:pt x="196181" y="140623"/>
                </a:cubicBezTo>
                <a:cubicBezTo>
                  <a:pt x="207210" y="140623"/>
                  <a:pt x="229426" y="142867"/>
                  <a:pt x="245705" y="142867"/>
                </a:cubicBezTo>
                <a:cubicBezTo>
                  <a:pt x="255508" y="142867"/>
                  <a:pt x="263157" y="142053"/>
                  <a:pt x="264914" y="139445"/>
                </a:cubicBezTo>
                <a:cubicBezTo>
                  <a:pt x="272511" y="128170"/>
                  <a:pt x="267462" y="96213"/>
                  <a:pt x="268034" y="81259"/>
                </a:cubicBezTo>
                <a:cubicBezTo>
                  <a:pt x="269272" y="49362"/>
                  <a:pt x="268332" y="42707"/>
                  <a:pt x="267308" y="7107"/>
                </a:cubicBezTo>
                <a:cubicBezTo>
                  <a:pt x="267164" y="2261"/>
                  <a:pt x="265009" y="1"/>
                  <a:pt x="251027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000">
              <a:solidFill>
                <a:srgbClr val="EE6137"/>
              </a:solidFill>
              <a:latin typeface="Barrio"/>
              <a:ea typeface="Barrio"/>
              <a:cs typeface="Barrio"/>
              <a:sym typeface="Barrio"/>
            </a:endParaRPr>
          </a:p>
        </p:txBody>
      </p:sp>
      <p:sp>
        <p:nvSpPr>
          <p:cNvPr id="6008" name="Google Shape;6008;p44"/>
          <p:cNvSpPr txBox="1">
            <a:spLocks noGrp="1"/>
          </p:cNvSpPr>
          <p:nvPr>
            <p:ph type="title" idx="4294967295"/>
          </p:nvPr>
        </p:nvSpPr>
        <p:spPr>
          <a:xfrm>
            <a:off x="60519" y="802167"/>
            <a:ext cx="1975003" cy="52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Asmatic"/>
              </a:rPr>
              <a:t>Rainfall_Lag1</a:t>
            </a:r>
            <a:endParaRPr sz="1800">
              <a:latin typeface="Asmatic"/>
            </a:endParaRPr>
          </a:p>
        </p:txBody>
      </p:sp>
      <p:sp>
        <p:nvSpPr>
          <p:cNvPr id="6003" name="Google Shape;6003;p44"/>
          <p:cNvSpPr txBox="1">
            <a:spLocks noGrp="1"/>
          </p:cNvSpPr>
          <p:nvPr>
            <p:ph type="title" idx="4294967295"/>
          </p:nvPr>
        </p:nvSpPr>
        <p:spPr>
          <a:xfrm>
            <a:off x="676700" y="1614184"/>
            <a:ext cx="1786482" cy="52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Asmatic"/>
              </a:rPr>
              <a:t>Lag Features</a:t>
            </a:r>
            <a:endParaRPr>
              <a:latin typeface="Asmatic"/>
            </a:endParaRPr>
          </a:p>
        </p:txBody>
      </p:sp>
      <p:sp>
        <p:nvSpPr>
          <p:cNvPr id="6004" name="Google Shape;6004;p44"/>
          <p:cNvSpPr txBox="1">
            <a:spLocks noGrp="1"/>
          </p:cNvSpPr>
          <p:nvPr>
            <p:ph type="title" idx="4294967295"/>
          </p:nvPr>
        </p:nvSpPr>
        <p:spPr>
          <a:xfrm>
            <a:off x="6366847" y="1614184"/>
            <a:ext cx="2425198" cy="52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Asmatic"/>
              </a:rPr>
              <a:t>Month Feature</a:t>
            </a:r>
            <a:endParaRPr sz="2400">
              <a:latin typeface="Asmatic"/>
            </a:endParaRPr>
          </a:p>
        </p:txBody>
      </p:sp>
      <p:sp>
        <p:nvSpPr>
          <p:cNvPr id="6013" name="Google Shape;6013;p44"/>
          <p:cNvSpPr/>
          <p:nvPr/>
        </p:nvSpPr>
        <p:spPr>
          <a:xfrm>
            <a:off x="551781" y="88880"/>
            <a:ext cx="8040437" cy="530576"/>
          </a:xfrm>
          <a:custGeom>
            <a:avLst/>
            <a:gdLst/>
            <a:ahLst/>
            <a:cxnLst/>
            <a:rect l="l" t="t" r="r" b="b"/>
            <a:pathLst>
              <a:path w="272511" h="143593" extrusionOk="0">
                <a:moveTo>
                  <a:pt x="251027" y="1"/>
                </a:moveTo>
                <a:cubicBezTo>
                  <a:pt x="245294" y="1"/>
                  <a:pt x="237572" y="381"/>
                  <a:pt x="227184" y="1118"/>
                </a:cubicBezTo>
                <a:cubicBezTo>
                  <a:pt x="222766" y="1431"/>
                  <a:pt x="215826" y="1538"/>
                  <a:pt x="208362" y="1538"/>
                </a:cubicBezTo>
                <a:cubicBezTo>
                  <a:pt x="195627" y="1538"/>
                  <a:pt x="181370" y="1225"/>
                  <a:pt x="175522" y="1083"/>
                </a:cubicBezTo>
                <a:cubicBezTo>
                  <a:pt x="174989" y="1069"/>
                  <a:pt x="173989" y="1063"/>
                  <a:pt x="172589" y="1063"/>
                </a:cubicBezTo>
                <a:cubicBezTo>
                  <a:pt x="157097" y="1063"/>
                  <a:pt x="92556" y="1810"/>
                  <a:pt x="67749" y="1810"/>
                </a:cubicBezTo>
                <a:cubicBezTo>
                  <a:pt x="64700" y="1810"/>
                  <a:pt x="62251" y="1799"/>
                  <a:pt x="60567" y="1773"/>
                </a:cubicBezTo>
                <a:cubicBezTo>
                  <a:pt x="46982" y="1571"/>
                  <a:pt x="33386" y="1368"/>
                  <a:pt x="19800" y="1166"/>
                </a:cubicBezTo>
                <a:cubicBezTo>
                  <a:pt x="17432" y="1135"/>
                  <a:pt x="14473" y="590"/>
                  <a:pt x="11780" y="590"/>
                </a:cubicBezTo>
                <a:cubicBezTo>
                  <a:pt x="9383" y="590"/>
                  <a:pt x="7196" y="1021"/>
                  <a:pt x="5823" y="2631"/>
                </a:cubicBezTo>
                <a:cubicBezTo>
                  <a:pt x="4287" y="4428"/>
                  <a:pt x="4334" y="8857"/>
                  <a:pt x="4656" y="11203"/>
                </a:cubicBezTo>
                <a:cubicBezTo>
                  <a:pt x="9073" y="43898"/>
                  <a:pt x="0" y="111168"/>
                  <a:pt x="4656" y="141183"/>
                </a:cubicBezTo>
                <a:cubicBezTo>
                  <a:pt x="4906" y="142791"/>
                  <a:pt x="7144" y="142993"/>
                  <a:pt x="8763" y="143076"/>
                </a:cubicBezTo>
                <a:cubicBezTo>
                  <a:pt x="16269" y="143444"/>
                  <a:pt x="22992" y="143592"/>
                  <a:pt x="29104" y="143592"/>
                </a:cubicBezTo>
                <a:cubicBezTo>
                  <a:pt x="54639" y="143592"/>
                  <a:pt x="69514" y="141003"/>
                  <a:pt x="86318" y="141003"/>
                </a:cubicBezTo>
                <a:cubicBezTo>
                  <a:pt x="90106" y="141003"/>
                  <a:pt x="93992" y="141135"/>
                  <a:pt x="98120" y="141457"/>
                </a:cubicBezTo>
                <a:cubicBezTo>
                  <a:pt x="109441" y="142339"/>
                  <a:pt x="120783" y="142673"/>
                  <a:pt x="132134" y="142673"/>
                </a:cubicBezTo>
                <a:cubicBezTo>
                  <a:pt x="152645" y="142673"/>
                  <a:pt x="173184" y="141583"/>
                  <a:pt x="193679" y="140671"/>
                </a:cubicBezTo>
                <a:cubicBezTo>
                  <a:pt x="194430" y="140638"/>
                  <a:pt x="195267" y="140623"/>
                  <a:pt x="196181" y="140623"/>
                </a:cubicBezTo>
                <a:cubicBezTo>
                  <a:pt x="207210" y="140623"/>
                  <a:pt x="229426" y="142867"/>
                  <a:pt x="245705" y="142867"/>
                </a:cubicBezTo>
                <a:cubicBezTo>
                  <a:pt x="255508" y="142867"/>
                  <a:pt x="263157" y="142053"/>
                  <a:pt x="264914" y="139445"/>
                </a:cubicBezTo>
                <a:cubicBezTo>
                  <a:pt x="272511" y="128170"/>
                  <a:pt x="267462" y="96213"/>
                  <a:pt x="268034" y="81259"/>
                </a:cubicBezTo>
                <a:cubicBezTo>
                  <a:pt x="269272" y="49362"/>
                  <a:pt x="268332" y="42707"/>
                  <a:pt x="267308" y="7107"/>
                </a:cubicBezTo>
                <a:cubicBezTo>
                  <a:pt x="267164" y="2261"/>
                  <a:pt x="265009" y="1"/>
                  <a:pt x="251027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000">
              <a:solidFill>
                <a:srgbClr val="EE6137"/>
              </a:solidFill>
              <a:latin typeface="Barrio"/>
              <a:ea typeface="Barrio"/>
              <a:cs typeface="Barrio"/>
              <a:sym typeface="Barrio"/>
            </a:endParaRPr>
          </a:p>
        </p:txBody>
      </p:sp>
      <p:sp>
        <p:nvSpPr>
          <p:cNvPr id="6014" name="Google Shape;6014;p44"/>
          <p:cNvSpPr txBox="1">
            <a:spLocks noGrp="1"/>
          </p:cNvSpPr>
          <p:nvPr>
            <p:ph type="title"/>
          </p:nvPr>
        </p:nvSpPr>
        <p:spPr>
          <a:xfrm>
            <a:off x="622944" y="126896"/>
            <a:ext cx="77040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Feature Engineering</a:t>
            </a:r>
            <a:endParaRPr/>
          </a:p>
        </p:txBody>
      </p:sp>
      <p:sp>
        <p:nvSpPr>
          <p:cNvPr id="6015" name="Google Shape;6015;p44"/>
          <p:cNvSpPr txBox="1">
            <a:spLocks noGrp="1"/>
          </p:cNvSpPr>
          <p:nvPr>
            <p:ph type="subTitle" idx="4294967295"/>
          </p:nvPr>
        </p:nvSpPr>
        <p:spPr>
          <a:xfrm>
            <a:off x="551781" y="2166944"/>
            <a:ext cx="2287818" cy="247042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lnSpc>
                <a:spcPct val="100000"/>
              </a:lnSpc>
              <a:spcAft>
                <a:spcPts val="1600"/>
              </a:spcAft>
              <a:buNone/>
            </a:pPr>
            <a:r>
              <a:rPr lang="en-US" sz="1600">
                <a:latin typeface="Asmatic"/>
              </a:rPr>
              <a:t>Rainfall patterns are often autocorrelated. Including Rainfall_Lag1 and Rainfall_Lag2 helps the model learn from previous months' rainfall values.</a:t>
            </a:r>
            <a:endParaRPr lang="en-US" sz="1400">
              <a:latin typeface="Asmatic"/>
            </a:endParaRPr>
          </a:p>
          <a:p>
            <a:pPr marL="0" lvl="0" indent="0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endParaRPr sz="1600"/>
          </a:p>
        </p:txBody>
      </p:sp>
      <p:sp>
        <p:nvSpPr>
          <p:cNvPr id="6016" name="Google Shape;6016;p44"/>
          <p:cNvSpPr txBox="1">
            <a:spLocks noGrp="1"/>
          </p:cNvSpPr>
          <p:nvPr>
            <p:ph type="subTitle" idx="4294967295"/>
          </p:nvPr>
        </p:nvSpPr>
        <p:spPr>
          <a:xfrm>
            <a:off x="3248356" y="2047475"/>
            <a:ext cx="2835923" cy="284528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US" sz="1600">
                <a:latin typeface="Asmatic"/>
              </a:rPr>
              <a:t>Rolling_Mean_3M captures</a:t>
            </a:r>
          </a:p>
          <a:p>
            <a:pPr>
              <a:buNone/>
            </a:pPr>
            <a:r>
              <a:rPr lang="en-US" sz="1600">
                <a:latin typeface="Asmatic"/>
              </a:rPr>
              <a:t>short-term trends and</a:t>
            </a:r>
          </a:p>
          <a:p>
            <a:pPr>
              <a:buNone/>
            </a:pPr>
            <a:r>
              <a:rPr lang="en-US" sz="1600">
                <a:latin typeface="Asmatic"/>
              </a:rPr>
              <a:t>smoothens fluctuations,</a:t>
            </a:r>
          </a:p>
          <a:p>
            <a:pPr>
              <a:buNone/>
            </a:pPr>
            <a:r>
              <a:rPr lang="en-US" sz="1600">
                <a:latin typeface="Asmatic"/>
              </a:rPr>
              <a:t>Making seasonal effects more</a:t>
            </a:r>
          </a:p>
          <a:p>
            <a:pPr>
              <a:buNone/>
            </a:pPr>
            <a:r>
              <a:rPr lang="en-US" sz="1600">
                <a:latin typeface="Asmatic"/>
              </a:rPr>
              <a:t>visible. </a:t>
            </a:r>
          </a:p>
          <a:p>
            <a:pPr marL="114300" indent="0">
              <a:buNone/>
            </a:pPr>
            <a:r>
              <a:rPr lang="en-US" sz="1600">
                <a:latin typeface="Asmatic"/>
              </a:rPr>
              <a:t>Trend_12M identifies long-term annual trends, which are useful in understanding gradual climate shifts or monsoon cycles.</a:t>
            </a:r>
            <a:endParaRPr lang="en-US" sz="1400">
              <a:latin typeface="Asmatic"/>
            </a:endParaRPr>
          </a:p>
          <a:p>
            <a:pPr marL="0" lvl="0" indent="0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endParaRPr sz="1600"/>
          </a:p>
        </p:txBody>
      </p:sp>
      <p:sp>
        <p:nvSpPr>
          <p:cNvPr id="9" name="Google Shape;6012;p44">
            <a:extLst>
              <a:ext uri="{FF2B5EF4-FFF2-40B4-BE49-F238E27FC236}">
                <a16:creationId xmlns:a16="http://schemas.microsoft.com/office/drawing/2014/main" id="{ADE1002A-55B7-2B5B-693D-D821FC8ACE48}"/>
              </a:ext>
            </a:extLst>
          </p:cNvPr>
          <p:cNvSpPr/>
          <p:nvPr/>
        </p:nvSpPr>
        <p:spPr>
          <a:xfrm>
            <a:off x="7313673" y="802442"/>
            <a:ext cx="1478372" cy="530576"/>
          </a:xfrm>
          <a:custGeom>
            <a:avLst/>
            <a:gdLst/>
            <a:ahLst/>
            <a:cxnLst/>
            <a:rect l="l" t="t" r="r" b="b"/>
            <a:pathLst>
              <a:path w="272511" h="143593" extrusionOk="0">
                <a:moveTo>
                  <a:pt x="251027" y="1"/>
                </a:moveTo>
                <a:cubicBezTo>
                  <a:pt x="245294" y="1"/>
                  <a:pt x="237572" y="381"/>
                  <a:pt x="227184" y="1118"/>
                </a:cubicBezTo>
                <a:cubicBezTo>
                  <a:pt x="222766" y="1431"/>
                  <a:pt x="215826" y="1538"/>
                  <a:pt x="208362" y="1538"/>
                </a:cubicBezTo>
                <a:cubicBezTo>
                  <a:pt x="195627" y="1538"/>
                  <a:pt x="181370" y="1225"/>
                  <a:pt x="175522" y="1083"/>
                </a:cubicBezTo>
                <a:cubicBezTo>
                  <a:pt x="174989" y="1069"/>
                  <a:pt x="173989" y="1063"/>
                  <a:pt x="172589" y="1063"/>
                </a:cubicBezTo>
                <a:cubicBezTo>
                  <a:pt x="157097" y="1063"/>
                  <a:pt x="92556" y="1810"/>
                  <a:pt x="67749" y="1810"/>
                </a:cubicBezTo>
                <a:cubicBezTo>
                  <a:pt x="64700" y="1810"/>
                  <a:pt x="62251" y="1799"/>
                  <a:pt x="60567" y="1773"/>
                </a:cubicBezTo>
                <a:cubicBezTo>
                  <a:pt x="46982" y="1571"/>
                  <a:pt x="33386" y="1368"/>
                  <a:pt x="19800" y="1166"/>
                </a:cubicBezTo>
                <a:cubicBezTo>
                  <a:pt x="17432" y="1135"/>
                  <a:pt x="14473" y="590"/>
                  <a:pt x="11780" y="590"/>
                </a:cubicBezTo>
                <a:cubicBezTo>
                  <a:pt x="9383" y="590"/>
                  <a:pt x="7196" y="1021"/>
                  <a:pt x="5823" y="2631"/>
                </a:cubicBezTo>
                <a:cubicBezTo>
                  <a:pt x="4287" y="4428"/>
                  <a:pt x="4334" y="8857"/>
                  <a:pt x="4656" y="11203"/>
                </a:cubicBezTo>
                <a:cubicBezTo>
                  <a:pt x="9073" y="43898"/>
                  <a:pt x="0" y="111168"/>
                  <a:pt x="4656" y="141183"/>
                </a:cubicBezTo>
                <a:cubicBezTo>
                  <a:pt x="4906" y="142791"/>
                  <a:pt x="7144" y="142993"/>
                  <a:pt x="8763" y="143076"/>
                </a:cubicBezTo>
                <a:cubicBezTo>
                  <a:pt x="16269" y="143444"/>
                  <a:pt x="22992" y="143592"/>
                  <a:pt x="29104" y="143592"/>
                </a:cubicBezTo>
                <a:cubicBezTo>
                  <a:pt x="54639" y="143592"/>
                  <a:pt x="69514" y="141003"/>
                  <a:pt x="86318" y="141003"/>
                </a:cubicBezTo>
                <a:cubicBezTo>
                  <a:pt x="90106" y="141003"/>
                  <a:pt x="93992" y="141135"/>
                  <a:pt x="98120" y="141457"/>
                </a:cubicBezTo>
                <a:cubicBezTo>
                  <a:pt x="109441" y="142339"/>
                  <a:pt x="120783" y="142673"/>
                  <a:pt x="132134" y="142673"/>
                </a:cubicBezTo>
                <a:cubicBezTo>
                  <a:pt x="152645" y="142673"/>
                  <a:pt x="173184" y="141583"/>
                  <a:pt x="193679" y="140671"/>
                </a:cubicBezTo>
                <a:cubicBezTo>
                  <a:pt x="194430" y="140638"/>
                  <a:pt x="195267" y="140623"/>
                  <a:pt x="196181" y="140623"/>
                </a:cubicBezTo>
                <a:cubicBezTo>
                  <a:pt x="207210" y="140623"/>
                  <a:pt x="229426" y="142867"/>
                  <a:pt x="245705" y="142867"/>
                </a:cubicBezTo>
                <a:cubicBezTo>
                  <a:pt x="255508" y="142867"/>
                  <a:pt x="263157" y="142053"/>
                  <a:pt x="264914" y="139445"/>
                </a:cubicBezTo>
                <a:cubicBezTo>
                  <a:pt x="272511" y="128170"/>
                  <a:pt x="267462" y="96213"/>
                  <a:pt x="268034" y="81259"/>
                </a:cubicBezTo>
                <a:cubicBezTo>
                  <a:pt x="269272" y="49362"/>
                  <a:pt x="268332" y="42707"/>
                  <a:pt x="267308" y="7107"/>
                </a:cubicBezTo>
                <a:cubicBezTo>
                  <a:pt x="267164" y="2261"/>
                  <a:pt x="265009" y="1"/>
                  <a:pt x="251027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000">
              <a:solidFill>
                <a:srgbClr val="EE6137"/>
              </a:solidFill>
              <a:latin typeface="Barrio"/>
              <a:ea typeface="Barrio"/>
              <a:cs typeface="Barrio"/>
              <a:sym typeface="Barrio"/>
            </a:endParaRPr>
          </a:p>
        </p:txBody>
      </p:sp>
      <p:sp>
        <p:nvSpPr>
          <p:cNvPr id="11" name="Google Shape;6008;p44">
            <a:extLst>
              <a:ext uri="{FF2B5EF4-FFF2-40B4-BE49-F238E27FC236}">
                <a16:creationId xmlns:a16="http://schemas.microsoft.com/office/drawing/2014/main" id="{D4EA8C68-3B03-69D6-CF13-11919376E02D}"/>
              </a:ext>
            </a:extLst>
          </p:cNvPr>
          <p:cNvSpPr txBox="1">
            <a:spLocks/>
          </p:cNvSpPr>
          <p:nvPr/>
        </p:nvSpPr>
        <p:spPr>
          <a:xfrm>
            <a:off x="1856717" y="784349"/>
            <a:ext cx="1546676" cy="52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matic SC"/>
              <a:buNone/>
              <a:defRPr sz="30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matic SC"/>
              <a:buNone/>
              <a:defRPr sz="30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matic SC"/>
              <a:buNone/>
              <a:defRPr sz="30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matic SC"/>
              <a:buNone/>
              <a:defRPr sz="30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matic SC"/>
              <a:buNone/>
              <a:defRPr sz="30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matic SC"/>
              <a:buNone/>
              <a:defRPr sz="30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matic SC"/>
              <a:buNone/>
              <a:defRPr sz="30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matic SC"/>
              <a:buNone/>
              <a:defRPr sz="30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matic SC"/>
              <a:buNone/>
              <a:defRPr sz="30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9pPr>
          </a:lstStyle>
          <a:p>
            <a:pPr algn="ctr"/>
            <a:r>
              <a:rPr lang="en-IN" sz="1800">
                <a:latin typeface="Asmatic"/>
              </a:rPr>
              <a:t>Rainfall_Lag2</a:t>
            </a:r>
          </a:p>
        </p:txBody>
      </p:sp>
      <p:sp>
        <p:nvSpPr>
          <p:cNvPr id="12" name="Google Shape;6008;p44">
            <a:extLst>
              <a:ext uri="{FF2B5EF4-FFF2-40B4-BE49-F238E27FC236}">
                <a16:creationId xmlns:a16="http://schemas.microsoft.com/office/drawing/2014/main" id="{85A76A5D-A66E-75A9-E6DF-2A028C53D045}"/>
              </a:ext>
            </a:extLst>
          </p:cNvPr>
          <p:cNvSpPr txBox="1">
            <a:spLocks/>
          </p:cNvSpPr>
          <p:nvPr/>
        </p:nvSpPr>
        <p:spPr>
          <a:xfrm>
            <a:off x="3519310" y="784349"/>
            <a:ext cx="1975003" cy="52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matic SC"/>
              <a:buNone/>
              <a:defRPr sz="30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matic SC"/>
              <a:buNone/>
              <a:defRPr sz="30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matic SC"/>
              <a:buNone/>
              <a:defRPr sz="30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matic SC"/>
              <a:buNone/>
              <a:defRPr sz="30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matic SC"/>
              <a:buNone/>
              <a:defRPr sz="30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matic SC"/>
              <a:buNone/>
              <a:defRPr sz="30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matic SC"/>
              <a:buNone/>
              <a:defRPr sz="30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matic SC"/>
              <a:buNone/>
              <a:defRPr sz="30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matic SC"/>
              <a:buNone/>
              <a:defRPr sz="30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9pPr>
          </a:lstStyle>
          <a:p>
            <a:pPr algn="ctr"/>
            <a:r>
              <a:rPr lang="en-IN" sz="1800">
                <a:latin typeface="Asmatic"/>
              </a:rPr>
              <a:t>Rolling_Mean_3M</a:t>
            </a:r>
            <a:endParaRPr lang="en-IN" sz="2400">
              <a:latin typeface="Asmatic"/>
            </a:endParaRPr>
          </a:p>
        </p:txBody>
      </p:sp>
      <p:sp>
        <p:nvSpPr>
          <p:cNvPr id="13" name="Google Shape;6008;p44">
            <a:extLst>
              <a:ext uri="{FF2B5EF4-FFF2-40B4-BE49-F238E27FC236}">
                <a16:creationId xmlns:a16="http://schemas.microsoft.com/office/drawing/2014/main" id="{EEAA8AF6-D514-F1C0-B48B-AA60E43E7CA4}"/>
              </a:ext>
            </a:extLst>
          </p:cNvPr>
          <p:cNvSpPr txBox="1">
            <a:spLocks/>
          </p:cNvSpPr>
          <p:nvPr/>
        </p:nvSpPr>
        <p:spPr>
          <a:xfrm>
            <a:off x="5907877" y="783838"/>
            <a:ext cx="988943" cy="52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matic SC"/>
              <a:buNone/>
              <a:defRPr sz="30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matic SC"/>
              <a:buNone/>
              <a:defRPr sz="30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matic SC"/>
              <a:buNone/>
              <a:defRPr sz="30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matic SC"/>
              <a:buNone/>
              <a:defRPr sz="30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matic SC"/>
              <a:buNone/>
              <a:defRPr sz="30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matic SC"/>
              <a:buNone/>
              <a:defRPr sz="30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matic SC"/>
              <a:buNone/>
              <a:defRPr sz="30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matic SC"/>
              <a:buNone/>
              <a:defRPr sz="30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matic SC"/>
              <a:buNone/>
              <a:defRPr sz="30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9pPr>
          </a:lstStyle>
          <a:p>
            <a:pPr algn="ctr"/>
            <a:r>
              <a:rPr lang="en-IN" sz="1800">
                <a:latin typeface="Asmatic"/>
              </a:rPr>
              <a:t>Month</a:t>
            </a:r>
          </a:p>
        </p:txBody>
      </p:sp>
      <p:sp>
        <p:nvSpPr>
          <p:cNvPr id="14" name="Google Shape;6008;p44">
            <a:extLst>
              <a:ext uri="{FF2B5EF4-FFF2-40B4-BE49-F238E27FC236}">
                <a16:creationId xmlns:a16="http://schemas.microsoft.com/office/drawing/2014/main" id="{34DD160E-0439-2E3B-C71C-439ADA070900}"/>
              </a:ext>
            </a:extLst>
          </p:cNvPr>
          <p:cNvSpPr txBox="1">
            <a:spLocks/>
          </p:cNvSpPr>
          <p:nvPr/>
        </p:nvSpPr>
        <p:spPr>
          <a:xfrm>
            <a:off x="7441648" y="795146"/>
            <a:ext cx="1350397" cy="52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matic SC"/>
              <a:buNone/>
              <a:defRPr sz="30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matic SC"/>
              <a:buNone/>
              <a:defRPr sz="30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matic SC"/>
              <a:buNone/>
              <a:defRPr sz="30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matic SC"/>
              <a:buNone/>
              <a:defRPr sz="30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matic SC"/>
              <a:buNone/>
              <a:defRPr sz="30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matic SC"/>
              <a:buNone/>
              <a:defRPr sz="30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matic SC"/>
              <a:buNone/>
              <a:defRPr sz="30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matic SC"/>
              <a:buNone/>
              <a:defRPr sz="30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matic SC"/>
              <a:buNone/>
              <a:defRPr sz="30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9pPr>
          </a:lstStyle>
          <a:p>
            <a:pPr algn="ctr"/>
            <a:r>
              <a:rPr lang="en-IN" sz="1800">
                <a:latin typeface="Asmatic"/>
              </a:rPr>
              <a:t>Trend_12M</a:t>
            </a:r>
            <a:endParaRPr lang="en-IN" sz="2400">
              <a:latin typeface="Asmatic"/>
            </a:endParaRPr>
          </a:p>
        </p:txBody>
      </p:sp>
      <p:sp>
        <p:nvSpPr>
          <p:cNvPr id="15" name="Google Shape;6003;p44">
            <a:extLst>
              <a:ext uri="{FF2B5EF4-FFF2-40B4-BE49-F238E27FC236}">
                <a16:creationId xmlns:a16="http://schemas.microsoft.com/office/drawing/2014/main" id="{F9B6A9AF-6B3D-5C92-2A2E-D79D7D64F994}"/>
              </a:ext>
            </a:extLst>
          </p:cNvPr>
          <p:cNvSpPr txBox="1">
            <a:spLocks/>
          </p:cNvSpPr>
          <p:nvPr/>
        </p:nvSpPr>
        <p:spPr>
          <a:xfrm>
            <a:off x="3359587" y="1520675"/>
            <a:ext cx="2336040" cy="52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matic SC"/>
              <a:buNone/>
              <a:defRPr sz="30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matic SC"/>
              <a:buNone/>
              <a:defRPr sz="30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matic SC"/>
              <a:buNone/>
              <a:defRPr sz="30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matic SC"/>
              <a:buNone/>
              <a:defRPr sz="30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matic SC"/>
              <a:buNone/>
              <a:defRPr sz="30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matic SC"/>
              <a:buNone/>
              <a:defRPr sz="30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matic SC"/>
              <a:buNone/>
              <a:defRPr sz="30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matic SC"/>
              <a:buNone/>
              <a:defRPr sz="30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matic SC"/>
              <a:buNone/>
              <a:defRPr sz="30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9pPr>
          </a:lstStyle>
          <a:p>
            <a:pPr algn="ctr"/>
            <a:r>
              <a:rPr lang="en-IN" sz="2400">
                <a:latin typeface="Asmatic"/>
              </a:rPr>
              <a:t>Rolling Averages</a:t>
            </a:r>
          </a:p>
        </p:txBody>
      </p:sp>
      <p:sp>
        <p:nvSpPr>
          <p:cNvPr id="16" name="Google Shape;6016;p44">
            <a:extLst>
              <a:ext uri="{FF2B5EF4-FFF2-40B4-BE49-F238E27FC236}">
                <a16:creationId xmlns:a16="http://schemas.microsoft.com/office/drawing/2014/main" id="{7B1A0095-04A9-EBA7-A141-2CB03793A08C}"/>
              </a:ext>
            </a:extLst>
          </p:cNvPr>
          <p:cNvSpPr txBox="1">
            <a:spLocks/>
          </p:cNvSpPr>
          <p:nvPr/>
        </p:nvSpPr>
        <p:spPr>
          <a:xfrm>
            <a:off x="6366847" y="2257551"/>
            <a:ext cx="2647722" cy="217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swald Light"/>
              <a:buChar char="●"/>
              <a:defRPr sz="1800" b="0" i="0" u="none" strike="noStrike" cap="none">
                <a:solidFill>
                  <a:schemeClr val="dk2"/>
                </a:solidFill>
                <a:latin typeface="Oswald Light"/>
                <a:ea typeface="Oswald Light"/>
                <a:cs typeface="Oswald Light"/>
                <a:sym typeface="Oswal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swald Light"/>
              <a:buChar char="○"/>
              <a:defRPr sz="1400" b="0" i="0" u="none" strike="noStrike" cap="none">
                <a:solidFill>
                  <a:schemeClr val="dk2"/>
                </a:solidFill>
                <a:latin typeface="Oswald Light"/>
                <a:ea typeface="Oswald Light"/>
                <a:cs typeface="Oswald Light"/>
                <a:sym typeface="Oswal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swald Light"/>
              <a:buChar char="■"/>
              <a:defRPr sz="1400" b="0" i="0" u="none" strike="noStrike" cap="none">
                <a:solidFill>
                  <a:schemeClr val="dk2"/>
                </a:solidFill>
                <a:latin typeface="Oswald Light"/>
                <a:ea typeface="Oswald Light"/>
                <a:cs typeface="Oswald Light"/>
                <a:sym typeface="Oswal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swald Light"/>
              <a:buChar char="●"/>
              <a:defRPr sz="1400" b="0" i="0" u="none" strike="noStrike" cap="none">
                <a:solidFill>
                  <a:schemeClr val="dk2"/>
                </a:solidFill>
                <a:latin typeface="Oswald Light"/>
                <a:ea typeface="Oswald Light"/>
                <a:cs typeface="Oswald Light"/>
                <a:sym typeface="Oswald Light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swald Light"/>
              <a:buChar char="○"/>
              <a:defRPr sz="1400" b="0" i="0" u="none" strike="noStrike" cap="none">
                <a:solidFill>
                  <a:schemeClr val="dk2"/>
                </a:solidFill>
                <a:latin typeface="Oswald Light"/>
                <a:ea typeface="Oswald Light"/>
                <a:cs typeface="Oswald Light"/>
                <a:sym typeface="Oswald Light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swald Light"/>
              <a:buChar char="■"/>
              <a:defRPr sz="1400" b="0" i="0" u="none" strike="noStrike" cap="none">
                <a:solidFill>
                  <a:schemeClr val="dk2"/>
                </a:solidFill>
                <a:latin typeface="Oswald Light"/>
                <a:ea typeface="Oswald Light"/>
                <a:cs typeface="Oswald Light"/>
                <a:sym typeface="Oswald Light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swald Light"/>
              <a:buChar char="●"/>
              <a:defRPr sz="1400" b="0" i="0" u="none" strike="noStrike" cap="none">
                <a:solidFill>
                  <a:schemeClr val="dk2"/>
                </a:solidFill>
                <a:latin typeface="Oswald Light"/>
                <a:ea typeface="Oswald Light"/>
                <a:cs typeface="Oswald Light"/>
                <a:sym typeface="Oswald Light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swald Light"/>
              <a:buChar char="○"/>
              <a:defRPr sz="1400" b="0" i="0" u="none" strike="noStrike" cap="none">
                <a:solidFill>
                  <a:schemeClr val="dk2"/>
                </a:solidFill>
                <a:latin typeface="Oswald Light"/>
                <a:ea typeface="Oswald Light"/>
                <a:cs typeface="Oswald Light"/>
                <a:sym typeface="Oswald Light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Oswald Light"/>
              <a:buChar char="■"/>
              <a:defRPr sz="1400" b="0" i="0" u="none" strike="noStrike" cap="none">
                <a:solidFill>
                  <a:schemeClr val="dk2"/>
                </a:solidFill>
                <a:latin typeface="Oswald Light"/>
                <a:ea typeface="Oswald Light"/>
                <a:cs typeface="Oswald Light"/>
                <a:sym typeface="Oswald Light"/>
              </a:defRPr>
            </a:lvl9pPr>
          </a:lstStyle>
          <a:p>
            <a:pPr marL="114300" indent="0">
              <a:buNone/>
            </a:pPr>
            <a:r>
              <a:rPr lang="en-US" sz="1600">
                <a:latin typeface="Asmatic"/>
              </a:rPr>
              <a:t>Rainfall is highly seasonal. Including the Month as a numerical feature helps the model learn monthly seasonality, crucial in Indian rainfall patterns (e.g., monsoon months vs dry months).</a:t>
            </a:r>
            <a:endParaRPr lang="en-US" sz="1400">
              <a:latin typeface="Asmatic"/>
            </a:endParaRPr>
          </a:p>
          <a:p>
            <a:pPr marL="0" indent="0">
              <a:lnSpc>
                <a:spcPct val="100000"/>
              </a:lnSpc>
              <a:spcAft>
                <a:spcPts val="1600"/>
              </a:spcAft>
              <a:buFont typeface="Oswald Light"/>
              <a:buNone/>
            </a:pPr>
            <a:endParaRPr lang="en-US" sz="16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6" name="Google Shape;6116;p45"/>
          <p:cNvSpPr/>
          <p:nvPr/>
        </p:nvSpPr>
        <p:spPr>
          <a:xfrm>
            <a:off x="0" y="3799926"/>
            <a:ext cx="4258365" cy="389865"/>
          </a:xfrm>
          <a:custGeom>
            <a:avLst/>
            <a:gdLst/>
            <a:ahLst/>
            <a:cxnLst/>
            <a:rect l="l" t="t" r="r" b="b"/>
            <a:pathLst>
              <a:path w="272511" h="143593" extrusionOk="0">
                <a:moveTo>
                  <a:pt x="251027" y="1"/>
                </a:moveTo>
                <a:cubicBezTo>
                  <a:pt x="245294" y="1"/>
                  <a:pt x="237572" y="381"/>
                  <a:pt x="227184" y="1118"/>
                </a:cubicBezTo>
                <a:cubicBezTo>
                  <a:pt x="222766" y="1431"/>
                  <a:pt x="215826" y="1538"/>
                  <a:pt x="208362" y="1538"/>
                </a:cubicBezTo>
                <a:cubicBezTo>
                  <a:pt x="195627" y="1538"/>
                  <a:pt x="181370" y="1225"/>
                  <a:pt x="175522" y="1083"/>
                </a:cubicBezTo>
                <a:cubicBezTo>
                  <a:pt x="174989" y="1069"/>
                  <a:pt x="173989" y="1063"/>
                  <a:pt x="172589" y="1063"/>
                </a:cubicBezTo>
                <a:cubicBezTo>
                  <a:pt x="157097" y="1063"/>
                  <a:pt x="92556" y="1810"/>
                  <a:pt x="67749" y="1810"/>
                </a:cubicBezTo>
                <a:cubicBezTo>
                  <a:pt x="64700" y="1810"/>
                  <a:pt x="62251" y="1799"/>
                  <a:pt x="60567" y="1773"/>
                </a:cubicBezTo>
                <a:cubicBezTo>
                  <a:pt x="46982" y="1571"/>
                  <a:pt x="33386" y="1368"/>
                  <a:pt x="19800" y="1166"/>
                </a:cubicBezTo>
                <a:cubicBezTo>
                  <a:pt x="17432" y="1135"/>
                  <a:pt x="14473" y="590"/>
                  <a:pt x="11780" y="590"/>
                </a:cubicBezTo>
                <a:cubicBezTo>
                  <a:pt x="9383" y="590"/>
                  <a:pt x="7196" y="1021"/>
                  <a:pt x="5823" y="2631"/>
                </a:cubicBezTo>
                <a:cubicBezTo>
                  <a:pt x="4287" y="4428"/>
                  <a:pt x="4334" y="8857"/>
                  <a:pt x="4656" y="11203"/>
                </a:cubicBezTo>
                <a:cubicBezTo>
                  <a:pt x="9073" y="43898"/>
                  <a:pt x="0" y="111168"/>
                  <a:pt x="4656" y="141183"/>
                </a:cubicBezTo>
                <a:cubicBezTo>
                  <a:pt x="4906" y="142791"/>
                  <a:pt x="7144" y="142993"/>
                  <a:pt x="8763" y="143076"/>
                </a:cubicBezTo>
                <a:cubicBezTo>
                  <a:pt x="16269" y="143444"/>
                  <a:pt x="22992" y="143592"/>
                  <a:pt x="29104" y="143592"/>
                </a:cubicBezTo>
                <a:cubicBezTo>
                  <a:pt x="54639" y="143592"/>
                  <a:pt x="69514" y="141003"/>
                  <a:pt x="86318" y="141003"/>
                </a:cubicBezTo>
                <a:cubicBezTo>
                  <a:pt x="90106" y="141003"/>
                  <a:pt x="93992" y="141135"/>
                  <a:pt x="98120" y="141457"/>
                </a:cubicBezTo>
                <a:cubicBezTo>
                  <a:pt x="109441" y="142339"/>
                  <a:pt x="120783" y="142673"/>
                  <a:pt x="132134" y="142673"/>
                </a:cubicBezTo>
                <a:cubicBezTo>
                  <a:pt x="152645" y="142673"/>
                  <a:pt x="173184" y="141583"/>
                  <a:pt x="193679" y="140671"/>
                </a:cubicBezTo>
                <a:cubicBezTo>
                  <a:pt x="194430" y="140638"/>
                  <a:pt x="195267" y="140623"/>
                  <a:pt x="196181" y="140623"/>
                </a:cubicBezTo>
                <a:cubicBezTo>
                  <a:pt x="207210" y="140623"/>
                  <a:pt x="229426" y="142867"/>
                  <a:pt x="245705" y="142867"/>
                </a:cubicBezTo>
                <a:cubicBezTo>
                  <a:pt x="255508" y="142867"/>
                  <a:pt x="263157" y="142053"/>
                  <a:pt x="264914" y="139445"/>
                </a:cubicBezTo>
                <a:cubicBezTo>
                  <a:pt x="272511" y="128170"/>
                  <a:pt x="267462" y="96213"/>
                  <a:pt x="268034" y="81259"/>
                </a:cubicBezTo>
                <a:cubicBezTo>
                  <a:pt x="269272" y="49362"/>
                  <a:pt x="268332" y="42707"/>
                  <a:pt x="267308" y="7107"/>
                </a:cubicBezTo>
                <a:cubicBezTo>
                  <a:pt x="267164" y="2261"/>
                  <a:pt x="265009" y="1"/>
                  <a:pt x="251027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000">
              <a:solidFill>
                <a:srgbClr val="EE6137"/>
              </a:solidFill>
              <a:latin typeface="Barrio"/>
              <a:ea typeface="Barrio"/>
              <a:cs typeface="Barrio"/>
              <a:sym typeface="Barrio"/>
            </a:endParaRPr>
          </a:p>
        </p:txBody>
      </p:sp>
      <p:sp>
        <p:nvSpPr>
          <p:cNvPr id="6117" name="Google Shape;6117;p45"/>
          <p:cNvSpPr/>
          <p:nvPr/>
        </p:nvSpPr>
        <p:spPr>
          <a:xfrm>
            <a:off x="551781" y="109489"/>
            <a:ext cx="8040437" cy="530576"/>
          </a:xfrm>
          <a:custGeom>
            <a:avLst/>
            <a:gdLst/>
            <a:ahLst/>
            <a:cxnLst/>
            <a:rect l="l" t="t" r="r" b="b"/>
            <a:pathLst>
              <a:path w="272511" h="143593" extrusionOk="0">
                <a:moveTo>
                  <a:pt x="251027" y="1"/>
                </a:moveTo>
                <a:cubicBezTo>
                  <a:pt x="245294" y="1"/>
                  <a:pt x="237572" y="381"/>
                  <a:pt x="227184" y="1118"/>
                </a:cubicBezTo>
                <a:cubicBezTo>
                  <a:pt x="222766" y="1431"/>
                  <a:pt x="215826" y="1538"/>
                  <a:pt x="208362" y="1538"/>
                </a:cubicBezTo>
                <a:cubicBezTo>
                  <a:pt x="195627" y="1538"/>
                  <a:pt x="181370" y="1225"/>
                  <a:pt x="175522" y="1083"/>
                </a:cubicBezTo>
                <a:cubicBezTo>
                  <a:pt x="174989" y="1069"/>
                  <a:pt x="173989" y="1063"/>
                  <a:pt x="172589" y="1063"/>
                </a:cubicBezTo>
                <a:cubicBezTo>
                  <a:pt x="157097" y="1063"/>
                  <a:pt x="92556" y="1810"/>
                  <a:pt x="67749" y="1810"/>
                </a:cubicBezTo>
                <a:cubicBezTo>
                  <a:pt x="64700" y="1810"/>
                  <a:pt x="62251" y="1799"/>
                  <a:pt x="60567" y="1773"/>
                </a:cubicBezTo>
                <a:cubicBezTo>
                  <a:pt x="46982" y="1571"/>
                  <a:pt x="33386" y="1368"/>
                  <a:pt x="19800" y="1166"/>
                </a:cubicBezTo>
                <a:cubicBezTo>
                  <a:pt x="17432" y="1135"/>
                  <a:pt x="14473" y="590"/>
                  <a:pt x="11780" y="590"/>
                </a:cubicBezTo>
                <a:cubicBezTo>
                  <a:pt x="9383" y="590"/>
                  <a:pt x="7196" y="1021"/>
                  <a:pt x="5823" y="2631"/>
                </a:cubicBezTo>
                <a:cubicBezTo>
                  <a:pt x="4287" y="4428"/>
                  <a:pt x="4334" y="8857"/>
                  <a:pt x="4656" y="11203"/>
                </a:cubicBezTo>
                <a:cubicBezTo>
                  <a:pt x="9073" y="43898"/>
                  <a:pt x="0" y="111168"/>
                  <a:pt x="4656" y="141183"/>
                </a:cubicBezTo>
                <a:cubicBezTo>
                  <a:pt x="4906" y="142791"/>
                  <a:pt x="7144" y="142993"/>
                  <a:pt x="8763" y="143076"/>
                </a:cubicBezTo>
                <a:cubicBezTo>
                  <a:pt x="16269" y="143444"/>
                  <a:pt x="22992" y="143592"/>
                  <a:pt x="29104" y="143592"/>
                </a:cubicBezTo>
                <a:cubicBezTo>
                  <a:pt x="54639" y="143592"/>
                  <a:pt x="69514" y="141003"/>
                  <a:pt x="86318" y="141003"/>
                </a:cubicBezTo>
                <a:cubicBezTo>
                  <a:pt x="90106" y="141003"/>
                  <a:pt x="93992" y="141135"/>
                  <a:pt x="98120" y="141457"/>
                </a:cubicBezTo>
                <a:cubicBezTo>
                  <a:pt x="109441" y="142339"/>
                  <a:pt x="120783" y="142673"/>
                  <a:pt x="132134" y="142673"/>
                </a:cubicBezTo>
                <a:cubicBezTo>
                  <a:pt x="152645" y="142673"/>
                  <a:pt x="173184" y="141583"/>
                  <a:pt x="193679" y="140671"/>
                </a:cubicBezTo>
                <a:cubicBezTo>
                  <a:pt x="194430" y="140638"/>
                  <a:pt x="195267" y="140623"/>
                  <a:pt x="196181" y="140623"/>
                </a:cubicBezTo>
                <a:cubicBezTo>
                  <a:pt x="207210" y="140623"/>
                  <a:pt x="229426" y="142867"/>
                  <a:pt x="245705" y="142867"/>
                </a:cubicBezTo>
                <a:cubicBezTo>
                  <a:pt x="255508" y="142867"/>
                  <a:pt x="263157" y="142053"/>
                  <a:pt x="264914" y="139445"/>
                </a:cubicBezTo>
                <a:cubicBezTo>
                  <a:pt x="272511" y="128170"/>
                  <a:pt x="267462" y="96213"/>
                  <a:pt x="268034" y="81259"/>
                </a:cubicBezTo>
                <a:cubicBezTo>
                  <a:pt x="269272" y="49362"/>
                  <a:pt x="268332" y="42707"/>
                  <a:pt x="267308" y="7107"/>
                </a:cubicBezTo>
                <a:cubicBezTo>
                  <a:pt x="267164" y="2261"/>
                  <a:pt x="265009" y="1"/>
                  <a:pt x="251027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000">
              <a:solidFill>
                <a:srgbClr val="EE6137"/>
              </a:solidFill>
              <a:latin typeface="Barrio"/>
              <a:ea typeface="Barrio"/>
              <a:cs typeface="Barrio"/>
              <a:sym typeface="Barrio"/>
            </a:endParaRPr>
          </a:p>
        </p:txBody>
      </p:sp>
      <p:sp>
        <p:nvSpPr>
          <p:cNvPr id="6118" name="Google Shape;6118;p45"/>
          <p:cNvSpPr txBox="1">
            <a:spLocks noGrp="1"/>
          </p:cNvSpPr>
          <p:nvPr>
            <p:ph type="title"/>
          </p:nvPr>
        </p:nvSpPr>
        <p:spPr>
          <a:xfrm>
            <a:off x="720000" y="132377"/>
            <a:ext cx="77040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Visualization with Engineered Features</a:t>
            </a:r>
            <a:endParaRPr/>
          </a:p>
        </p:txBody>
      </p:sp>
      <p:grpSp>
        <p:nvGrpSpPr>
          <p:cNvPr id="2" name="Google Shape;5955;p40">
            <a:extLst>
              <a:ext uri="{FF2B5EF4-FFF2-40B4-BE49-F238E27FC236}">
                <a16:creationId xmlns:a16="http://schemas.microsoft.com/office/drawing/2014/main" id="{06B43E7F-AF01-2CC0-EACC-4054303F3D9D}"/>
              </a:ext>
            </a:extLst>
          </p:cNvPr>
          <p:cNvGrpSpPr/>
          <p:nvPr/>
        </p:nvGrpSpPr>
        <p:grpSpPr>
          <a:xfrm>
            <a:off x="199612" y="815297"/>
            <a:ext cx="3774191" cy="2597666"/>
            <a:chOff x="4572600" y="1047375"/>
            <a:chExt cx="3571200" cy="2931500"/>
          </a:xfrm>
        </p:grpSpPr>
        <p:sp>
          <p:nvSpPr>
            <p:cNvPr id="3" name="Google Shape;5956;p40">
              <a:extLst>
                <a:ext uri="{FF2B5EF4-FFF2-40B4-BE49-F238E27FC236}">
                  <a16:creationId xmlns:a16="http://schemas.microsoft.com/office/drawing/2014/main" id="{9EF49118-B720-DFE1-F108-2B9CE7A75CD0}"/>
                </a:ext>
              </a:extLst>
            </p:cNvPr>
            <p:cNvSpPr/>
            <p:nvPr/>
          </p:nvSpPr>
          <p:spPr>
            <a:xfrm>
              <a:off x="5778750" y="3201137"/>
              <a:ext cx="1158900" cy="761100"/>
            </a:xfrm>
            <a:prstGeom prst="trapezoid">
              <a:avLst>
                <a:gd name="adj" fmla="val 76133"/>
              </a:avLst>
            </a:prstGeom>
            <a:solidFill>
              <a:schemeClr val="l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5957;p40">
              <a:extLst>
                <a:ext uri="{FF2B5EF4-FFF2-40B4-BE49-F238E27FC236}">
                  <a16:creationId xmlns:a16="http://schemas.microsoft.com/office/drawing/2014/main" id="{9FF06C79-2959-EA90-E5D2-8285F36A87C2}"/>
                </a:ext>
              </a:extLst>
            </p:cNvPr>
            <p:cNvSpPr/>
            <p:nvPr/>
          </p:nvSpPr>
          <p:spPr>
            <a:xfrm>
              <a:off x="4572600" y="1047375"/>
              <a:ext cx="3571200" cy="2421300"/>
            </a:xfrm>
            <a:prstGeom prst="roundRect">
              <a:avLst>
                <a:gd name="adj" fmla="val 5690"/>
              </a:avLst>
            </a:prstGeom>
            <a:solidFill>
              <a:schemeClr val="l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5958;p40">
              <a:extLst>
                <a:ext uri="{FF2B5EF4-FFF2-40B4-BE49-F238E27FC236}">
                  <a16:creationId xmlns:a16="http://schemas.microsoft.com/office/drawing/2014/main" id="{484F69F7-CC07-ACCD-0095-FF6B3550400F}"/>
                </a:ext>
              </a:extLst>
            </p:cNvPr>
            <p:cNvSpPr/>
            <p:nvPr/>
          </p:nvSpPr>
          <p:spPr>
            <a:xfrm>
              <a:off x="5713500" y="3884975"/>
              <a:ext cx="1289400" cy="9390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" name="Google Shape;5955;p40">
            <a:extLst>
              <a:ext uri="{FF2B5EF4-FFF2-40B4-BE49-F238E27FC236}">
                <a16:creationId xmlns:a16="http://schemas.microsoft.com/office/drawing/2014/main" id="{B3084EBA-6945-4B44-9664-A6D402B93756}"/>
              </a:ext>
            </a:extLst>
          </p:cNvPr>
          <p:cNvGrpSpPr/>
          <p:nvPr/>
        </p:nvGrpSpPr>
        <p:grpSpPr>
          <a:xfrm>
            <a:off x="4818027" y="815297"/>
            <a:ext cx="3774191" cy="2597666"/>
            <a:chOff x="4572600" y="1047375"/>
            <a:chExt cx="3571200" cy="2931500"/>
          </a:xfrm>
        </p:grpSpPr>
        <p:sp>
          <p:nvSpPr>
            <p:cNvPr id="7" name="Google Shape;5956;p40">
              <a:extLst>
                <a:ext uri="{FF2B5EF4-FFF2-40B4-BE49-F238E27FC236}">
                  <a16:creationId xmlns:a16="http://schemas.microsoft.com/office/drawing/2014/main" id="{1B1312DD-80AA-48B0-8604-C65F05A3092B}"/>
                </a:ext>
              </a:extLst>
            </p:cNvPr>
            <p:cNvSpPr/>
            <p:nvPr/>
          </p:nvSpPr>
          <p:spPr>
            <a:xfrm>
              <a:off x="5778750" y="3201137"/>
              <a:ext cx="1158900" cy="761100"/>
            </a:xfrm>
            <a:prstGeom prst="trapezoid">
              <a:avLst>
                <a:gd name="adj" fmla="val 76133"/>
              </a:avLst>
            </a:prstGeom>
            <a:solidFill>
              <a:schemeClr val="l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5957;p40">
              <a:extLst>
                <a:ext uri="{FF2B5EF4-FFF2-40B4-BE49-F238E27FC236}">
                  <a16:creationId xmlns:a16="http://schemas.microsoft.com/office/drawing/2014/main" id="{04B89904-3FEE-3264-6886-2513B2ECE302}"/>
                </a:ext>
              </a:extLst>
            </p:cNvPr>
            <p:cNvSpPr/>
            <p:nvPr/>
          </p:nvSpPr>
          <p:spPr>
            <a:xfrm>
              <a:off x="4572600" y="1047375"/>
              <a:ext cx="3571200" cy="2421300"/>
            </a:xfrm>
            <a:prstGeom prst="roundRect">
              <a:avLst>
                <a:gd name="adj" fmla="val 5690"/>
              </a:avLst>
            </a:prstGeom>
            <a:solidFill>
              <a:schemeClr val="l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5958;p40">
              <a:extLst>
                <a:ext uri="{FF2B5EF4-FFF2-40B4-BE49-F238E27FC236}">
                  <a16:creationId xmlns:a16="http://schemas.microsoft.com/office/drawing/2014/main" id="{B1A4C3B6-7DD1-FE7E-03D1-01BBF2D05EBC}"/>
                </a:ext>
              </a:extLst>
            </p:cNvPr>
            <p:cNvSpPr/>
            <p:nvPr/>
          </p:nvSpPr>
          <p:spPr>
            <a:xfrm>
              <a:off x="5713500" y="3884975"/>
              <a:ext cx="1289400" cy="9390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" name="Google Shape;6116;p45">
            <a:extLst>
              <a:ext uri="{FF2B5EF4-FFF2-40B4-BE49-F238E27FC236}">
                <a16:creationId xmlns:a16="http://schemas.microsoft.com/office/drawing/2014/main" id="{6D021DAF-2CF9-482E-8AF7-11AF2849A354}"/>
              </a:ext>
            </a:extLst>
          </p:cNvPr>
          <p:cNvSpPr/>
          <p:nvPr/>
        </p:nvSpPr>
        <p:spPr>
          <a:xfrm>
            <a:off x="4587241" y="3781856"/>
            <a:ext cx="4556759" cy="411751"/>
          </a:xfrm>
          <a:custGeom>
            <a:avLst/>
            <a:gdLst/>
            <a:ahLst/>
            <a:cxnLst/>
            <a:rect l="l" t="t" r="r" b="b"/>
            <a:pathLst>
              <a:path w="272511" h="143593" extrusionOk="0">
                <a:moveTo>
                  <a:pt x="251027" y="1"/>
                </a:moveTo>
                <a:cubicBezTo>
                  <a:pt x="245294" y="1"/>
                  <a:pt x="237572" y="381"/>
                  <a:pt x="227184" y="1118"/>
                </a:cubicBezTo>
                <a:cubicBezTo>
                  <a:pt x="222766" y="1431"/>
                  <a:pt x="215826" y="1538"/>
                  <a:pt x="208362" y="1538"/>
                </a:cubicBezTo>
                <a:cubicBezTo>
                  <a:pt x="195627" y="1538"/>
                  <a:pt x="181370" y="1225"/>
                  <a:pt x="175522" y="1083"/>
                </a:cubicBezTo>
                <a:cubicBezTo>
                  <a:pt x="174989" y="1069"/>
                  <a:pt x="173989" y="1063"/>
                  <a:pt x="172589" y="1063"/>
                </a:cubicBezTo>
                <a:cubicBezTo>
                  <a:pt x="157097" y="1063"/>
                  <a:pt x="92556" y="1810"/>
                  <a:pt x="67749" y="1810"/>
                </a:cubicBezTo>
                <a:cubicBezTo>
                  <a:pt x="64700" y="1810"/>
                  <a:pt x="62251" y="1799"/>
                  <a:pt x="60567" y="1773"/>
                </a:cubicBezTo>
                <a:cubicBezTo>
                  <a:pt x="46982" y="1571"/>
                  <a:pt x="33386" y="1368"/>
                  <a:pt x="19800" y="1166"/>
                </a:cubicBezTo>
                <a:cubicBezTo>
                  <a:pt x="17432" y="1135"/>
                  <a:pt x="14473" y="590"/>
                  <a:pt x="11780" y="590"/>
                </a:cubicBezTo>
                <a:cubicBezTo>
                  <a:pt x="9383" y="590"/>
                  <a:pt x="7196" y="1021"/>
                  <a:pt x="5823" y="2631"/>
                </a:cubicBezTo>
                <a:cubicBezTo>
                  <a:pt x="4287" y="4428"/>
                  <a:pt x="4334" y="8857"/>
                  <a:pt x="4656" y="11203"/>
                </a:cubicBezTo>
                <a:cubicBezTo>
                  <a:pt x="9073" y="43898"/>
                  <a:pt x="0" y="111168"/>
                  <a:pt x="4656" y="141183"/>
                </a:cubicBezTo>
                <a:cubicBezTo>
                  <a:pt x="4906" y="142791"/>
                  <a:pt x="7144" y="142993"/>
                  <a:pt x="8763" y="143076"/>
                </a:cubicBezTo>
                <a:cubicBezTo>
                  <a:pt x="16269" y="143444"/>
                  <a:pt x="22992" y="143592"/>
                  <a:pt x="29104" y="143592"/>
                </a:cubicBezTo>
                <a:cubicBezTo>
                  <a:pt x="54639" y="143592"/>
                  <a:pt x="69514" y="141003"/>
                  <a:pt x="86318" y="141003"/>
                </a:cubicBezTo>
                <a:cubicBezTo>
                  <a:pt x="90106" y="141003"/>
                  <a:pt x="93992" y="141135"/>
                  <a:pt x="98120" y="141457"/>
                </a:cubicBezTo>
                <a:cubicBezTo>
                  <a:pt x="109441" y="142339"/>
                  <a:pt x="120783" y="142673"/>
                  <a:pt x="132134" y="142673"/>
                </a:cubicBezTo>
                <a:cubicBezTo>
                  <a:pt x="152645" y="142673"/>
                  <a:pt x="173184" y="141583"/>
                  <a:pt x="193679" y="140671"/>
                </a:cubicBezTo>
                <a:cubicBezTo>
                  <a:pt x="194430" y="140638"/>
                  <a:pt x="195267" y="140623"/>
                  <a:pt x="196181" y="140623"/>
                </a:cubicBezTo>
                <a:cubicBezTo>
                  <a:pt x="207210" y="140623"/>
                  <a:pt x="229426" y="142867"/>
                  <a:pt x="245705" y="142867"/>
                </a:cubicBezTo>
                <a:cubicBezTo>
                  <a:pt x="255508" y="142867"/>
                  <a:pt x="263157" y="142053"/>
                  <a:pt x="264914" y="139445"/>
                </a:cubicBezTo>
                <a:cubicBezTo>
                  <a:pt x="272511" y="128170"/>
                  <a:pt x="267462" y="96213"/>
                  <a:pt x="268034" y="81259"/>
                </a:cubicBezTo>
                <a:cubicBezTo>
                  <a:pt x="269272" y="49362"/>
                  <a:pt x="268332" y="42707"/>
                  <a:pt x="267308" y="7107"/>
                </a:cubicBezTo>
                <a:cubicBezTo>
                  <a:pt x="267164" y="2261"/>
                  <a:pt x="265009" y="1"/>
                  <a:pt x="251027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000">
              <a:solidFill>
                <a:srgbClr val="EE6137"/>
              </a:solidFill>
              <a:latin typeface="Barrio"/>
              <a:ea typeface="Barrio"/>
              <a:cs typeface="Barrio"/>
              <a:sym typeface="Barrio"/>
            </a:endParaRPr>
          </a:p>
        </p:txBody>
      </p:sp>
      <p:sp>
        <p:nvSpPr>
          <p:cNvPr id="11" name="Google Shape;5953;p40">
            <a:extLst>
              <a:ext uri="{FF2B5EF4-FFF2-40B4-BE49-F238E27FC236}">
                <a16:creationId xmlns:a16="http://schemas.microsoft.com/office/drawing/2014/main" id="{57279D78-4266-C719-FAD1-5FA0F58AE15C}"/>
              </a:ext>
            </a:extLst>
          </p:cNvPr>
          <p:cNvSpPr txBox="1">
            <a:spLocks/>
          </p:cNvSpPr>
          <p:nvPr/>
        </p:nvSpPr>
        <p:spPr>
          <a:xfrm>
            <a:off x="56888" y="3767111"/>
            <a:ext cx="4059637" cy="389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matic SC"/>
              <a:buNone/>
              <a:defRPr sz="40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matic SC"/>
              <a:buNone/>
              <a:defRPr sz="30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matic SC"/>
              <a:buNone/>
              <a:defRPr sz="30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matic SC"/>
              <a:buNone/>
              <a:defRPr sz="30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matic SC"/>
              <a:buNone/>
              <a:defRPr sz="30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matic SC"/>
              <a:buNone/>
              <a:defRPr sz="30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matic SC"/>
              <a:buNone/>
              <a:defRPr sz="30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matic SC"/>
              <a:buNone/>
              <a:defRPr sz="30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matic SC"/>
              <a:buNone/>
              <a:defRPr sz="30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9pPr>
          </a:lstStyle>
          <a:p>
            <a:pPr algn="l"/>
            <a:r>
              <a:rPr lang="en-US" sz="1800">
                <a:latin typeface="Asmatic"/>
              </a:rPr>
              <a:t>Rainfall and Long-Term Trend Over Time</a:t>
            </a:r>
          </a:p>
        </p:txBody>
      </p:sp>
      <p:sp>
        <p:nvSpPr>
          <p:cNvPr id="12" name="Google Shape;5953;p40">
            <a:extLst>
              <a:ext uri="{FF2B5EF4-FFF2-40B4-BE49-F238E27FC236}">
                <a16:creationId xmlns:a16="http://schemas.microsoft.com/office/drawing/2014/main" id="{434D0F40-B824-9FFC-DCD6-5466062C2621}"/>
              </a:ext>
            </a:extLst>
          </p:cNvPr>
          <p:cNvSpPr txBox="1">
            <a:spLocks/>
          </p:cNvSpPr>
          <p:nvPr/>
        </p:nvSpPr>
        <p:spPr>
          <a:xfrm>
            <a:off x="4671669" y="3799926"/>
            <a:ext cx="4663440" cy="393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matic SC"/>
              <a:buNone/>
              <a:defRPr sz="40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matic SC"/>
              <a:buNone/>
              <a:defRPr sz="30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matic SC"/>
              <a:buNone/>
              <a:defRPr sz="30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matic SC"/>
              <a:buNone/>
              <a:defRPr sz="30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matic SC"/>
              <a:buNone/>
              <a:defRPr sz="30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matic SC"/>
              <a:buNone/>
              <a:defRPr sz="30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matic SC"/>
              <a:buNone/>
              <a:defRPr sz="30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matic SC"/>
              <a:buNone/>
              <a:defRPr sz="30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matic SC"/>
              <a:buNone/>
              <a:defRPr sz="30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9pPr>
          </a:lstStyle>
          <a:p>
            <a:pPr algn="l"/>
            <a:r>
              <a:rPr lang="en-US" sz="1800">
                <a:latin typeface="Asmatic"/>
              </a:rPr>
              <a:t>Rainfall vs. 3-Month Rollling Mean by Month</a:t>
            </a:r>
            <a:endParaRPr lang="en-US" sz="2800">
              <a:latin typeface="Asmatic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70549BF-29FB-79EA-C95A-4E98C30FDC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229" y="932300"/>
            <a:ext cx="3578958" cy="191156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AFF0CA7-EB54-B75F-E53A-E9D687AFB8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8310" y="949893"/>
            <a:ext cx="3547990" cy="190702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9" name="Google Shape;6339;p46"/>
          <p:cNvSpPr/>
          <p:nvPr/>
        </p:nvSpPr>
        <p:spPr>
          <a:xfrm>
            <a:off x="525898" y="87118"/>
            <a:ext cx="8040437" cy="530576"/>
          </a:xfrm>
          <a:custGeom>
            <a:avLst/>
            <a:gdLst/>
            <a:ahLst/>
            <a:cxnLst/>
            <a:rect l="l" t="t" r="r" b="b"/>
            <a:pathLst>
              <a:path w="272511" h="143593" extrusionOk="0">
                <a:moveTo>
                  <a:pt x="251027" y="1"/>
                </a:moveTo>
                <a:cubicBezTo>
                  <a:pt x="245294" y="1"/>
                  <a:pt x="237572" y="381"/>
                  <a:pt x="227184" y="1118"/>
                </a:cubicBezTo>
                <a:cubicBezTo>
                  <a:pt x="222766" y="1431"/>
                  <a:pt x="215826" y="1538"/>
                  <a:pt x="208362" y="1538"/>
                </a:cubicBezTo>
                <a:cubicBezTo>
                  <a:pt x="195627" y="1538"/>
                  <a:pt x="181370" y="1225"/>
                  <a:pt x="175522" y="1083"/>
                </a:cubicBezTo>
                <a:cubicBezTo>
                  <a:pt x="174989" y="1069"/>
                  <a:pt x="173989" y="1063"/>
                  <a:pt x="172589" y="1063"/>
                </a:cubicBezTo>
                <a:cubicBezTo>
                  <a:pt x="157097" y="1063"/>
                  <a:pt x="92556" y="1810"/>
                  <a:pt x="67749" y="1810"/>
                </a:cubicBezTo>
                <a:cubicBezTo>
                  <a:pt x="64700" y="1810"/>
                  <a:pt x="62251" y="1799"/>
                  <a:pt x="60567" y="1773"/>
                </a:cubicBezTo>
                <a:cubicBezTo>
                  <a:pt x="46982" y="1571"/>
                  <a:pt x="33386" y="1368"/>
                  <a:pt x="19800" y="1166"/>
                </a:cubicBezTo>
                <a:cubicBezTo>
                  <a:pt x="17432" y="1135"/>
                  <a:pt x="14473" y="590"/>
                  <a:pt x="11780" y="590"/>
                </a:cubicBezTo>
                <a:cubicBezTo>
                  <a:pt x="9383" y="590"/>
                  <a:pt x="7196" y="1021"/>
                  <a:pt x="5823" y="2631"/>
                </a:cubicBezTo>
                <a:cubicBezTo>
                  <a:pt x="4287" y="4428"/>
                  <a:pt x="4334" y="8857"/>
                  <a:pt x="4656" y="11203"/>
                </a:cubicBezTo>
                <a:cubicBezTo>
                  <a:pt x="9073" y="43898"/>
                  <a:pt x="0" y="111168"/>
                  <a:pt x="4656" y="141183"/>
                </a:cubicBezTo>
                <a:cubicBezTo>
                  <a:pt x="4906" y="142791"/>
                  <a:pt x="7144" y="142993"/>
                  <a:pt x="8763" y="143076"/>
                </a:cubicBezTo>
                <a:cubicBezTo>
                  <a:pt x="16269" y="143444"/>
                  <a:pt x="22992" y="143592"/>
                  <a:pt x="29104" y="143592"/>
                </a:cubicBezTo>
                <a:cubicBezTo>
                  <a:pt x="54639" y="143592"/>
                  <a:pt x="69514" y="141003"/>
                  <a:pt x="86318" y="141003"/>
                </a:cubicBezTo>
                <a:cubicBezTo>
                  <a:pt x="90106" y="141003"/>
                  <a:pt x="93992" y="141135"/>
                  <a:pt x="98120" y="141457"/>
                </a:cubicBezTo>
                <a:cubicBezTo>
                  <a:pt x="109441" y="142339"/>
                  <a:pt x="120783" y="142673"/>
                  <a:pt x="132134" y="142673"/>
                </a:cubicBezTo>
                <a:cubicBezTo>
                  <a:pt x="152645" y="142673"/>
                  <a:pt x="173184" y="141583"/>
                  <a:pt x="193679" y="140671"/>
                </a:cubicBezTo>
                <a:cubicBezTo>
                  <a:pt x="194430" y="140638"/>
                  <a:pt x="195267" y="140623"/>
                  <a:pt x="196181" y="140623"/>
                </a:cubicBezTo>
                <a:cubicBezTo>
                  <a:pt x="207210" y="140623"/>
                  <a:pt x="229426" y="142867"/>
                  <a:pt x="245705" y="142867"/>
                </a:cubicBezTo>
                <a:cubicBezTo>
                  <a:pt x="255508" y="142867"/>
                  <a:pt x="263157" y="142053"/>
                  <a:pt x="264914" y="139445"/>
                </a:cubicBezTo>
                <a:cubicBezTo>
                  <a:pt x="272511" y="128170"/>
                  <a:pt x="267462" y="96213"/>
                  <a:pt x="268034" y="81259"/>
                </a:cubicBezTo>
                <a:cubicBezTo>
                  <a:pt x="269272" y="49362"/>
                  <a:pt x="268332" y="42707"/>
                  <a:pt x="267308" y="7107"/>
                </a:cubicBezTo>
                <a:cubicBezTo>
                  <a:pt x="267164" y="2261"/>
                  <a:pt x="265009" y="1"/>
                  <a:pt x="251027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000">
              <a:solidFill>
                <a:srgbClr val="EE6137"/>
              </a:solidFill>
              <a:latin typeface="Barrio"/>
              <a:ea typeface="Barrio"/>
              <a:cs typeface="Barrio"/>
              <a:sym typeface="Barrio"/>
            </a:endParaRPr>
          </a:p>
        </p:txBody>
      </p:sp>
      <p:sp>
        <p:nvSpPr>
          <p:cNvPr id="6340" name="Google Shape;6340;p46"/>
          <p:cNvSpPr txBox="1">
            <a:spLocks noGrp="1"/>
          </p:cNvSpPr>
          <p:nvPr>
            <p:ph type="title"/>
          </p:nvPr>
        </p:nvSpPr>
        <p:spPr>
          <a:xfrm>
            <a:off x="577665" y="132894"/>
            <a:ext cx="77040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Building</a:t>
            </a:r>
            <a:endParaRPr/>
          </a:p>
        </p:txBody>
      </p:sp>
      <p:sp>
        <p:nvSpPr>
          <p:cNvPr id="6341" name="Google Shape;6341;p46"/>
          <p:cNvSpPr/>
          <p:nvPr/>
        </p:nvSpPr>
        <p:spPr>
          <a:xfrm>
            <a:off x="357412" y="1582783"/>
            <a:ext cx="8429175" cy="3415305"/>
          </a:xfrm>
          <a:custGeom>
            <a:avLst/>
            <a:gdLst/>
            <a:ahLst/>
            <a:cxnLst/>
            <a:rect l="l" t="t" r="r" b="b"/>
            <a:pathLst>
              <a:path w="272511" h="143593" extrusionOk="0">
                <a:moveTo>
                  <a:pt x="251027" y="1"/>
                </a:moveTo>
                <a:cubicBezTo>
                  <a:pt x="245294" y="1"/>
                  <a:pt x="237572" y="381"/>
                  <a:pt x="227184" y="1118"/>
                </a:cubicBezTo>
                <a:cubicBezTo>
                  <a:pt x="222766" y="1431"/>
                  <a:pt x="215826" y="1538"/>
                  <a:pt x="208362" y="1538"/>
                </a:cubicBezTo>
                <a:cubicBezTo>
                  <a:pt x="195627" y="1538"/>
                  <a:pt x="181370" y="1225"/>
                  <a:pt x="175522" y="1083"/>
                </a:cubicBezTo>
                <a:cubicBezTo>
                  <a:pt x="174989" y="1069"/>
                  <a:pt x="173989" y="1063"/>
                  <a:pt x="172589" y="1063"/>
                </a:cubicBezTo>
                <a:cubicBezTo>
                  <a:pt x="157097" y="1063"/>
                  <a:pt x="92556" y="1810"/>
                  <a:pt x="67749" y="1810"/>
                </a:cubicBezTo>
                <a:cubicBezTo>
                  <a:pt x="64700" y="1810"/>
                  <a:pt x="62251" y="1799"/>
                  <a:pt x="60567" y="1773"/>
                </a:cubicBezTo>
                <a:cubicBezTo>
                  <a:pt x="46982" y="1571"/>
                  <a:pt x="33386" y="1368"/>
                  <a:pt x="19800" y="1166"/>
                </a:cubicBezTo>
                <a:cubicBezTo>
                  <a:pt x="17432" y="1135"/>
                  <a:pt x="14473" y="590"/>
                  <a:pt x="11780" y="590"/>
                </a:cubicBezTo>
                <a:cubicBezTo>
                  <a:pt x="9383" y="590"/>
                  <a:pt x="7196" y="1021"/>
                  <a:pt x="5823" y="2631"/>
                </a:cubicBezTo>
                <a:cubicBezTo>
                  <a:pt x="4287" y="4428"/>
                  <a:pt x="4334" y="8857"/>
                  <a:pt x="4656" y="11203"/>
                </a:cubicBezTo>
                <a:cubicBezTo>
                  <a:pt x="9073" y="43898"/>
                  <a:pt x="0" y="111168"/>
                  <a:pt x="4656" y="141183"/>
                </a:cubicBezTo>
                <a:cubicBezTo>
                  <a:pt x="4906" y="142791"/>
                  <a:pt x="7144" y="142993"/>
                  <a:pt x="8763" y="143076"/>
                </a:cubicBezTo>
                <a:cubicBezTo>
                  <a:pt x="16269" y="143444"/>
                  <a:pt x="22992" y="143592"/>
                  <a:pt x="29104" y="143592"/>
                </a:cubicBezTo>
                <a:cubicBezTo>
                  <a:pt x="54639" y="143592"/>
                  <a:pt x="69514" y="141003"/>
                  <a:pt x="86318" y="141003"/>
                </a:cubicBezTo>
                <a:cubicBezTo>
                  <a:pt x="90106" y="141003"/>
                  <a:pt x="93992" y="141135"/>
                  <a:pt x="98120" y="141457"/>
                </a:cubicBezTo>
                <a:cubicBezTo>
                  <a:pt x="109441" y="142339"/>
                  <a:pt x="120783" y="142673"/>
                  <a:pt x="132134" y="142673"/>
                </a:cubicBezTo>
                <a:cubicBezTo>
                  <a:pt x="152645" y="142673"/>
                  <a:pt x="173184" y="141583"/>
                  <a:pt x="193679" y="140671"/>
                </a:cubicBezTo>
                <a:cubicBezTo>
                  <a:pt x="194430" y="140638"/>
                  <a:pt x="195267" y="140623"/>
                  <a:pt x="196181" y="140623"/>
                </a:cubicBezTo>
                <a:cubicBezTo>
                  <a:pt x="207210" y="140623"/>
                  <a:pt x="229426" y="142867"/>
                  <a:pt x="245705" y="142867"/>
                </a:cubicBezTo>
                <a:cubicBezTo>
                  <a:pt x="255508" y="142867"/>
                  <a:pt x="263157" y="142053"/>
                  <a:pt x="264914" y="139445"/>
                </a:cubicBezTo>
                <a:cubicBezTo>
                  <a:pt x="272511" y="128170"/>
                  <a:pt x="267462" y="96213"/>
                  <a:pt x="268034" y="81259"/>
                </a:cubicBezTo>
                <a:cubicBezTo>
                  <a:pt x="269272" y="49362"/>
                  <a:pt x="268332" y="42707"/>
                  <a:pt x="267308" y="7107"/>
                </a:cubicBezTo>
                <a:cubicBezTo>
                  <a:pt x="267164" y="2261"/>
                  <a:pt x="265009" y="1"/>
                  <a:pt x="251027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000">
              <a:solidFill>
                <a:srgbClr val="EE6137"/>
              </a:solidFill>
              <a:latin typeface="Barrio"/>
              <a:ea typeface="Barrio"/>
              <a:cs typeface="Barrio"/>
              <a:sym typeface="Barrio"/>
            </a:endParaRPr>
          </a:p>
        </p:txBody>
      </p:sp>
      <p:graphicFrame>
        <p:nvGraphicFramePr>
          <p:cNvPr id="6342" name="Google Shape;6342;p46"/>
          <p:cNvGraphicFramePr/>
          <p:nvPr>
            <p:extLst>
              <p:ext uri="{D42A27DB-BD31-4B8C-83A1-F6EECF244321}">
                <p14:modId xmlns:p14="http://schemas.microsoft.com/office/powerpoint/2010/main" val="3338728074"/>
              </p:ext>
            </p:extLst>
          </p:nvPr>
        </p:nvGraphicFramePr>
        <p:xfrm>
          <a:off x="1033146" y="1563890"/>
          <a:ext cx="7184385" cy="4084140"/>
        </p:xfrm>
        <a:graphic>
          <a:graphicData uri="http://schemas.openxmlformats.org/drawingml/2006/table">
            <a:tbl>
              <a:tblPr>
                <a:noFill/>
                <a:tableStyleId>{45B7380C-6F84-43F6-BD9E-710A7607DA1C}</a:tableStyleId>
              </a:tblPr>
              <a:tblGrid>
                <a:gridCol w="14368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296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178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6040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100" b="1">
                        <a:solidFill>
                          <a:srgbClr val="191919"/>
                        </a:solidFill>
                        <a:latin typeface="Asmatic"/>
                        <a:ea typeface="Amatic SC"/>
                        <a:cs typeface="Amatic SC"/>
                        <a:sym typeface="Amatic SC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19191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19191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19191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19191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b="1">
                          <a:solidFill>
                            <a:srgbClr val="191919"/>
                          </a:solidFill>
                          <a:latin typeface="Asmatic"/>
                          <a:ea typeface="Amatic SC"/>
                          <a:cs typeface="Amatic SC"/>
                          <a:sym typeface="Amatic SC"/>
                        </a:rPr>
                        <a:t>Forecasting Model we’ll use</a:t>
                      </a:r>
                      <a:endParaRPr sz="3200" b="1">
                        <a:solidFill>
                          <a:srgbClr val="191919"/>
                        </a:solidFill>
                        <a:latin typeface="Asmatic"/>
                        <a:ea typeface="Amatic SC"/>
                        <a:cs typeface="Amatic SC"/>
                        <a:sym typeface="Amatic SC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19191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19191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19191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19191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000" b="1">
                        <a:solidFill>
                          <a:srgbClr val="191919"/>
                        </a:solidFill>
                        <a:latin typeface="Asmatic"/>
                        <a:ea typeface="Amatic SC"/>
                        <a:cs typeface="Amatic SC"/>
                        <a:sym typeface="Amatic SC"/>
                      </a:endParaRPr>
                    </a:p>
                  </a:txBody>
                  <a:tcPr marL="91425" marR="91425" marT="91425" marB="91425">
                    <a:lnL w="38100" cap="flat" cmpd="sng" algn="ctr">
                      <a:solidFill>
                        <a:srgbClr val="19191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19191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19191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19191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580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2000" b="1" i="0" u="none" strike="noStrike" cap="none">
                        <a:solidFill>
                          <a:srgbClr val="191919"/>
                        </a:solidFill>
                        <a:latin typeface="Asmatic"/>
                        <a:ea typeface="Arial"/>
                        <a:cs typeface="Amatic SC"/>
                        <a:sym typeface="Arial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b="0" i="0" u="none" strike="noStrike" cap="none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➤ </a:t>
                      </a:r>
                      <a:r>
                        <a:rPr lang="en-US" sz="2000" b="1" i="0" u="none" strike="noStrike" cap="none">
                          <a:solidFill>
                            <a:srgbClr val="191919"/>
                          </a:solidFill>
                          <a:latin typeface="Asmatic"/>
                          <a:ea typeface="Arial"/>
                          <a:cs typeface="Amatic SC"/>
                          <a:sym typeface="Arial"/>
                        </a:rPr>
                        <a:t>ARIMA</a:t>
                      </a:r>
                      <a:endParaRPr sz="2400" b="1" i="0" u="none" strike="noStrike" cap="none">
                        <a:solidFill>
                          <a:srgbClr val="191919"/>
                        </a:solidFill>
                        <a:latin typeface="Asmatic"/>
                        <a:ea typeface="Amatic SC"/>
                        <a:cs typeface="Amatic SC"/>
                        <a:sym typeface="Amatic SC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19191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19191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19191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19191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400">
                        <a:solidFill>
                          <a:srgbClr val="191919"/>
                        </a:solidFill>
                        <a:latin typeface="Asmatic"/>
                        <a:ea typeface="Oswald Light"/>
                        <a:cs typeface="Oswald Light"/>
                        <a:sym typeface="Oswald Light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91919"/>
                          </a:solidFill>
                          <a:latin typeface="Asmatic"/>
                          <a:ea typeface="Oswald Light"/>
                          <a:cs typeface="Oswald Light"/>
                          <a:sym typeface="Oswald Light"/>
                        </a:rPr>
                        <a:t>A classic statistical model suited for univariate time series, capturing trends and seasonality.</a:t>
                      </a:r>
                      <a:endParaRPr sz="1600">
                        <a:solidFill>
                          <a:srgbClr val="191919"/>
                        </a:solidFill>
                        <a:latin typeface="Asmatic"/>
                        <a:ea typeface="Oswald Light"/>
                        <a:cs typeface="Oswald Light"/>
                        <a:sym typeface="Oswald Light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19191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19191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19191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19191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lt2"/>
                        </a:solidFill>
                        <a:latin typeface="Asmatic"/>
                        <a:ea typeface="Oswald Light"/>
                        <a:cs typeface="Oswald Light"/>
                        <a:sym typeface="Oswald Light"/>
                      </a:endParaRPr>
                    </a:p>
                  </a:txBody>
                  <a:tcPr marL="91425" marR="91425" marT="91425" marB="91425">
                    <a:lnL w="38100" cap="flat" cmpd="sng" algn="ctr">
                      <a:solidFill>
                        <a:srgbClr val="19191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19191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19191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19191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2329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b="0" i="0" u="none" strike="noStrike" cap="none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➤ </a:t>
                      </a:r>
                      <a:r>
                        <a:rPr lang="en-IN" sz="2000" b="1">
                          <a:solidFill>
                            <a:srgbClr val="191919"/>
                          </a:solidFill>
                          <a:latin typeface="Asmatic"/>
                          <a:ea typeface="Amatic SC"/>
                          <a:cs typeface="Amatic SC"/>
                          <a:sym typeface="Amatic SC"/>
                        </a:rPr>
                        <a:t>Prophet</a:t>
                      </a:r>
                      <a:endParaRPr sz="2400" b="1">
                        <a:solidFill>
                          <a:srgbClr val="191919"/>
                        </a:solidFill>
                        <a:latin typeface="Asmatic"/>
                        <a:ea typeface="Amatic SC"/>
                        <a:cs typeface="Amatic SC"/>
                        <a:sym typeface="Amatic SC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19191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19191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19191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19191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191919"/>
                          </a:solidFill>
                          <a:latin typeface="Asmatic"/>
                          <a:ea typeface="Oswald Light"/>
                          <a:cs typeface="Oswald Light"/>
                          <a:sym typeface="Oswald Light"/>
                        </a:rPr>
                        <a:t>A robust model that handles seasonality, trend shifts, and holiday effects with minimal tuning.</a:t>
                      </a:r>
                      <a:endParaRPr sz="1600" b="0" i="0" u="none" strike="noStrike" cap="none">
                        <a:solidFill>
                          <a:srgbClr val="191919"/>
                        </a:solidFill>
                        <a:latin typeface="Asmatic"/>
                        <a:ea typeface="Oswald Light"/>
                        <a:cs typeface="Oswald Light"/>
                        <a:sym typeface="Oswald Light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19191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19191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19191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19191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191919"/>
                        </a:solidFill>
                        <a:latin typeface="Asmatic"/>
                        <a:ea typeface="Oswald Light"/>
                        <a:cs typeface="Oswald Light"/>
                        <a:sym typeface="Oswald Light"/>
                      </a:endParaRPr>
                    </a:p>
                  </a:txBody>
                  <a:tcPr marL="91425" marR="91425" marT="91425" marB="91425">
                    <a:lnL w="38100" cap="flat" cmpd="sng" algn="ctr">
                      <a:solidFill>
                        <a:srgbClr val="19191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19191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19191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19191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3313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b="0" i="0" u="none" strike="noStrike" cap="none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➤</a:t>
                      </a:r>
                      <a:r>
                        <a:rPr lang="en-IN" sz="2000" b="1" err="1">
                          <a:solidFill>
                            <a:srgbClr val="191919"/>
                          </a:solidFill>
                          <a:latin typeface="Asmatic"/>
                          <a:ea typeface="Amatic SC"/>
                          <a:cs typeface="Amatic SC"/>
                          <a:sym typeface="Amatic SC"/>
                        </a:rPr>
                        <a:t>XGBoost</a:t>
                      </a:r>
                      <a:endParaRPr sz="2400" b="1">
                        <a:solidFill>
                          <a:srgbClr val="191919"/>
                        </a:solidFill>
                        <a:latin typeface="Asmatic"/>
                        <a:ea typeface="Amatic SC"/>
                        <a:cs typeface="Amatic SC"/>
                        <a:sym typeface="Amatic SC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19191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19191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19191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19191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91919"/>
                          </a:solidFill>
                          <a:latin typeface="Asmatic"/>
                          <a:ea typeface="Oswald Light"/>
                          <a:cs typeface="Oswald Light"/>
                          <a:sym typeface="Oswald Light"/>
                        </a:rPr>
                        <a:t>A powerful machine learning model that captures nonlinear patterns and dependencies in time series using lag-based features.</a:t>
                      </a:r>
                      <a:endParaRPr sz="1600">
                        <a:solidFill>
                          <a:srgbClr val="191919"/>
                        </a:solidFill>
                        <a:latin typeface="Asmatic"/>
                        <a:ea typeface="Oswald Light"/>
                        <a:cs typeface="Oswald Light"/>
                        <a:sym typeface="Oswald Light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19191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19191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19191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19191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lt2"/>
                        </a:solidFill>
                        <a:latin typeface="Asmatic"/>
                        <a:ea typeface="Oswald Light"/>
                        <a:cs typeface="Oswald Light"/>
                        <a:sym typeface="Oswald Light"/>
                      </a:endParaRPr>
                    </a:p>
                  </a:txBody>
                  <a:tcPr marL="91425" marR="91425" marT="91425" marB="91425">
                    <a:lnL w="38100" cap="flat" cmpd="sng" algn="ctr">
                      <a:solidFill>
                        <a:srgbClr val="19191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19191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19191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19191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0779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 b="1">
                        <a:solidFill>
                          <a:srgbClr val="191919"/>
                        </a:solidFill>
                        <a:latin typeface="Asmatic"/>
                        <a:ea typeface="Amatic SC"/>
                        <a:cs typeface="Amatic SC"/>
                        <a:sym typeface="Amatic SC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19191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19191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19191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19191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191919"/>
                        </a:solidFill>
                        <a:latin typeface="Asmatic"/>
                        <a:ea typeface="Oswald Light"/>
                        <a:cs typeface="Oswald Light"/>
                        <a:sym typeface="Oswald Light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19191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19191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19191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19191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lt2"/>
                        </a:solidFill>
                        <a:latin typeface="Asmatic"/>
                        <a:ea typeface="Oswald Light"/>
                        <a:cs typeface="Oswald Light"/>
                        <a:sym typeface="Oswald Light"/>
                      </a:endParaRPr>
                    </a:p>
                  </a:txBody>
                  <a:tcPr marL="91425" marR="91425" marT="91425" marB="91425">
                    <a:lnL w="38100" cap="flat" cmpd="sng" algn="ctr">
                      <a:solidFill>
                        <a:srgbClr val="19191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19191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19191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19191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0779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 b="1">
                        <a:solidFill>
                          <a:srgbClr val="191919"/>
                        </a:solidFill>
                        <a:latin typeface="Asmatic"/>
                        <a:ea typeface="Amatic SC"/>
                        <a:cs typeface="Amatic SC"/>
                        <a:sym typeface="Amatic SC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19191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19191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19191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19191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lt2"/>
                        </a:solidFill>
                        <a:latin typeface="Asmatic"/>
                        <a:ea typeface="Oswald Light"/>
                        <a:cs typeface="Oswald Light"/>
                        <a:sym typeface="Oswald Light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19191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19191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19191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9191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191919"/>
                        </a:solidFill>
                        <a:latin typeface="Asmatic"/>
                        <a:ea typeface="Oswald Light"/>
                        <a:cs typeface="Oswald Light"/>
                        <a:sym typeface="Oswald Light"/>
                      </a:endParaRPr>
                    </a:p>
                  </a:txBody>
                  <a:tcPr marL="91425" marR="91425" marT="91425" marB="91425">
                    <a:lnL w="38100" cap="flat" cmpd="sng" algn="ctr">
                      <a:solidFill>
                        <a:srgbClr val="19191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19191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19191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9191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" name="Google Shape;6339;p46">
            <a:extLst>
              <a:ext uri="{FF2B5EF4-FFF2-40B4-BE49-F238E27FC236}">
                <a16:creationId xmlns:a16="http://schemas.microsoft.com/office/drawing/2014/main" id="{62945F41-8A5D-E573-A602-3F6D2B2B9D9A}"/>
              </a:ext>
            </a:extLst>
          </p:cNvPr>
          <p:cNvSpPr/>
          <p:nvPr/>
        </p:nvSpPr>
        <p:spPr>
          <a:xfrm>
            <a:off x="-77395" y="793034"/>
            <a:ext cx="9298787" cy="688573"/>
          </a:xfrm>
          <a:custGeom>
            <a:avLst/>
            <a:gdLst/>
            <a:ahLst/>
            <a:cxnLst/>
            <a:rect l="l" t="t" r="r" b="b"/>
            <a:pathLst>
              <a:path w="272511" h="143593" extrusionOk="0">
                <a:moveTo>
                  <a:pt x="251027" y="1"/>
                </a:moveTo>
                <a:cubicBezTo>
                  <a:pt x="245294" y="1"/>
                  <a:pt x="237572" y="381"/>
                  <a:pt x="227184" y="1118"/>
                </a:cubicBezTo>
                <a:cubicBezTo>
                  <a:pt x="222766" y="1431"/>
                  <a:pt x="215826" y="1538"/>
                  <a:pt x="208362" y="1538"/>
                </a:cubicBezTo>
                <a:cubicBezTo>
                  <a:pt x="195627" y="1538"/>
                  <a:pt x="181370" y="1225"/>
                  <a:pt x="175522" y="1083"/>
                </a:cubicBezTo>
                <a:cubicBezTo>
                  <a:pt x="174989" y="1069"/>
                  <a:pt x="173989" y="1063"/>
                  <a:pt x="172589" y="1063"/>
                </a:cubicBezTo>
                <a:cubicBezTo>
                  <a:pt x="157097" y="1063"/>
                  <a:pt x="92556" y="1810"/>
                  <a:pt x="67749" y="1810"/>
                </a:cubicBezTo>
                <a:cubicBezTo>
                  <a:pt x="64700" y="1810"/>
                  <a:pt x="62251" y="1799"/>
                  <a:pt x="60567" y="1773"/>
                </a:cubicBezTo>
                <a:cubicBezTo>
                  <a:pt x="46982" y="1571"/>
                  <a:pt x="33386" y="1368"/>
                  <a:pt x="19800" y="1166"/>
                </a:cubicBezTo>
                <a:cubicBezTo>
                  <a:pt x="17432" y="1135"/>
                  <a:pt x="14473" y="590"/>
                  <a:pt x="11780" y="590"/>
                </a:cubicBezTo>
                <a:cubicBezTo>
                  <a:pt x="9383" y="590"/>
                  <a:pt x="7196" y="1021"/>
                  <a:pt x="5823" y="2631"/>
                </a:cubicBezTo>
                <a:cubicBezTo>
                  <a:pt x="4287" y="4428"/>
                  <a:pt x="4334" y="8857"/>
                  <a:pt x="4656" y="11203"/>
                </a:cubicBezTo>
                <a:cubicBezTo>
                  <a:pt x="9073" y="43898"/>
                  <a:pt x="0" y="111168"/>
                  <a:pt x="4656" y="141183"/>
                </a:cubicBezTo>
                <a:cubicBezTo>
                  <a:pt x="4906" y="142791"/>
                  <a:pt x="7144" y="142993"/>
                  <a:pt x="8763" y="143076"/>
                </a:cubicBezTo>
                <a:cubicBezTo>
                  <a:pt x="16269" y="143444"/>
                  <a:pt x="22992" y="143592"/>
                  <a:pt x="29104" y="143592"/>
                </a:cubicBezTo>
                <a:cubicBezTo>
                  <a:pt x="54639" y="143592"/>
                  <a:pt x="69514" y="141003"/>
                  <a:pt x="86318" y="141003"/>
                </a:cubicBezTo>
                <a:cubicBezTo>
                  <a:pt x="90106" y="141003"/>
                  <a:pt x="93992" y="141135"/>
                  <a:pt x="98120" y="141457"/>
                </a:cubicBezTo>
                <a:cubicBezTo>
                  <a:pt x="109441" y="142339"/>
                  <a:pt x="120783" y="142673"/>
                  <a:pt x="132134" y="142673"/>
                </a:cubicBezTo>
                <a:cubicBezTo>
                  <a:pt x="152645" y="142673"/>
                  <a:pt x="173184" y="141583"/>
                  <a:pt x="193679" y="140671"/>
                </a:cubicBezTo>
                <a:cubicBezTo>
                  <a:pt x="194430" y="140638"/>
                  <a:pt x="195267" y="140623"/>
                  <a:pt x="196181" y="140623"/>
                </a:cubicBezTo>
                <a:cubicBezTo>
                  <a:pt x="207210" y="140623"/>
                  <a:pt x="229426" y="142867"/>
                  <a:pt x="245705" y="142867"/>
                </a:cubicBezTo>
                <a:cubicBezTo>
                  <a:pt x="255508" y="142867"/>
                  <a:pt x="263157" y="142053"/>
                  <a:pt x="264914" y="139445"/>
                </a:cubicBezTo>
                <a:cubicBezTo>
                  <a:pt x="272511" y="128170"/>
                  <a:pt x="267462" y="96213"/>
                  <a:pt x="268034" y="81259"/>
                </a:cubicBezTo>
                <a:cubicBezTo>
                  <a:pt x="269272" y="49362"/>
                  <a:pt x="268332" y="42707"/>
                  <a:pt x="267308" y="7107"/>
                </a:cubicBezTo>
                <a:cubicBezTo>
                  <a:pt x="267164" y="2261"/>
                  <a:pt x="265009" y="1"/>
                  <a:pt x="251027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000">
              <a:solidFill>
                <a:srgbClr val="EE6137"/>
              </a:solidFill>
              <a:latin typeface="Barrio"/>
              <a:ea typeface="Barrio"/>
              <a:cs typeface="Barrio"/>
              <a:sym typeface="Barrio"/>
            </a:endParaRPr>
          </a:p>
        </p:txBody>
      </p:sp>
      <p:sp>
        <p:nvSpPr>
          <p:cNvPr id="3" name="Google Shape;6015;p44">
            <a:extLst>
              <a:ext uri="{FF2B5EF4-FFF2-40B4-BE49-F238E27FC236}">
                <a16:creationId xmlns:a16="http://schemas.microsoft.com/office/drawing/2014/main" id="{CBDFEC7B-2957-808F-1EC4-8C91769A9EB0}"/>
              </a:ext>
            </a:extLst>
          </p:cNvPr>
          <p:cNvSpPr txBox="1">
            <a:spLocks/>
          </p:cNvSpPr>
          <p:nvPr/>
        </p:nvSpPr>
        <p:spPr>
          <a:xfrm>
            <a:off x="152400" y="780233"/>
            <a:ext cx="9401805" cy="733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swald Light"/>
              <a:buChar char="●"/>
              <a:defRPr sz="1800" b="0" i="0" u="none" strike="noStrike" cap="none">
                <a:solidFill>
                  <a:schemeClr val="dk2"/>
                </a:solidFill>
                <a:latin typeface="Oswald Light"/>
                <a:ea typeface="Oswald Light"/>
                <a:cs typeface="Oswald Light"/>
                <a:sym typeface="Oswal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swald Light"/>
              <a:buChar char="○"/>
              <a:defRPr sz="1400" b="0" i="0" u="none" strike="noStrike" cap="none">
                <a:solidFill>
                  <a:schemeClr val="dk2"/>
                </a:solidFill>
                <a:latin typeface="Oswald Light"/>
                <a:ea typeface="Oswald Light"/>
                <a:cs typeface="Oswald Light"/>
                <a:sym typeface="Oswal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swald Light"/>
              <a:buChar char="■"/>
              <a:defRPr sz="1400" b="0" i="0" u="none" strike="noStrike" cap="none">
                <a:solidFill>
                  <a:schemeClr val="dk2"/>
                </a:solidFill>
                <a:latin typeface="Oswald Light"/>
                <a:ea typeface="Oswald Light"/>
                <a:cs typeface="Oswald Light"/>
                <a:sym typeface="Oswal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swald Light"/>
              <a:buChar char="●"/>
              <a:defRPr sz="1400" b="0" i="0" u="none" strike="noStrike" cap="none">
                <a:solidFill>
                  <a:schemeClr val="dk2"/>
                </a:solidFill>
                <a:latin typeface="Oswald Light"/>
                <a:ea typeface="Oswald Light"/>
                <a:cs typeface="Oswald Light"/>
                <a:sym typeface="Oswald Light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swald Light"/>
              <a:buChar char="○"/>
              <a:defRPr sz="1400" b="0" i="0" u="none" strike="noStrike" cap="none">
                <a:solidFill>
                  <a:schemeClr val="dk2"/>
                </a:solidFill>
                <a:latin typeface="Oswald Light"/>
                <a:ea typeface="Oswald Light"/>
                <a:cs typeface="Oswald Light"/>
                <a:sym typeface="Oswald Light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swald Light"/>
              <a:buChar char="■"/>
              <a:defRPr sz="1400" b="0" i="0" u="none" strike="noStrike" cap="none">
                <a:solidFill>
                  <a:schemeClr val="dk2"/>
                </a:solidFill>
                <a:latin typeface="Oswald Light"/>
                <a:ea typeface="Oswald Light"/>
                <a:cs typeface="Oswald Light"/>
                <a:sym typeface="Oswald Light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swald Light"/>
              <a:buChar char="●"/>
              <a:defRPr sz="1400" b="0" i="0" u="none" strike="noStrike" cap="none">
                <a:solidFill>
                  <a:schemeClr val="dk2"/>
                </a:solidFill>
                <a:latin typeface="Oswald Light"/>
                <a:ea typeface="Oswald Light"/>
                <a:cs typeface="Oswald Light"/>
                <a:sym typeface="Oswald Light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swald Light"/>
              <a:buChar char="○"/>
              <a:defRPr sz="1400" b="0" i="0" u="none" strike="noStrike" cap="none">
                <a:solidFill>
                  <a:schemeClr val="dk2"/>
                </a:solidFill>
                <a:latin typeface="Oswald Light"/>
                <a:ea typeface="Oswald Light"/>
                <a:cs typeface="Oswald Light"/>
                <a:sym typeface="Oswald Light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Oswald Light"/>
              <a:buChar char="■"/>
              <a:defRPr sz="1400" b="0" i="0" u="none" strike="noStrike" cap="none">
                <a:solidFill>
                  <a:schemeClr val="dk2"/>
                </a:solidFill>
                <a:latin typeface="Oswald Light"/>
                <a:ea typeface="Oswald Light"/>
                <a:cs typeface="Oswald Light"/>
                <a:sym typeface="Oswald Light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1600"/>
              </a:spcAft>
              <a:buNone/>
            </a:pPr>
            <a:r>
              <a:rPr lang="en-US" sz="1600">
                <a:latin typeface="Asmatic"/>
              </a:rPr>
              <a:t>Time-Series Forecasting is used to model and predict Mumbai's rainfall, comparing multiple algorithms to      find the most accurate.</a:t>
            </a:r>
          </a:p>
          <a:p>
            <a:pPr marL="0" indent="0">
              <a:lnSpc>
                <a:spcPct val="100000"/>
              </a:lnSpc>
              <a:spcAft>
                <a:spcPts val="1600"/>
              </a:spcAft>
              <a:buFont typeface="Oswald Light"/>
              <a:buNone/>
            </a:pPr>
            <a:endParaRPr lang="en-US" sz="1400"/>
          </a:p>
          <a:p>
            <a:pPr marL="0" indent="0">
              <a:lnSpc>
                <a:spcPct val="100000"/>
              </a:lnSpc>
              <a:spcAft>
                <a:spcPts val="1600"/>
              </a:spcAft>
              <a:buFont typeface="Oswald Light"/>
              <a:buNone/>
            </a:pPr>
            <a:endParaRPr lang="en-US" sz="16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01">
          <a:extLst>
            <a:ext uri="{FF2B5EF4-FFF2-40B4-BE49-F238E27FC236}">
              <a16:creationId xmlns:a16="http://schemas.microsoft.com/office/drawing/2014/main" id="{636C2E2B-2F25-480A-7F51-A2D6BF2D2F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6009;p44">
            <a:extLst>
              <a:ext uri="{FF2B5EF4-FFF2-40B4-BE49-F238E27FC236}">
                <a16:creationId xmlns:a16="http://schemas.microsoft.com/office/drawing/2014/main" id="{3D1B4B57-79A2-BFC4-B2C2-7738DA5E7E1D}"/>
              </a:ext>
            </a:extLst>
          </p:cNvPr>
          <p:cNvSpPr/>
          <p:nvPr/>
        </p:nvSpPr>
        <p:spPr>
          <a:xfrm>
            <a:off x="6077768" y="1438408"/>
            <a:ext cx="2807151" cy="3189782"/>
          </a:xfrm>
          <a:custGeom>
            <a:avLst/>
            <a:gdLst/>
            <a:ahLst/>
            <a:cxnLst/>
            <a:rect l="l" t="t" r="r" b="b"/>
            <a:pathLst>
              <a:path w="272511" h="143593" extrusionOk="0">
                <a:moveTo>
                  <a:pt x="251027" y="1"/>
                </a:moveTo>
                <a:cubicBezTo>
                  <a:pt x="245294" y="1"/>
                  <a:pt x="237572" y="381"/>
                  <a:pt x="227184" y="1118"/>
                </a:cubicBezTo>
                <a:cubicBezTo>
                  <a:pt x="222766" y="1431"/>
                  <a:pt x="215826" y="1538"/>
                  <a:pt x="208362" y="1538"/>
                </a:cubicBezTo>
                <a:cubicBezTo>
                  <a:pt x="195627" y="1538"/>
                  <a:pt x="181370" y="1225"/>
                  <a:pt x="175522" y="1083"/>
                </a:cubicBezTo>
                <a:cubicBezTo>
                  <a:pt x="174989" y="1069"/>
                  <a:pt x="173989" y="1063"/>
                  <a:pt x="172589" y="1063"/>
                </a:cubicBezTo>
                <a:cubicBezTo>
                  <a:pt x="157097" y="1063"/>
                  <a:pt x="92556" y="1810"/>
                  <a:pt x="67749" y="1810"/>
                </a:cubicBezTo>
                <a:cubicBezTo>
                  <a:pt x="64700" y="1810"/>
                  <a:pt x="62251" y="1799"/>
                  <a:pt x="60567" y="1773"/>
                </a:cubicBezTo>
                <a:cubicBezTo>
                  <a:pt x="46982" y="1571"/>
                  <a:pt x="33386" y="1368"/>
                  <a:pt x="19800" y="1166"/>
                </a:cubicBezTo>
                <a:cubicBezTo>
                  <a:pt x="17432" y="1135"/>
                  <a:pt x="14473" y="590"/>
                  <a:pt x="11780" y="590"/>
                </a:cubicBezTo>
                <a:cubicBezTo>
                  <a:pt x="9383" y="590"/>
                  <a:pt x="7196" y="1021"/>
                  <a:pt x="5823" y="2631"/>
                </a:cubicBezTo>
                <a:cubicBezTo>
                  <a:pt x="4287" y="4428"/>
                  <a:pt x="4334" y="8857"/>
                  <a:pt x="4656" y="11203"/>
                </a:cubicBezTo>
                <a:cubicBezTo>
                  <a:pt x="9073" y="43898"/>
                  <a:pt x="0" y="111168"/>
                  <a:pt x="4656" y="141183"/>
                </a:cubicBezTo>
                <a:cubicBezTo>
                  <a:pt x="4906" y="142791"/>
                  <a:pt x="7144" y="142993"/>
                  <a:pt x="8763" y="143076"/>
                </a:cubicBezTo>
                <a:cubicBezTo>
                  <a:pt x="16269" y="143444"/>
                  <a:pt x="22992" y="143592"/>
                  <a:pt x="29104" y="143592"/>
                </a:cubicBezTo>
                <a:cubicBezTo>
                  <a:pt x="54639" y="143592"/>
                  <a:pt x="69514" y="141003"/>
                  <a:pt x="86318" y="141003"/>
                </a:cubicBezTo>
                <a:cubicBezTo>
                  <a:pt x="90106" y="141003"/>
                  <a:pt x="93992" y="141135"/>
                  <a:pt x="98120" y="141457"/>
                </a:cubicBezTo>
                <a:cubicBezTo>
                  <a:pt x="109441" y="142339"/>
                  <a:pt x="120783" y="142673"/>
                  <a:pt x="132134" y="142673"/>
                </a:cubicBezTo>
                <a:cubicBezTo>
                  <a:pt x="152645" y="142673"/>
                  <a:pt x="173184" y="141583"/>
                  <a:pt x="193679" y="140671"/>
                </a:cubicBezTo>
                <a:cubicBezTo>
                  <a:pt x="194430" y="140638"/>
                  <a:pt x="195267" y="140623"/>
                  <a:pt x="196181" y="140623"/>
                </a:cubicBezTo>
                <a:cubicBezTo>
                  <a:pt x="207210" y="140623"/>
                  <a:pt x="229426" y="142867"/>
                  <a:pt x="245705" y="142867"/>
                </a:cubicBezTo>
                <a:cubicBezTo>
                  <a:pt x="255508" y="142867"/>
                  <a:pt x="263157" y="142053"/>
                  <a:pt x="264914" y="139445"/>
                </a:cubicBezTo>
                <a:cubicBezTo>
                  <a:pt x="272511" y="128170"/>
                  <a:pt x="267462" y="96213"/>
                  <a:pt x="268034" y="81259"/>
                </a:cubicBezTo>
                <a:cubicBezTo>
                  <a:pt x="269272" y="49362"/>
                  <a:pt x="268332" y="42707"/>
                  <a:pt x="267308" y="7107"/>
                </a:cubicBezTo>
                <a:cubicBezTo>
                  <a:pt x="267164" y="2261"/>
                  <a:pt x="265009" y="1"/>
                  <a:pt x="251027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000">
              <a:solidFill>
                <a:srgbClr val="EE6137"/>
              </a:solidFill>
              <a:latin typeface="Barrio"/>
              <a:ea typeface="Barrio"/>
              <a:cs typeface="Barrio"/>
              <a:sym typeface="Barrio"/>
            </a:endParaRPr>
          </a:p>
        </p:txBody>
      </p:sp>
      <p:sp>
        <p:nvSpPr>
          <p:cNvPr id="18" name="Google Shape;6009;p44">
            <a:extLst>
              <a:ext uri="{FF2B5EF4-FFF2-40B4-BE49-F238E27FC236}">
                <a16:creationId xmlns:a16="http://schemas.microsoft.com/office/drawing/2014/main" id="{4748905C-1112-2066-01ED-38022FC0CF62}"/>
              </a:ext>
            </a:extLst>
          </p:cNvPr>
          <p:cNvSpPr/>
          <p:nvPr/>
        </p:nvSpPr>
        <p:spPr>
          <a:xfrm>
            <a:off x="3066234" y="1438408"/>
            <a:ext cx="2826672" cy="3062826"/>
          </a:xfrm>
          <a:custGeom>
            <a:avLst/>
            <a:gdLst/>
            <a:ahLst/>
            <a:cxnLst/>
            <a:rect l="l" t="t" r="r" b="b"/>
            <a:pathLst>
              <a:path w="272511" h="143593" extrusionOk="0">
                <a:moveTo>
                  <a:pt x="251027" y="1"/>
                </a:moveTo>
                <a:cubicBezTo>
                  <a:pt x="245294" y="1"/>
                  <a:pt x="237572" y="381"/>
                  <a:pt x="227184" y="1118"/>
                </a:cubicBezTo>
                <a:cubicBezTo>
                  <a:pt x="222766" y="1431"/>
                  <a:pt x="215826" y="1538"/>
                  <a:pt x="208362" y="1538"/>
                </a:cubicBezTo>
                <a:cubicBezTo>
                  <a:pt x="195627" y="1538"/>
                  <a:pt x="181370" y="1225"/>
                  <a:pt x="175522" y="1083"/>
                </a:cubicBezTo>
                <a:cubicBezTo>
                  <a:pt x="174989" y="1069"/>
                  <a:pt x="173989" y="1063"/>
                  <a:pt x="172589" y="1063"/>
                </a:cubicBezTo>
                <a:cubicBezTo>
                  <a:pt x="157097" y="1063"/>
                  <a:pt x="92556" y="1810"/>
                  <a:pt x="67749" y="1810"/>
                </a:cubicBezTo>
                <a:cubicBezTo>
                  <a:pt x="64700" y="1810"/>
                  <a:pt x="62251" y="1799"/>
                  <a:pt x="60567" y="1773"/>
                </a:cubicBezTo>
                <a:cubicBezTo>
                  <a:pt x="46982" y="1571"/>
                  <a:pt x="33386" y="1368"/>
                  <a:pt x="19800" y="1166"/>
                </a:cubicBezTo>
                <a:cubicBezTo>
                  <a:pt x="17432" y="1135"/>
                  <a:pt x="14473" y="590"/>
                  <a:pt x="11780" y="590"/>
                </a:cubicBezTo>
                <a:cubicBezTo>
                  <a:pt x="9383" y="590"/>
                  <a:pt x="7196" y="1021"/>
                  <a:pt x="5823" y="2631"/>
                </a:cubicBezTo>
                <a:cubicBezTo>
                  <a:pt x="4287" y="4428"/>
                  <a:pt x="4334" y="8857"/>
                  <a:pt x="4656" y="11203"/>
                </a:cubicBezTo>
                <a:cubicBezTo>
                  <a:pt x="9073" y="43898"/>
                  <a:pt x="0" y="111168"/>
                  <a:pt x="4656" y="141183"/>
                </a:cubicBezTo>
                <a:cubicBezTo>
                  <a:pt x="4906" y="142791"/>
                  <a:pt x="7144" y="142993"/>
                  <a:pt x="8763" y="143076"/>
                </a:cubicBezTo>
                <a:cubicBezTo>
                  <a:pt x="16269" y="143444"/>
                  <a:pt x="22992" y="143592"/>
                  <a:pt x="29104" y="143592"/>
                </a:cubicBezTo>
                <a:cubicBezTo>
                  <a:pt x="54639" y="143592"/>
                  <a:pt x="69514" y="141003"/>
                  <a:pt x="86318" y="141003"/>
                </a:cubicBezTo>
                <a:cubicBezTo>
                  <a:pt x="90106" y="141003"/>
                  <a:pt x="93992" y="141135"/>
                  <a:pt x="98120" y="141457"/>
                </a:cubicBezTo>
                <a:cubicBezTo>
                  <a:pt x="109441" y="142339"/>
                  <a:pt x="120783" y="142673"/>
                  <a:pt x="132134" y="142673"/>
                </a:cubicBezTo>
                <a:cubicBezTo>
                  <a:pt x="152645" y="142673"/>
                  <a:pt x="173184" y="141583"/>
                  <a:pt x="193679" y="140671"/>
                </a:cubicBezTo>
                <a:cubicBezTo>
                  <a:pt x="194430" y="140638"/>
                  <a:pt x="195267" y="140623"/>
                  <a:pt x="196181" y="140623"/>
                </a:cubicBezTo>
                <a:cubicBezTo>
                  <a:pt x="207210" y="140623"/>
                  <a:pt x="229426" y="142867"/>
                  <a:pt x="245705" y="142867"/>
                </a:cubicBezTo>
                <a:cubicBezTo>
                  <a:pt x="255508" y="142867"/>
                  <a:pt x="263157" y="142053"/>
                  <a:pt x="264914" y="139445"/>
                </a:cubicBezTo>
                <a:cubicBezTo>
                  <a:pt x="272511" y="128170"/>
                  <a:pt x="267462" y="96213"/>
                  <a:pt x="268034" y="81259"/>
                </a:cubicBezTo>
                <a:cubicBezTo>
                  <a:pt x="269272" y="49362"/>
                  <a:pt x="268332" y="42707"/>
                  <a:pt x="267308" y="7107"/>
                </a:cubicBezTo>
                <a:cubicBezTo>
                  <a:pt x="267164" y="2261"/>
                  <a:pt x="265009" y="1"/>
                  <a:pt x="251027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000">
              <a:solidFill>
                <a:srgbClr val="EE6137"/>
              </a:solidFill>
              <a:latin typeface="Barrio"/>
              <a:ea typeface="Barrio"/>
              <a:cs typeface="Barrio"/>
              <a:sym typeface="Barrio"/>
            </a:endParaRPr>
          </a:p>
        </p:txBody>
      </p:sp>
      <p:sp>
        <p:nvSpPr>
          <p:cNvPr id="17" name="Google Shape;6009;p44">
            <a:extLst>
              <a:ext uri="{FF2B5EF4-FFF2-40B4-BE49-F238E27FC236}">
                <a16:creationId xmlns:a16="http://schemas.microsoft.com/office/drawing/2014/main" id="{8516A614-DA6F-1035-2B5D-4118B6756DA6}"/>
              </a:ext>
            </a:extLst>
          </p:cNvPr>
          <p:cNvSpPr/>
          <p:nvPr/>
        </p:nvSpPr>
        <p:spPr>
          <a:xfrm>
            <a:off x="360023" y="1501885"/>
            <a:ext cx="2593702" cy="3062827"/>
          </a:xfrm>
          <a:custGeom>
            <a:avLst/>
            <a:gdLst/>
            <a:ahLst/>
            <a:cxnLst/>
            <a:rect l="l" t="t" r="r" b="b"/>
            <a:pathLst>
              <a:path w="272511" h="143593" extrusionOk="0">
                <a:moveTo>
                  <a:pt x="251027" y="1"/>
                </a:moveTo>
                <a:cubicBezTo>
                  <a:pt x="245294" y="1"/>
                  <a:pt x="237572" y="381"/>
                  <a:pt x="227184" y="1118"/>
                </a:cubicBezTo>
                <a:cubicBezTo>
                  <a:pt x="222766" y="1431"/>
                  <a:pt x="215826" y="1538"/>
                  <a:pt x="208362" y="1538"/>
                </a:cubicBezTo>
                <a:cubicBezTo>
                  <a:pt x="195627" y="1538"/>
                  <a:pt x="181370" y="1225"/>
                  <a:pt x="175522" y="1083"/>
                </a:cubicBezTo>
                <a:cubicBezTo>
                  <a:pt x="174989" y="1069"/>
                  <a:pt x="173989" y="1063"/>
                  <a:pt x="172589" y="1063"/>
                </a:cubicBezTo>
                <a:cubicBezTo>
                  <a:pt x="157097" y="1063"/>
                  <a:pt x="92556" y="1810"/>
                  <a:pt x="67749" y="1810"/>
                </a:cubicBezTo>
                <a:cubicBezTo>
                  <a:pt x="64700" y="1810"/>
                  <a:pt x="62251" y="1799"/>
                  <a:pt x="60567" y="1773"/>
                </a:cubicBezTo>
                <a:cubicBezTo>
                  <a:pt x="46982" y="1571"/>
                  <a:pt x="33386" y="1368"/>
                  <a:pt x="19800" y="1166"/>
                </a:cubicBezTo>
                <a:cubicBezTo>
                  <a:pt x="17432" y="1135"/>
                  <a:pt x="14473" y="590"/>
                  <a:pt x="11780" y="590"/>
                </a:cubicBezTo>
                <a:cubicBezTo>
                  <a:pt x="9383" y="590"/>
                  <a:pt x="7196" y="1021"/>
                  <a:pt x="5823" y="2631"/>
                </a:cubicBezTo>
                <a:cubicBezTo>
                  <a:pt x="4287" y="4428"/>
                  <a:pt x="4334" y="8857"/>
                  <a:pt x="4656" y="11203"/>
                </a:cubicBezTo>
                <a:cubicBezTo>
                  <a:pt x="9073" y="43898"/>
                  <a:pt x="0" y="111168"/>
                  <a:pt x="4656" y="141183"/>
                </a:cubicBezTo>
                <a:cubicBezTo>
                  <a:pt x="4906" y="142791"/>
                  <a:pt x="7144" y="142993"/>
                  <a:pt x="8763" y="143076"/>
                </a:cubicBezTo>
                <a:cubicBezTo>
                  <a:pt x="16269" y="143444"/>
                  <a:pt x="22992" y="143592"/>
                  <a:pt x="29104" y="143592"/>
                </a:cubicBezTo>
                <a:cubicBezTo>
                  <a:pt x="54639" y="143592"/>
                  <a:pt x="69514" y="141003"/>
                  <a:pt x="86318" y="141003"/>
                </a:cubicBezTo>
                <a:cubicBezTo>
                  <a:pt x="90106" y="141003"/>
                  <a:pt x="93992" y="141135"/>
                  <a:pt x="98120" y="141457"/>
                </a:cubicBezTo>
                <a:cubicBezTo>
                  <a:pt x="109441" y="142339"/>
                  <a:pt x="120783" y="142673"/>
                  <a:pt x="132134" y="142673"/>
                </a:cubicBezTo>
                <a:cubicBezTo>
                  <a:pt x="152645" y="142673"/>
                  <a:pt x="173184" y="141583"/>
                  <a:pt x="193679" y="140671"/>
                </a:cubicBezTo>
                <a:cubicBezTo>
                  <a:pt x="194430" y="140638"/>
                  <a:pt x="195267" y="140623"/>
                  <a:pt x="196181" y="140623"/>
                </a:cubicBezTo>
                <a:cubicBezTo>
                  <a:pt x="207210" y="140623"/>
                  <a:pt x="229426" y="142867"/>
                  <a:pt x="245705" y="142867"/>
                </a:cubicBezTo>
                <a:cubicBezTo>
                  <a:pt x="255508" y="142867"/>
                  <a:pt x="263157" y="142053"/>
                  <a:pt x="264914" y="139445"/>
                </a:cubicBezTo>
                <a:cubicBezTo>
                  <a:pt x="272511" y="128170"/>
                  <a:pt x="267462" y="96213"/>
                  <a:pt x="268034" y="81259"/>
                </a:cubicBezTo>
                <a:cubicBezTo>
                  <a:pt x="269272" y="49362"/>
                  <a:pt x="268332" y="42707"/>
                  <a:pt x="267308" y="7107"/>
                </a:cubicBezTo>
                <a:cubicBezTo>
                  <a:pt x="267164" y="2261"/>
                  <a:pt x="265009" y="1"/>
                  <a:pt x="251027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000">
              <a:solidFill>
                <a:srgbClr val="EE6137"/>
              </a:solidFill>
              <a:latin typeface="Barrio"/>
              <a:ea typeface="Barrio"/>
              <a:cs typeface="Barrio"/>
              <a:sym typeface="Barrio"/>
            </a:endParaRPr>
          </a:p>
        </p:txBody>
      </p:sp>
      <p:cxnSp>
        <p:nvCxnSpPr>
          <p:cNvPr id="7" name="Google Shape;6007;p44">
            <a:extLst>
              <a:ext uri="{FF2B5EF4-FFF2-40B4-BE49-F238E27FC236}">
                <a16:creationId xmlns:a16="http://schemas.microsoft.com/office/drawing/2014/main" id="{7FA53EEA-6FB0-3E85-B4D3-EE77C51CB2F8}"/>
              </a:ext>
            </a:extLst>
          </p:cNvPr>
          <p:cNvCxnSpPr>
            <a:cxnSpLocks/>
          </p:cNvCxnSpPr>
          <p:nvPr/>
        </p:nvCxnSpPr>
        <p:spPr>
          <a:xfrm flipV="1">
            <a:off x="4793794" y="1063954"/>
            <a:ext cx="2602213" cy="12390"/>
          </a:xfrm>
          <a:prstGeom prst="straightConnector1">
            <a:avLst/>
          </a:prstGeom>
          <a:noFill/>
          <a:ln w="28575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007" name="Google Shape;6007;p44">
            <a:extLst>
              <a:ext uri="{FF2B5EF4-FFF2-40B4-BE49-F238E27FC236}">
                <a16:creationId xmlns:a16="http://schemas.microsoft.com/office/drawing/2014/main" id="{B156C8EC-AA35-3A17-6B97-5932D11A4C06}"/>
              </a:ext>
            </a:extLst>
          </p:cNvPr>
          <p:cNvCxnSpPr>
            <a:cxnSpLocks/>
          </p:cNvCxnSpPr>
          <p:nvPr/>
        </p:nvCxnSpPr>
        <p:spPr>
          <a:xfrm flipV="1">
            <a:off x="1428767" y="1063954"/>
            <a:ext cx="2602213" cy="12390"/>
          </a:xfrm>
          <a:prstGeom prst="straightConnector1">
            <a:avLst/>
          </a:prstGeom>
          <a:noFill/>
          <a:ln w="28575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009" name="Google Shape;6009;p44">
            <a:extLst>
              <a:ext uri="{FF2B5EF4-FFF2-40B4-BE49-F238E27FC236}">
                <a16:creationId xmlns:a16="http://schemas.microsoft.com/office/drawing/2014/main" id="{DF5745D9-8EF1-6E57-211A-E6620F749B92}"/>
              </a:ext>
            </a:extLst>
          </p:cNvPr>
          <p:cNvSpPr/>
          <p:nvPr/>
        </p:nvSpPr>
        <p:spPr>
          <a:xfrm>
            <a:off x="663377" y="798666"/>
            <a:ext cx="1392132" cy="530576"/>
          </a:xfrm>
          <a:custGeom>
            <a:avLst/>
            <a:gdLst/>
            <a:ahLst/>
            <a:cxnLst/>
            <a:rect l="l" t="t" r="r" b="b"/>
            <a:pathLst>
              <a:path w="272511" h="143593" extrusionOk="0">
                <a:moveTo>
                  <a:pt x="251027" y="1"/>
                </a:moveTo>
                <a:cubicBezTo>
                  <a:pt x="245294" y="1"/>
                  <a:pt x="237572" y="381"/>
                  <a:pt x="227184" y="1118"/>
                </a:cubicBezTo>
                <a:cubicBezTo>
                  <a:pt x="222766" y="1431"/>
                  <a:pt x="215826" y="1538"/>
                  <a:pt x="208362" y="1538"/>
                </a:cubicBezTo>
                <a:cubicBezTo>
                  <a:pt x="195627" y="1538"/>
                  <a:pt x="181370" y="1225"/>
                  <a:pt x="175522" y="1083"/>
                </a:cubicBezTo>
                <a:cubicBezTo>
                  <a:pt x="174989" y="1069"/>
                  <a:pt x="173989" y="1063"/>
                  <a:pt x="172589" y="1063"/>
                </a:cubicBezTo>
                <a:cubicBezTo>
                  <a:pt x="157097" y="1063"/>
                  <a:pt x="92556" y="1810"/>
                  <a:pt x="67749" y="1810"/>
                </a:cubicBezTo>
                <a:cubicBezTo>
                  <a:pt x="64700" y="1810"/>
                  <a:pt x="62251" y="1799"/>
                  <a:pt x="60567" y="1773"/>
                </a:cubicBezTo>
                <a:cubicBezTo>
                  <a:pt x="46982" y="1571"/>
                  <a:pt x="33386" y="1368"/>
                  <a:pt x="19800" y="1166"/>
                </a:cubicBezTo>
                <a:cubicBezTo>
                  <a:pt x="17432" y="1135"/>
                  <a:pt x="14473" y="590"/>
                  <a:pt x="11780" y="590"/>
                </a:cubicBezTo>
                <a:cubicBezTo>
                  <a:pt x="9383" y="590"/>
                  <a:pt x="7196" y="1021"/>
                  <a:pt x="5823" y="2631"/>
                </a:cubicBezTo>
                <a:cubicBezTo>
                  <a:pt x="4287" y="4428"/>
                  <a:pt x="4334" y="8857"/>
                  <a:pt x="4656" y="11203"/>
                </a:cubicBezTo>
                <a:cubicBezTo>
                  <a:pt x="9073" y="43898"/>
                  <a:pt x="0" y="111168"/>
                  <a:pt x="4656" y="141183"/>
                </a:cubicBezTo>
                <a:cubicBezTo>
                  <a:pt x="4906" y="142791"/>
                  <a:pt x="7144" y="142993"/>
                  <a:pt x="8763" y="143076"/>
                </a:cubicBezTo>
                <a:cubicBezTo>
                  <a:pt x="16269" y="143444"/>
                  <a:pt x="22992" y="143592"/>
                  <a:pt x="29104" y="143592"/>
                </a:cubicBezTo>
                <a:cubicBezTo>
                  <a:pt x="54639" y="143592"/>
                  <a:pt x="69514" y="141003"/>
                  <a:pt x="86318" y="141003"/>
                </a:cubicBezTo>
                <a:cubicBezTo>
                  <a:pt x="90106" y="141003"/>
                  <a:pt x="93992" y="141135"/>
                  <a:pt x="98120" y="141457"/>
                </a:cubicBezTo>
                <a:cubicBezTo>
                  <a:pt x="109441" y="142339"/>
                  <a:pt x="120783" y="142673"/>
                  <a:pt x="132134" y="142673"/>
                </a:cubicBezTo>
                <a:cubicBezTo>
                  <a:pt x="152645" y="142673"/>
                  <a:pt x="173184" y="141583"/>
                  <a:pt x="193679" y="140671"/>
                </a:cubicBezTo>
                <a:cubicBezTo>
                  <a:pt x="194430" y="140638"/>
                  <a:pt x="195267" y="140623"/>
                  <a:pt x="196181" y="140623"/>
                </a:cubicBezTo>
                <a:cubicBezTo>
                  <a:pt x="207210" y="140623"/>
                  <a:pt x="229426" y="142867"/>
                  <a:pt x="245705" y="142867"/>
                </a:cubicBezTo>
                <a:cubicBezTo>
                  <a:pt x="255508" y="142867"/>
                  <a:pt x="263157" y="142053"/>
                  <a:pt x="264914" y="139445"/>
                </a:cubicBezTo>
                <a:cubicBezTo>
                  <a:pt x="272511" y="128170"/>
                  <a:pt x="267462" y="96213"/>
                  <a:pt x="268034" y="81259"/>
                </a:cubicBezTo>
                <a:cubicBezTo>
                  <a:pt x="269272" y="49362"/>
                  <a:pt x="268332" y="42707"/>
                  <a:pt x="267308" y="7107"/>
                </a:cubicBezTo>
                <a:cubicBezTo>
                  <a:pt x="267164" y="2261"/>
                  <a:pt x="265009" y="1"/>
                  <a:pt x="251027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000">
              <a:solidFill>
                <a:srgbClr val="EE6137"/>
              </a:solidFill>
              <a:latin typeface="Barrio"/>
              <a:ea typeface="Barrio"/>
              <a:cs typeface="Barrio"/>
              <a:sym typeface="Barrio"/>
            </a:endParaRPr>
          </a:p>
        </p:txBody>
      </p:sp>
      <p:sp>
        <p:nvSpPr>
          <p:cNvPr id="6010" name="Google Shape;6010;p44">
            <a:extLst>
              <a:ext uri="{FF2B5EF4-FFF2-40B4-BE49-F238E27FC236}">
                <a16:creationId xmlns:a16="http://schemas.microsoft.com/office/drawing/2014/main" id="{4D62FDCF-2ABB-B13A-7F70-218EC7CF9706}"/>
              </a:ext>
            </a:extLst>
          </p:cNvPr>
          <p:cNvSpPr/>
          <p:nvPr/>
        </p:nvSpPr>
        <p:spPr>
          <a:xfrm>
            <a:off x="3702840" y="787559"/>
            <a:ext cx="1566553" cy="530576"/>
          </a:xfrm>
          <a:custGeom>
            <a:avLst/>
            <a:gdLst/>
            <a:ahLst/>
            <a:cxnLst/>
            <a:rect l="l" t="t" r="r" b="b"/>
            <a:pathLst>
              <a:path w="272511" h="143593" extrusionOk="0">
                <a:moveTo>
                  <a:pt x="251027" y="1"/>
                </a:moveTo>
                <a:cubicBezTo>
                  <a:pt x="245294" y="1"/>
                  <a:pt x="237572" y="381"/>
                  <a:pt x="227184" y="1118"/>
                </a:cubicBezTo>
                <a:cubicBezTo>
                  <a:pt x="222766" y="1431"/>
                  <a:pt x="215826" y="1538"/>
                  <a:pt x="208362" y="1538"/>
                </a:cubicBezTo>
                <a:cubicBezTo>
                  <a:pt x="195627" y="1538"/>
                  <a:pt x="181370" y="1225"/>
                  <a:pt x="175522" y="1083"/>
                </a:cubicBezTo>
                <a:cubicBezTo>
                  <a:pt x="174989" y="1069"/>
                  <a:pt x="173989" y="1063"/>
                  <a:pt x="172589" y="1063"/>
                </a:cubicBezTo>
                <a:cubicBezTo>
                  <a:pt x="157097" y="1063"/>
                  <a:pt x="92556" y="1810"/>
                  <a:pt x="67749" y="1810"/>
                </a:cubicBezTo>
                <a:cubicBezTo>
                  <a:pt x="64700" y="1810"/>
                  <a:pt x="62251" y="1799"/>
                  <a:pt x="60567" y="1773"/>
                </a:cubicBezTo>
                <a:cubicBezTo>
                  <a:pt x="46982" y="1571"/>
                  <a:pt x="33386" y="1368"/>
                  <a:pt x="19800" y="1166"/>
                </a:cubicBezTo>
                <a:cubicBezTo>
                  <a:pt x="17432" y="1135"/>
                  <a:pt x="14473" y="590"/>
                  <a:pt x="11780" y="590"/>
                </a:cubicBezTo>
                <a:cubicBezTo>
                  <a:pt x="9383" y="590"/>
                  <a:pt x="7196" y="1021"/>
                  <a:pt x="5823" y="2631"/>
                </a:cubicBezTo>
                <a:cubicBezTo>
                  <a:pt x="4287" y="4428"/>
                  <a:pt x="4334" y="8857"/>
                  <a:pt x="4656" y="11203"/>
                </a:cubicBezTo>
                <a:cubicBezTo>
                  <a:pt x="9073" y="43898"/>
                  <a:pt x="0" y="111168"/>
                  <a:pt x="4656" y="141183"/>
                </a:cubicBezTo>
                <a:cubicBezTo>
                  <a:pt x="4906" y="142791"/>
                  <a:pt x="7144" y="142993"/>
                  <a:pt x="8763" y="143076"/>
                </a:cubicBezTo>
                <a:cubicBezTo>
                  <a:pt x="16269" y="143444"/>
                  <a:pt x="22992" y="143592"/>
                  <a:pt x="29104" y="143592"/>
                </a:cubicBezTo>
                <a:cubicBezTo>
                  <a:pt x="54639" y="143592"/>
                  <a:pt x="69514" y="141003"/>
                  <a:pt x="86318" y="141003"/>
                </a:cubicBezTo>
                <a:cubicBezTo>
                  <a:pt x="90106" y="141003"/>
                  <a:pt x="93992" y="141135"/>
                  <a:pt x="98120" y="141457"/>
                </a:cubicBezTo>
                <a:cubicBezTo>
                  <a:pt x="109441" y="142339"/>
                  <a:pt x="120783" y="142673"/>
                  <a:pt x="132134" y="142673"/>
                </a:cubicBezTo>
                <a:cubicBezTo>
                  <a:pt x="152645" y="142673"/>
                  <a:pt x="173184" y="141583"/>
                  <a:pt x="193679" y="140671"/>
                </a:cubicBezTo>
                <a:cubicBezTo>
                  <a:pt x="194430" y="140638"/>
                  <a:pt x="195267" y="140623"/>
                  <a:pt x="196181" y="140623"/>
                </a:cubicBezTo>
                <a:cubicBezTo>
                  <a:pt x="207210" y="140623"/>
                  <a:pt x="229426" y="142867"/>
                  <a:pt x="245705" y="142867"/>
                </a:cubicBezTo>
                <a:cubicBezTo>
                  <a:pt x="255508" y="142867"/>
                  <a:pt x="263157" y="142053"/>
                  <a:pt x="264914" y="139445"/>
                </a:cubicBezTo>
                <a:cubicBezTo>
                  <a:pt x="272511" y="128170"/>
                  <a:pt x="267462" y="96213"/>
                  <a:pt x="268034" y="81259"/>
                </a:cubicBezTo>
                <a:cubicBezTo>
                  <a:pt x="269272" y="49362"/>
                  <a:pt x="268332" y="42707"/>
                  <a:pt x="267308" y="7107"/>
                </a:cubicBezTo>
                <a:cubicBezTo>
                  <a:pt x="267164" y="2261"/>
                  <a:pt x="265009" y="1"/>
                  <a:pt x="251027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000">
              <a:solidFill>
                <a:srgbClr val="EE6137"/>
              </a:solidFill>
              <a:latin typeface="Barrio"/>
              <a:ea typeface="Barrio"/>
              <a:cs typeface="Barrio"/>
              <a:sym typeface="Barrio"/>
            </a:endParaRPr>
          </a:p>
        </p:txBody>
      </p:sp>
      <p:sp>
        <p:nvSpPr>
          <p:cNvPr id="6011" name="Google Shape;6011;p44">
            <a:extLst>
              <a:ext uri="{FF2B5EF4-FFF2-40B4-BE49-F238E27FC236}">
                <a16:creationId xmlns:a16="http://schemas.microsoft.com/office/drawing/2014/main" id="{CB9CD9D8-6454-D900-47AA-D7E97FC4A8BD}"/>
              </a:ext>
            </a:extLst>
          </p:cNvPr>
          <p:cNvSpPr/>
          <p:nvPr/>
        </p:nvSpPr>
        <p:spPr>
          <a:xfrm>
            <a:off x="6427520" y="787559"/>
            <a:ext cx="1748562" cy="530576"/>
          </a:xfrm>
          <a:custGeom>
            <a:avLst/>
            <a:gdLst/>
            <a:ahLst/>
            <a:cxnLst/>
            <a:rect l="l" t="t" r="r" b="b"/>
            <a:pathLst>
              <a:path w="272511" h="143593" extrusionOk="0">
                <a:moveTo>
                  <a:pt x="251027" y="1"/>
                </a:moveTo>
                <a:cubicBezTo>
                  <a:pt x="245294" y="1"/>
                  <a:pt x="237572" y="381"/>
                  <a:pt x="227184" y="1118"/>
                </a:cubicBezTo>
                <a:cubicBezTo>
                  <a:pt x="222766" y="1431"/>
                  <a:pt x="215826" y="1538"/>
                  <a:pt x="208362" y="1538"/>
                </a:cubicBezTo>
                <a:cubicBezTo>
                  <a:pt x="195627" y="1538"/>
                  <a:pt x="181370" y="1225"/>
                  <a:pt x="175522" y="1083"/>
                </a:cubicBezTo>
                <a:cubicBezTo>
                  <a:pt x="174989" y="1069"/>
                  <a:pt x="173989" y="1063"/>
                  <a:pt x="172589" y="1063"/>
                </a:cubicBezTo>
                <a:cubicBezTo>
                  <a:pt x="157097" y="1063"/>
                  <a:pt x="92556" y="1810"/>
                  <a:pt x="67749" y="1810"/>
                </a:cubicBezTo>
                <a:cubicBezTo>
                  <a:pt x="64700" y="1810"/>
                  <a:pt x="62251" y="1799"/>
                  <a:pt x="60567" y="1773"/>
                </a:cubicBezTo>
                <a:cubicBezTo>
                  <a:pt x="46982" y="1571"/>
                  <a:pt x="33386" y="1368"/>
                  <a:pt x="19800" y="1166"/>
                </a:cubicBezTo>
                <a:cubicBezTo>
                  <a:pt x="17432" y="1135"/>
                  <a:pt x="14473" y="590"/>
                  <a:pt x="11780" y="590"/>
                </a:cubicBezTo>
                <a:cubicBezTo>
                  <a:pt x="9383" y="590"/>
                  <a:pt x="7196" y="1021"/>
                  <a:pt x="5823" y="2631"/>
                </a:cubicBezTo>
                <a:cubicBezTo>
                  <a:pt x="4287" y="4428"/>
                  <a:pt x="4334" y="8857"/>
                  <a:pt x="4656" y="11203"/>
                </a:cubicBezTo>
                <a:cubicBezTo>
                  <a:pt x="9073" y="43898"/>
                  <a:pt x="0" y="111168"/>
                  <a:pt x="4656" y="141183"/>
                </a:cubicBezTo>
                <a:cubicBezTo>
                  <a:pt x="4906" y="142791"/>
                  <a:pt x="7144" y="142993"/>
                  <a:pt x="8763" y="143076"/>
                </a:cubicBezTo>
                <a:cubicBezTo>
                  <a:pt x="16269" y="143444"/>
                  <a:pt x="22992" y="143592"/>
                  <a:pt x="29104" y="143592"/>
                </a:cubicBezTo>
                <a:cubicBezTo>
                  <a:pt x="54639" y="143592"/>
                  <a:pt x="69514" y="141003"/>
                  <a:pt x="86318" y="141003"/>
                </a:cubicBezTo>
                <a:cubicBezTo>
                  <a:pt x="90106" y="141003"/>
                  <a:pt x="93992" y="141135"/>
                  <a:pt x="98120" y="141457"/>
                </a:cubicBezTo>
                <a:cubicBezTo>
                  <a:pt x="109441" y="142339"/>
                  <a:pt x="120783" y="142673"/>
                  <a:pt x="132134" y="142673"/>
                </a:cubicBezTo>
                <a:cubicBezTo>
                  <a:pt x="152645" y="142673"/>
                  <a:pt x="173184" y="141583"/>
                  <a:pt x="193679" y="140671"/>
                </a:cubicBezTo>
                <a:cubicBezTo>
                  <a:pt x="194430" y="140638"/>
                  <a:pt x="195267" y="140623"/>
                  <a:pt x="196181" y="140623"/>
                </a:cubicBezTo>
                <a:cubicBezTo>
                  <a:pt x="207210" y="140623"/>
                  <a:pt x="229426" y="142867"/>
                  <a:pt x="245705" y="142867"/>
                </a:cubicBezTo>
                <a:cubicBezTo>
                  <a:pt x="255508" y="142867"/>
                  <a:pt x="263157" y="142053"/>
                  <a:pt x="264914" y="139445"/>
                </a:cubicBezTo>
                <a:cubicBezTo>
                  <a:pt x="272511" y="128170"/>
                  <a:pt x="267462" y="96213"/>
                  <a:pt x="268034" y="81259"/>
                </a:cubicBezTo>
                <a:cubicBezTo>
                  <a:pt x="269272" y="49362"/>
                  <a:pt x="268332" y="42707"/>
                  <a:pt x="267308" y="7107"/>
                </a:cubicBezTo>
                <a:cubicBezTo>
                  <a:pt x="267164" y="2261"/>
                  <a:pt x="265009" y="1"/>
                  <a:pt x="251027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000">
              <a:solidFill>
                <a:srgbClr val="EE6137"/>
              </a:solidFill>
              <a:latin typeface="Barrio"/>
              <a:ea typeface="Barrio"/>
              <a:cs typeface="Barrio"/>
              <a:sym typeface="Barrio"/>
            </a:endParaRPr>
          </a:p>
        </p:txBody>
      </p:sp>
      <p:sp>
        <p:nvSpPr>
          <p:cNvPr id="6008" name="Google Shape;6008;p44">
            <a:extLst>
              <a:ext uri="{FF2B5EF4-FFF2-40B4-BE49-F238E27FC236}">
                <a16:creationId xmlns:a16="http://schemas.microsoft.com/office/drawing/2014/main" id="{2AC705B1-09A9-560B-EE00-1CB685668785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17866" y="767576"/>
            <a:ext cx="1631481" cy="52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latin typeface="Asmatic"/>
                <a:cs typeface="Amatic SC" panose="00000500000000000000" pitchFamily="2" charset="-79"/>
              </a:rPr>
              <a:t>ARIMA</a:t>
            </a:r>
            <a:endParaRPr sz="2800">
              <a:latin typeface="Asmatic"/>
              <a:cs typeface="Amatic SC" panose="00000500000000000000" pitchFamily="2" charset="-79"/>
            </a:endParaRPr>
          </a:p>
        </p:txBody>
      </p:sp>
      <p:sp>
        <p:nvSpPr>
          <p:cNvPr id="6013" name="Google Shape;6013;p44">
            <a:extLst>
              <a:ext uri="{FF2B5EF4-FFF2-40B4-BE49-F238E27FC236}">
                <a16:creationId xmlns:a16="http://schemas.microsoft.com/office/drawing/2014/main" id="{B5F17E3A-2EDE-DA1A-7525-4450DAD6821F}"/>
              </a:ext>
            </a:extLst>
          </p:cNvPr>
          <p:cNvSpPr/>
          <p:nvPr/>
        </p:nvSpPr>
        <p:spPr>
          <a:xfrm>
            <a:off x="551781" y="88880"/>
            <a:ext cx="8040437" cy="530576"/>
          </a:xfrm>
          <a:custGeom>
            <a:avLst/>
            <a:gdLst/>
            <a:ahLst/>
            <a:cxnLst/>
            <a:rect l="l" t="t" r="r" b="b"/>
            <a:pathLst>
              <a:path w="272511" h="143593" extrusionOk="0">
                <a:moveTo>
                  <a:pt x="251027" y="1"/>
                </a:moveTo>
                <a:cubicBezTo>
                  <a:pt x="245294" y="1"/>
                  <a:pt x="237572" y="381"/>
                  <a:pt x="227184" y="1118"/>
                </a:cubicBezTo>
                <a:cubicBezTo>
                  <a:pt x="222766" y="1431"/>
                  <a:pt x="215826" y="1538"/>
                  <a:pt x="208362" y="1538"/>
                </a:cubicBezTo>
                <a:cubicBezTo>
                  <a:pt x="195627" y="1538"/>
                  <a:pt x="181370" y="1225"/>
                  <a:pt x="175522" y="1083"/>
                </a:cubicBezTo>
                <a:cubicBezTo>
                  <a:pt x="174989" y="1069"/>
                  <a:pt x="173989" y="1063"/>
                  <a:pt x="172589" y="1063"/>
                </a:cubicBezTo>
                <a:cubicBezTo>
                  <a:pt x="157097" y="1063"/>
                  <a:pt x="92556" y="1810"/>
                  <a:pt x="67749" y="1810"/>
                </a:cubicBezTo>
                <a:cubicBezTo>
                  <a:pt x="64700" y="1810"/>
                  <a:pt x="62251" y="1799"/>
                  <a:pt x="60567" y="1773"/>
                </a:cubicBezTo>
                <a:cubicBezTo>
                  <a:pt x="46982" y="1571"/>
                  <a:pt x="33386" y="1368"/>
                  <a:pt x="19800" y="1166"/>
                </a:cubicBezTo>
                <a:cubicBezTo>
                  <a:pt x="17432" y="1135"/>
                  <a:pt x="14473" y="590"/>
                  <a:pt x="11780" y="590"/>
                </a:cubicBezTo>
                <a:cubicBezTo>
                  <a:pt x="9383" y="590"/>
                  <a:pt x="7196" y="1021"/>
                  <a:pt x="5823" y="2631"/>
                </a:cubicBezTo>
                <a:cubicBezTo>
                  <a:pt x="4287" y="4428"/>
                  <a:pt x="4334" y="8857"/>
                  <a:pt x="4656" y="11203"/>
                </a:cubicBezTo>
                <a:cubicBezTo>
                  <a:pt x="9073" y="43898"/>
                  <a:pt x="0" y="111168"/>
                  <a:pt x="4656" y="141183"/>
                </a:cubicBezTo>
                <a:cubicBezTo>
                  <a:pt x="4906" y="142791"/>
                  <a:pt x="7144" y="142993"/>
                  <a:pt x="8763" y="143076"/>
                </a:cubicBezTo>
                <a:cubicBezTo>
                  <a:pt x="16269" y="143444"/>
                  <a:pt x="22992" y="143592"/>
                  <a:pt x="29104" y="143592"/>
                </a:cubicBezTo>
                <a:cubicBezTo>
                  <a:pt x="54639" y="143592"/>
                  <a:pt x="69514" y="141003"/>
                  <a:pt x="86318" y="141003"/>
                </a:cubicBezTo>
                <a:cubicBezTo>
                  <a:pt x="90106" y="141003"/>
                  <a:pt x="93992" y="141135"/>
                  <a:pt x="98120" y="141457"/>
                </a:cubicBezTo>
                <a:cubicBezTo>
                  <a:pt x="109441" y="142339"/>
                  <a:pt x="120783" y="142673"/>
                  <a:pt x="132134" y="142673"/>
                </a:cubicBezTo>
                <a:cubicBezTo>
                  <a:pt x="152645" y="142673"/>
                  <a:pt x="173184" y="141583"/>
                  <a:pt x="193679" y="140671"/>
                </a:cubicBezTo>
                <a:cubicBezTo>
                  <a:pt x="194430" y="140638"/>
                  <a:pt x="195267" y="140623"/>
                  <a:pt x="196181" y="140623"/>
                </a:cubicBezTo>
                <a:cubicBezTo>
                  <a:pt x="207210" y="140623"/>
                  <a:pt x="229426" y="142867"/>
                  <a:pt x="245705" y="142867"/>
                </a:cubicBezTo>
                <a:cubicBezTo>
                  <a:pt x="255508" y="142867"/>
                  <a:pt x="263157" y="142053"/>
                  <a:pt x="264914" y="139445"/>
                </a:cubicBezTo>
                <a:cubicBezTo>
                  <a:pt x="272511" y="128170"/>
                  <a:pt x="267462" y="96213"/>
                  <a:pt x="268034" y="81259"/>
                </a:cubicBezTo>
                <a:cubicBezTo>
                  <a:pt x="269272" y="49362"/>
                  <a:pt x="268332" y="42707"/>
                  <a:pt x="267308" y="7107"/>
                </a:cubicBezTo>
                <a:cubicBezTo>
                  <a:pt x="267164" y="2261"/>
                  <a:pt x="265009" y="1"/>
                  <a:pt x="251027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000">
              <a:solidFill>
                <a:srgbClr val="EE6137"/>
              </a:solidFill>
              <a:latin typeface="Barrio"/>
              <a:ea typeface="Barrio"/>
              <a:cs typeface="Barrio"/>
              <a:sym typeface="Barrio"/>
            </a:endParaRPr>
          </a:p>
        </p:txBody>
      </p:sp>
      <p:sp>
        <p:nvSpPr>
          <p:cNvPr id="6014" name="Google Shape;6014;p44">
            <a:extLst>
              <a:ext uri="{FF2B5EF4-FFF2-40B4-BE49-F238E27FC236}">
                <a16:creationId xmlns:a16="http://schemas.microsoft.com/office/drawing/2014/main" id="{98266CFA-4178-40A5-6E4A-86056884E33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2944" y="126896"/>
            <a:ext cx="77040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Implementation</a:t>
            </a:r>
            <a:endParaRPr/>
          </a:p>
        </p:txBody>
      </p:sp>
      <p:sp>
        <p:nvSpPr>
          <p:cNvPr id="6015" name="Google Shape;6015;p44">
            <a:extLst>
              <a:ext uri="{FF2B5EF4-FFF2-40B4-BE49-F238E27FC236}">
                <a16:creationId xmlns:a16="http://schemas.microsoft.com/office/drawing/2014/main" id="{B52B003A-A487-AC51-2E86-185EDAC59C28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316738" y="1480169"/>
            <a:ext cx="2602213" cy="306282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US" sz="1600">
                <a:latin typeface="Asmatic"/>
              </a:rPr>
              <a:t>Trained with order=(1,1, 1)</a:t>
            </a:r>
          </a:p>
          <a:p>
            <a:pPr>
              <a:buNone/>
            </a:pPr>
            <a:r>
              <a:rPr lang="en-US" sz="1600">
                <a:latin typeface="Asmatic"/>
              </a:rPr>
              <a:t>And </a:t>
            </a:r>
            <a:r>
              <a:rPr lang="en-US" sz="1600" err="1">
                <a:latin typeface="Asmatic"/>
              </a:rPr>
              <a:t>seasonal_order</a:t>
            </a:r>
            <a:r>
              <a:rPr lang="en-US" sz="1600">
                <a:latin typeface="Asmatic"/>
              </a:rPr>
              <a:t>=(1, 1,</a:t>
            </a:r>
          </a:p>
          <a:p>
            <a:pPr>
              <a:buNone/>
            </a:pPr>
            <a:r>
              <a:rPr lang="en-US" sz="1600">
                <a:latin typeface="Asmatic"/>
              </a:rPr>
              <a:t>1, 12). </a:t>
            </a:r>
          </a:p>
          <a:p>
            <a:pPr>
              <a:buNone/>
            </a:pPr>
            <a:r>
              <a:rPr lang="en-US" sz="1600">
                <a:latin typeface="Asmatic"/>
              </a:rPr>
              <a:t>Forecasted values for </a:t>
            </a:r>
          </a:p>
          <a:p>
            <a:pPr>
              <a:buNone/>
            </a:pPr>
            <a:r>
              <a:rPr lang="en-US" sz="1600">
                <a:latin typeface="Asmatic"/>
              </a:rPr>
              <a:t>2011–2021. </a:t>
            </a:r>
          </a:p>
          <a:p>
            <a:pPr marL="114300" indent="0">
              <a:buNone/>
            </a:pPr>
            <a:r>
              <a:rPr lang="en-US" sz="1600">
                <a:latin typeface="Asmatic"/>
              </a:rPr>
              <a:t>Evaluated using MAE and RMSE.</a:t>
            </a:r>
            <a:endParaRPr lang="en-US" sz="1400">
              <a:latin typeface="Asmatic"/>
            </a:endParaRPr>
          </a:p>
          <a:p>
            <a:pPr marL="0" indent="0">
              <a:lnSpc>
                <a:spcPct val="100000"/>
              </a:lnSpc>
              <a:spcAft>
                <a:spcPts val="1600"/>
              </a:spcAft>
              <a:buNone/>
            </a:pPr>
            <a:endParaRPr lang="en-US" sz="1200"/>
          </a:p>
          <a:p>
            <a:pPr marL="0" lvl="0" indent="0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endParaRPr sz="1400"/>
          </a:p>
        </p:txBody>
      </p:sp>
      <p:sp>
        <p:nvSpPr>
          <p:cNvPr id="6016" name="Google Shape;6016;p44">
            <a:extLst>
              <a:ext uri="{FF2B5EF4-FFF2-40B4-BE49-F238E27FC236}">
                <a16:creationId xmlns:a16="http://schemas.microsoft.com/office/drawing/2014/main" id="{5FC3FAAA-341D-AD58-9EA4-EC874B6FE797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3056982" y="1588941"/>
            <a:ext cx="2835923" cy="198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US" sz="1600">
                <a:latin typeface="Asmatic"/>
              </a:rPr>
              <a:t>Automatically detects yearly</a:t>
            </a:r>
          </a:p>
          <a:p>
            <a:pPr>
              <a:buNone/>
            </a:pPr>
            <a:r>
              <a:rPr lang="en-US" sz="1600">
                <a:latin typeface="Asmatic"/>
              </a:rPr>
              <a:t>Seasonality. </a:t>
            </a:r>
          </a:p>
          <a:p>
            <a:pPr>
              <a:buNone/>
            </a:pPr>
            <a:r>
              <a:rPr lang="en-US" sz="1600">
                <a:latin typeface="Asmatic"/>
              </a:rPr>
              <a:t>Robust to missing data and</a:t>
            </a:r>
          </a:p>
          <a:p>
            <a:pPr>
              <a:buNone/>
            </a:pPr>
            <a:r>
              <a:rPr lang="en-US" sz="1600">
                <a:latin typeface="Asmatic"/>
              </a:rPr>
              <a:t>outliers. </a:t>
            </a:r>
          </a:p>
          <a:p>
            <a:pPr>
              <a:buNone/>
            </a:pPr>
            <a:r>
              <a:rPr lang="en-US" sz="1600">
                <a:latin typeface="Asmatic"/>
              </a:rPr>
              <a:t>Requires ds (date) and y</a:t>
            </a:r>
          </a:p>
          <a:p>
            <a:pPr>
              <a:buNone/>
            </a:pPr>
            <a:r>
              <a:rPr lang="en-US" sz="1600">
                <a:latin typeface="Asmatic"/>
              </a:rPr>
              <a:t>(target) columns. </a:t>
            </a:r>
          </a:p>
          <a:p>
            <a:pPr>
              <a:buNone/>
            </a:pPr>
            <a:endParaRPr sz="1600">
              <a:latin typeface="Asmatic"/>
            </a:endParaRPr>
          </a:p>
        </p:txBody>
      </p:sp>
      <p:sp>
        <p:nvSpPr>
          <p:cNvPr id="11" name="Google Shape;6008;p44">
            <a:extLst>
              <a:ext uri="{FF2B5EF4-FFF2-40B4-BE49-F238E27FC236}">
                <a16:creationId xmlns:a16="http://schemas.microsoft.com/office/drawing/2014/main" id="{F1934A3E-8F73-ADCF-EFFA-5D71EBF14A75}"/>
              </a:ext>
            </a:extLst>
          </p:cNvPr>
          <p:cNvSpPr txBox="1">
            <a:spLocks/>
          </p:cNvSpPr>
          <p:nvPr/>
        </p:nvSpPr>
        <p:spPr>
          <a:xfrm>
            <a:off x="3644003" y="765532"/>
            <a:ext cx="1661879" cy="52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buClr>
                <a:schemeClr val="dk1"/>
              </a:buClr>
              <a:buSzPts val="3000"/>
              <a:buFont typeface="Amatic SC"/>
              <a:buNone/>
              <a:defRPr sz="2800" b="1">
                <a:solidFill>
                  <a:schemeClr val="dk1"/>
                </a:solidFill>
                <a:latin typeface="Asmatic"/>
                <a:ea typeface="Amatic SC"/>
                <a:cs typeface="Amatic SC" panose="00000500000000000000" pitchFamily="2" charset="-79"/>
                <a:sym typeface="Amatic SC"/>
              </a:defRPr>
            </a:lvl1pPr>
            <a:lvl2pPr>
              <a:buClr>
                <a:schemeClr val="dk1"/>
              </a:buClr>
              <a:buSzPts val="3000"/>
              <a:buFont typeface="Amatic SC"/>
              <a:buNone/>
              <a:defRPr sz="3000" b="1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2pPr>
            <a:lvl3pPr>
              <a:buClr>
                <a:schemeClr val="dk1"/>
              </a:buClr>
              <a:buSzPts val="3000"/>
              <a:buFont typeface="Amatic SC"/>
              <a:buNone/>
              <a:defRPr sz="3000" b="1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3pPr>
            <a:lvl4pPr>
              <a:buClr>
                <a:schemeClr val="dk1"/>
              </a:buClr>
              <a:buSzPts val="3000"/>
              <a:buFont typeface="Amatic SC"/>
              <a:buNone/>
              <a:defRPr sz="3000" b="1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4pPr>
            <a:lvl5pPr>
              <a:buClr>
                <a:schemeClr val="dk1"/>
              </a:buClr>
              <a:buSzPts val="3000"/>
              <a:buFont typeface="Amatic SC"/>
              <a:buNone/>
              <a:defRPr sz="3000" b="1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5pPr>
            <a:lvl6pPr>
              <a:buClr>
                <a:schemeClr val="dk1"/>
              </a:buClr>
              <a:buSzPts val="3000"/>
              <a:buFont typeface="Amatic SC"/>
              <a:buNone/>
              <a:defRPr sz="3000" b="1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6pPr>
            <a:lvl7pPr>
              <a:buClr>
                <a:schemeClr val="dk1"/>
              </a:buClr>
              <a:buSzPts val="3000"/>
              <a:buFont typeface="Amatic SC"/>
              <a:buNone/>
              <a:defRPr sz="3000" b="1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7pPr>
            <a:lvl8pPr>
              <a:buClr>
                <a:schemeClr val="dk1"/>
              </a:buClr>
              <a:buSzPts val="3000"/>
              <a:buFont typeface="Amatic SC"/>
              <a:buNone/>
              <a:defRPr sz="3000" b="1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8pPr>
            <a:lvl9pPr>
              <a:buClr>
                <a:schemeClr val="dk1"/>
              </a:buClr>
              <a:buSzPts val="3000"/>
              <a:buFont typeface="Amatic SC"/>
              <a:buNone/>
              <a:defRPr sz="3000" b="1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9pPr>
          </a:lstStyle>
          <a:p>
            <a:r>
              <a:rPr lang="en-US"/>
              <a:t>P</a:t>
            </a:r>
            <a:r>
              <a:rPr lang="en-IN"/>
              <a:t>ROPHET</a:t>
            </a:r>
          </a:p>
        </p:txBody>
      </p:sp>
      <p:sp>
        <p:nvSpPr>
          <p:cNvPr id="12" name="Google Shape;6008;p44">
            <a:extLst>
              <a:ext uri="{FF2B5EF4-FFF2-40B4-BE49-F238E27FC236}">
                <a16:creationId xmlns:a16="http://schemas.microsoft.com/office/drawing/2014/main" id="{075A6F2F-AD26-5BFD-347E-035E1474561F}"/>
              </a:ext>
            </a:extLst>
          </p:cNvPr>
          <p:cNvSpPr txBox="1">
            <a:spLocks/>
          </p:cNvSpPr>
          <p:nvPr/>
        </p:nvSpPr>
        <p:spPr>
          <a:xfrm>
            <a:off x="6410259" y="767576"/>
            <a:ext cx="1748562" cy="52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indent="0" algn="ctr">
              <a:buClr>
                <a:schemeClr val="dk1"/>
              </a:buClr>
              <a:buSzPts val="3000"/>
              <a:buFont typeface="Amatic SC"/>
              <a:buNone/>
              <a:defRPr sz="2800" b="1">
                <a:solidFill>
                  <a:schemeClr val="dk1"/>
                </a:solidFill>
                <a:latin typeface="Asmatic"/>
                <a:ea typeface="Amatic SC"/>
                <a:cs typeface="Amatic SC" panose="00000500000000000000" pitchFamily="2" charset="-79"/>
              </a:defRPr>
            </a:lvl1pPr>
            <a:lvl2pPr>
              <a:buClr>
                <a:schemeClr val="dk1"/>
              </a:buClr>
              <a:buSzPts val="3000"/>
              <a:buFont typeface="Amatic SC"/>
              <a:buNone/>
              <a:defRPr sz="3000" b="1">
                <a:solidFill>
                  <a:schemeClr val="dk1"/>
                </a:solidFill>
                <a:latin typeface="Amatic SC"/>
                <a:ea typeface="Amatic SC"/>
                <a:cs typeface="Amatic SC"/>
              </a:defRPr>
            </a:lvl2pPr>
            <a:lvl3pPr>
              <a:buClr>
                <a:schemeClr val="dk1"/>
              </a:buClr>
              <a:buSzPts val="3000"/>
              <a:buFont typeface="Amatic SC"/>
              <a:buNone/>
              <a:defRPr sz="3000" b="1">
                <a:solidFill>
                  <a:schemeClr val="dk1"/>
                </a:solidFill>
                <a:latin typeface="Amatic SC"/>
                <a:ea typeface="Amatic SC"/>
                <a:cs typeface="Amatic SC"/>
              </a:defRPr>
            </a:lvl3pPr>
            <a:lvl4pPr>
              <a:buClr>
                <a:schemeClr val="dk1"/>
              </a:buClr>
              <a:buSzPts val="3000"/>
              <a:buFont typeface="Amatic SC"/>
              <a:buNone/>
              <a:defRPr sz="3000" b="1">
                <a:solidFill>
                  <a:schemeClr val="dk1"/>
                </a:solidFill>
                <a:latin typeface="Amatic SC"/>
                <a:ea typeface="Amatic SC"/>
                <a:cs typeface="Amatic SC"/>
              </a:defRPr>
            </a:lvl4pPr>
            <a:lvl5pPr>
              <a:buClr>
                <a:schemeClr val="dk1"/>
              </a:buClr>
              <a:buSzPts val="3000"/>
              <a:buFont typeface="Amatic SC"/>
              <a:buNone/>
              <a:defRPr sz="3000" b="1">
                <a:solidFill>
                  <a:schemeClr val="dk1"/>
                </a:solidFill>
                <a:latin typeface="Amatic SC"/>
                <a:ea typeface="Amatic SC"/>
                <a:cs typeface="Amatic SC"/>
              </a:defRPr>
            </a:lvl5pPr>
            <a:lvl6pPr>
              <a:buClr>
                <a:schemeClr val="dk1"/>
              </a:buClr>
              <a:buSzPts val="3000"/>
              <a:buFont typeface="Amatic SC"/>
              <a:buNone/>
              <a:defRPr sz="3000" b="1">
                <a:solidFill>
                  <a:schemeClr val="dk1"/>
                </a:solidFill>
                <a:latin typeface="Amatic SC"/>
                <a:ea typeface="Amatic SC"/>
                <a:cs typeface="Amatic SC"/>
              </a:defRPr>
            </a:lvl6pPr>
            <a:lvl7pPr>
              <a:buClr>
                <a:schemeClr val="dk1"/>
              </a:buClr>
              <a:buSzPts val="3000"/>
              <a:buFont typeface="Amatic SC"/>
              <a:buNone/>
              <a:defRPr sz="3000" b="1">
                <a:solidFill>
                  <a:schemeClr val="dk1"/>
                </a:solidFill>
                <a:latin typeface="Amatic SC"/>
                <a:ea typeface="Amatic SC"/>
                <a:cs typeface="Amatic SC"/>
              </a:defRPr>
            </a:lvl7pPr>
            <a:lvl8pPr>
              <a:buClr>
                <a:schemeClr val="dk1"/>
              </a:buClr>
              <a:buSzPts val="3000"/>
              <a:buFont typeface="Amatic SC"/>
              <a:buNone/>
              <a:defRPr sz="3000" b="1">
                <a:solidFill>
                  <a:schemeClr val="dk1"/>
                </a:solidFill>
                <a:latin typeface="Amatic SC"/>
                <a:ea typeface="Amatic SC"/>
                <a:cs typeface="Amatic SC"/>
              </a:defRPr>
            </a:lvl8pPr>
            <a:lvl9pPr>
              <a:buClr>
                <a:schemeClr val="dk1"/>
              </a:buClr>
              <a:buSzPts val="3000"/>
              <a:buFont typeface="Amatic SC"/>
              <a:buNone/>
              <a:defRPr sz="3000" b="1">
                <a:solidFill>
                  <a:schemeClr val="dk1"/>
                </a:solidFill>
                <a:latin typeface="Amatic SC"/>
                <a:ea typeface="Amatic SC"/>
                <a:cs typeface="Amatic SC"/>
              </a:defRPr>
            </a:lvl9pPr>
          </a:lstStyle>
          <a:p>
            <a:r>
              <a:rPr lang="en-IN"/>
              <a:t>XGBOOST</a:t>
            </a:r>
          </a:p>
        </p:txBody>
      </p:sp>
      <p:sp>
        <p:nvSpPr>
          <p:cNvPr id="16" name="Google Shape;6016;p44">
            <a:extLst>
              <a:ext uri="{FF2B5EF4-FFF2-40B4-BE49-F238E27FC236}">
                <a16:creationId xmlns:a16="http://schemas.microsoft.com/office/drawing/2014/main" id="{531D63E3-8B2D-799A-A1FF-F3842536A5E4}"/>
              </a:ext>
            </a:extLst>
          </p:cNvPr>
          <p:cNvSpPr txBox="1">
            <a:spLocks/>
          </p:cNvSpPr>
          <p:nvPr/>
        </p:nvSpPr>
        <p:spPr>
          <a:xfrm>
            <a:off x="6129875" y="1554822"/>
            <a:ext cx="2755044" cy="29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indent="-342900">
              <a:lnSpc>
                <a:spcPct val="115000"/>
              </a:lnSpc>
              <a:buClr>
                <a:schemeClr val="dk2"/>
              </a:buClr>
              <a:buSzPts val="1800"/>
              <a:buFont typeface="Oswald Light"/>
              <a:buNone/>
              <a:defRPr sz="1600">
                <a:solidFill>
                  <a:schemeClr val="dk2"/>
                </a:solidFill>
                <a:latin typeface="Asmatic"/>
                <a:ea typeface="Oswald Light"/>
                <a:cs typeface="Oswald Light"/>
                <a:sym typeface="Oswald Light"/>
              </a:defRPr>
            </a:lvl1pPr>
            <a:lvl2pPr marL="914400" indent="-317500">
              <a:lnSpc>
                <a:spcPct val="115000"/>
              </a:lnSpc>
              <a:spcBef>
                <a:spcPts val="1600"/>
              </a:spcBef>
              <a:buClr>
                <a:schemeClr val="dk2"/>
              </a:buClr>
              <a:buSzPts val="1400"/>
              <a:buFont typeface="Oswald Light"/>
              <a:buChar char="○"/>
              <a:defRPr>
                <a:solidFill>
                  <a:schemeClr val="dk2"/>
                </a:solidFill>
                <a:latin typeface="Oswald Light"/>
                <a:ea typeface="Oswald Light"/>
                <a:cs typeface="Oswald Light"/>
                <a:sym typeface="Oswald Light"/>
              </a:defRPr>
            </a:lvl2pPr>
            <a:lvl3pPr marL="1371600" indent="-317500">
              <a:lnSpc>
                <a:spcPct val="115000"/>
              </a:lnSpc>
              <a:spcBef>
                <a:spcPts val="1600"/>
              </a:spcBef>
              <a:buClr>
                <a:schemeClr val="dk2"/>
              </a:buClr>
              <a:buSzPts val="1400"/>
              <a:buFont typeface="Oswald Light"/>
              <a:buChar char="■"/>
              <a:defRPr>
                <a:solidFill>
                  <a:schemeClr val="dk2"/>
                </a:solidFill>
                <a:latin typeface="Oswald Light"/>
                <a:ea typeface="Oswald Light"/>
                <a:cs typeface="Oswald Light"/>
                <a:sym typeface="Oswald Light"/>
              </a:defRPr>
            </a:lvl3pPr>
            <a:lvl4pPr marL="1828800" indent="-317500">
              <a:lnSpc>
                <a:spcPct val="115000"/>
              </a:lnSpc>
              <a:spcBef>
                <a:spcPts val="1600"/>
              </a:spcBef>
              <a:buClr>
                <a:schemeClr val="dk2"/>
              </a:buClr>
              <a:buSzPts val="1400"/>
              <a:buFont typeface="Oswald Light"/>
              <a:buChar char="●"/>
              <a:defRPr>
                <a:solidFill>
                  <a:schemeClr val="dk2"/>
                </a:solidFill>
                <a:latin typeface="Oswald Light"/>
                <a:ea typeface="Oswald Light"/>
                <a:cs typeface="Oswald Light"/>
                <a:sym typeface="Oswald Light"/>
              </a:defRPr>
            </a:lvl4pPr>
            <a:lvl5pPr marL="2286000" indent="-317500">
              <a:lnSpc>
                <a:spcPct val="115000"/>
              </a:lnSpc>
              <a:spcBef>
                <a:spcPts val="1600"/>
              </a:spcBef>
              <a:buClr>
                <a:schemeClr val="dk2"/>
              </a:buClr>
              <a:buSzPts val="1400"/>
              <a:buFont typeface="Oswald Light"/>
              <a:buChar char="○"/>
              <a:defRPr>
                <a:solidFill>
                  <a:schemeClr val="dk2"/>
                </a:solidFill>
                <a:latin typeface="Oswald Light"/>
                <a:ea typeface="Oswald Light"/>
                <a:cs typeface="Oswald Light"/>
                <a:sym typeface="Oswald Light"/>
              </a:defRPr>
            </a:lvl5pPr>
            <a:lvl6pPr marL="2743200" indent="-317500">
              <a:lnSpc>
                <a:spcPct val="115000"/>
              </a:lnSpc>
              <a:spcBef>
                <a:spcPts val="1600"/>
              </a:spcBef>
              <a:buClr>
                <a:schemeClr val="dk2"/>
              </a:buClr>
              <a:buSzPts val="1400"/>
              <a:buFont typeface="Oswald Light"/>
              <a:buChar char="■"/>
              <a:defRPr>
                <a:solidFill>
                  <a:schemeClr val="dk2"/>
                </a:solidFill>
                <a:latin typeface="Oswald Light"/>
                <a:ea typeface="Oswald Light"/>
                <a:cs typeface="Oswald Light"/>
                <a:sym typeface="Oswald Light"/>
              </a:defRPr>
            </a:lvl6pPr>
            <a:lvl7pPr marL="3200400" indent="-317500">
              <a:lnSpc>
                <a:spcPct val="115000"/>
              </a:lnSpc>
              <a:spcBef>
                <a:spcPts val="1600"/>
              </a:spcBef>
              <a:buClr>
                <a:schemeClr val="dk2"/>
              </a:buClr>
              <a:buSzPts val="1400"/>
              <a:buFont typeface="Oswald Light"/>
              <a:buChar char="●"/>
              <a:defRPr>
                <a:solidFill>
                  <a:schemeClr val="dk2"/>
                </a:solidFill>
                <a:latin typeface="Oswald Light"/>
                <a:ea typeface="Oswald Light"/>
                <a:cs typeface="Oswald Light"/>
                <a:sym typeface="Oswald Light"/>
              </a:defRPr>
            </a:lvl7pPr>
            <a:lvl8pPr marL="3657600" indent="-317500">
              <a:lnSpc>
                <a:spcPct val="115000"/>
              </a:lnSpc>
              <a:spcBef>
                <a:spcPts val="1600"/>
              </a:spcBef>
              <a:buClr>
                <a:schemeClr val="dk2"/>
              </a:buClr>
              <a:buSzPts val="1400"/>
              <a:buFont typeface="Oswald Light"/>
              <a:buChar char="○"/>
              <a:defRPr>
                <a:solidFill>
                  <a:schemeClr val="dk2"/>
                </a:solidFill>
                <a:latin typeface="Oswald Light"/>
                <a:ea typeface="Oswald Light"/>
                <a:cs typeface="Oswald Light"/>
                <a:sym typeface="Oswald Light"/>
              </a:defRPr>
            </a:lvl8pPr>
            <a:lvl9pPr marL="4114800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Oswald Light"/>
              <a:buChar char="■"/>
              <a:defRPr>
                <a:solidFill>
                  <a:schemeClr val="dk2"/>
                </a:solidFill>
                <a:latin typeface="Oswald Light"/>
                <a:ea typeface="Oswald Light"/>
                <a:cs typeface="Oswald Light"/>
                <a:sym typeface="Oswald Light"/>
              </a:defRPr>
            </a:lvl9pPr>
          </a:lstStyle>
          <a:p>
            <a:r>
              <a:rPr lang="en-US"/>
              <a:t>Used engineered features:</a:t>
            </a:r>
          </a:p>
          <a:p>
            <a:r>
              <a:rPr lang="en-US"/>
              <a:t>Rainfall_Lag1, Rainfall_Lag2,</a:t>
            </a:r>
          </a:p>
          <a:p>
            <a:r>
              <a:rPr lang="en-US"/>
              <a:t>Rolling_Mean_3M, Month,</a:t>
            </a:r>
          </a:p>
          <a:p>
            <a:r>
              <a:rPr lang="en-US"/>
              <a:t>And Trend_12M. </a:t>
            </a:r>
          </a:p>
          <a:p>
            <a:r>
              <a:rPr lang="en-US"/>
              <a:t>Trained with 100 estimators,</a:t>
            </a:r>
          </a:p>
          <a:p>
            <a:r>
              <a:rPr lang="en-US" err="1"/>
              <a:t>max_depth</a:t>
            </a:r>
            <a:r>
              <a:rPr lang="en-US"/>
              <a:t>=5. </a:t>
            </a:r>
          </a:p>
          <a:p>
            <a:r>
              <a:rPr lang="en-US"/>
              <a:t>Made predictions for 2011</a:t>
            </a:r>
          </a:p>
          <a:p>
            <a:r>
              <a:rPr lang="en-US"/>
              <a:t>2021. </a:t>
            </a:r>
          </a:p>
          <a:p>
            <a:r>
              <a:rPr lang="en-US"/>
              <a:t>Evaluated using MAE and</a:t>
            </a:r>
          </a:p>
          <a:p>
            <a:r>
              <a:rPr lang="en-US"/>
              <a:t>RMSE.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72897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01">
          <a:extLst>
            <a:ext uri="{FF2B5EF4-FFF2-40B4-BE49-F238E27FC236}">
              <a16:creationId xmlns:a16="http://schemas.microsoft.com/office/drawing/2014/main" id="{7B8ACB35-C9E7-282F-F0E3-7B37151EDA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6009;p44">
            <a:extLst>
              <a:ext uri="{FF2B5EF4-FFF2-40B4-BE49-F238E27FC236}">
                <a16:creationId xmlns:a16="http://schemas.microsoft.com/office/drawing/2014/main" id="{ADC7C4DD-8607-79EE-5606-2318C05DBF17}"/>
              </a:ext>
            </a:extLst>
          </p:cNvPr>
          <p:cNvSpPr/>
          <p:nvPr/>
        </p:nvSpPr>
        <p:spPr>
          <a:xfrm>
            <a:off x="622943" y="2928604"/>
            <a:ext cx="8040437" cy="2248636"/>
          </a:xfrm>
          <a:custGeom>
            <a:avLst/>
            <a:gdLst/>
            <a:ahLst/>
            <a:cxnLst/>
            <a:rect l="l" t="t" r="r" b="b"/>
            <a:pathLst>
              <a:path w="272511" h="143593" extrusionOk="0">
                <a:moveTo>
                  <a:pt x="251027" y="1"/>
                </a:moveTo>
                <a:cubicBezTo>
                  <a:pt x="245294" y="1"/>
                  <a:pt x="237572" y="381"/>
                  <a:pt x="227184" y="1118"/>
                </a:cubicBezTo>
                <a:cubicBezTo>
                  <a:pt x="222766" y="1431"/>
                  <a:pt x="215826" y="1538"/>
                  <a:pt x="208362" y="1538"/>
                </a:cubicBezTo>
                <a:cubicBezTo>
                  <a:pt x="195627" y="1538"/>
                  <a:pt x="181370" y="1225"/>
                  <a:pt x="175522" y="1083"/>
                </a:cubicBezTo>
                <a:cubicBezTo>
                  <a:pt x="174989" y="1069"/>
                  <a:pt x="173989" y="1063"/>
                  <a:pt x="172589" y="1063"/>
                </a:cubicBezTo>
                <a:cubicBezTo>
                  <a:pt x="157097" y="1063"/>
                  <a:pt x="92556" y="1810"/>
                  <a:pt x="67749" y="1810"/>
                </a:cubicBezTo>
                <a:cubicBezTo>
                  <a:pt x="64700" y="1810"/>
                  <a:pt x="62251" y="1799"/>
                  <a:pt x="60567" y="1773"/>
                </a:cubicBezTo>
                <a:cubicBezTo>
                  <a:pt x="46982" y="1571"/>
                  <a:pt x="33386" y="1368"/>
                  <a:pt x="19800" y="1166"/>
                </a:cubicBezTo>
                <a:cubicBezTo>
                  <a:pt x="17432" y="1135"/>
                  <a:pt x="14473" y="590"/>
                  <a:pt x="11780" y="590"/>
                </a:cubicBezTo>
                <a:cubicBezTo>
                  <a:pt x="9383" y="590"/>
                  <a:pt x="7196" y="1021"/>
                  <a:pt x="5823" y="2631"/>
                </a:cubicBezTo>
                <a:cubicBezTo>
                  <a:pt x="4287" y="4428"/>
                  <a:pt x="4334" y="8857"/>
                  <a:pt x="4656" y="11203"/>
                </a:cubicBezTo>
                <a:cubicBezTo>
                  <a:pt x="9073" y="43898"/>
                  <a:pt x="0" y="111168"/>
                  <a:pt x="4656" y="141183"/>
                </a:cubicBezTo>
                <a:cubicBezTo>
                  <a:pt x="4906" y="142791"/>
                  <a:pt x="7144" y="142993"/>
                  <a:pt x="8763" y="143076"/>
                </a:cubicBezTo>
                <a:cubicBezTo>
                  <a:pt x="16269" y="143444"/>
                  <a:pt x="22992" y="143592"/>
                  <a:pt x="29104" y="143592"/>
                </a:cubicBezTo>
                <a:cubicBezTo>
                  <a:pt x="54639" y="143592"/>
                  <a:pt x="69514" y="141003"/>
                  <a:pt x="86318" y="141003"/>
                </a:cubicBezTo>
                <a:cubicBezTo>
                  <a:pt x="90106" y="141003"/>
                  <a:pt x="93992" y="141135"/>
                  <a:pt x="98120" y="141457"/>
                </a:cubicBezTo>
                <a:cubicBezTo>
                  <a:pt x="109441" y="142339"/>
                  <a:pt x="120783" y="142673"/>
                  <a:pt x="132134" y="142673"/>
                </a:cubicBezTo>
                <a:cubicBezTo>
                  <a:pt x="152645" y="142673"/>
                  <a:pt x="173184" y="141583"/>
                  <a:pt x="193679" y="140671"/>
                </a:cubicBezTo>
                <a:cubicBezTo>
                  <a:pt x="194430" y="140638"/>
                  <a:pt x="195267" y="140623"/>
                  <a:pt x="196181" y="140623"/>
                </a:cubicBezTo>
                <a:cubicBezTo>
                  <a:pt x="207210" y="140623"/>
                  <a:pt x="229426" y="142867"/>
                  <a:pt x="245705" y="142867"/>
                </a:cubicBezTo>
                <a:cubicBezTo>
                  <a:pt x="255508" y="142867"/>
                  <a:pt x="263157" y="142053"/>
                  <a:pt x="264914" y="139445"/>
                </a:cubicBezTo>
                <a:cubicBezTo>
                  <a:pt x="272511" y="128170"/>
                  <a:pt x="267462" y="96213"/>
                  <a:pt x="268034" y="81259"/>
                </a:cubicBezTo>
                <a:cubicBezTo>
                  <a:pt x="269272" y="49362"/>
                  <a:pt x="268332" y="42707"/>
                  <a:pt x="267308" y="7107"/>
                </a:cubicBezTo>
                <a:cubicBezTo>
                  <a:pt x="267164" y="2261"/>
                  <a:pt x="265009" y="1"/>
                  <a:pt x="251027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000">
              <a:solidFill>
                <a:srgbClr val="EE6137"/>
              </a:solidFill>
              <a:latin typeface="Barrio"/>
              <a:ea typeface="Barrio"/>
              <a:cs typeface="Barrio"/>
              <a:sym typeface="Barrio"/>
            </a:endParaRPr>
          </a:p>
        </p:txBody>
      </p:sp>
      <p:sp>
        <p:nvSpPr>
          <p:cNvPr id="6009" name="Google Shape;6009;p44">
            <a:extLst>
              <a:ext uri="{FF2B5EF4-FFF2-40B4-BE49-F238E27FC236}">
                <a16:creationId xmlns:a16="http://schemas.microsoft.com/office/drawing/2014/main" id="{EC26BE2E-CEB8-6E92-0E47-E8D7BFDB0A64}"/>
              </a:ext>
            </a:extLst>
          </p:cNvPr>
          <p:cNvSpPr/>
          <p:nvPr/>
        </p:nvSpPr>
        <p:spPr>
          <a:xfrm>
            <a:off x="622944" y="649712"/>
            <a:ext cx="8040437" cy="2248636"/>
          </a:xfrm>
          <a:custGeom>
            <a:avLst/>
            <a:gdLst/>
            <a:ahLst/>
            <a:cxnLst/>
            <a:rect l="l" t="t" r="r" b="b"/>
            <a:pathLst>
              <a:path w="272511" h="143593" extrusionOk="0">
                <a:moveTo>
                  <a:pt x="251027" y="1"/>
                </a:moveTo>
                <a:cubicBezTo>
                  <a:pt x="245294" y="1"/>
                  <a:pt x="237572" y="381"/>
                  <a:pt x="227184" y="1118"/>
                </a:cubicBezTo>
                <a:cubicBezTo>
                  <a:pt x="222766" y="1431"/>
                  <a:pt x="215826" y="1538"/>
                  <a:pt x="208362" y="1538"/>
                </a:cubicBezTo>
                <a:cubicBezTo>
                  <a:pt x="195627" y="1538"/>
                  <a:pt x="181370" y="1225"/>
                  <a:pt x="175522" y="1083"/>
                </a:cubicBezTo>
                <a:cubicBezTo>
                  <a:pt x="174989" y="1069"/>
                  <a:pt x="173989" y="1063"/>
                  <a:pt x="172589" y="1063"/>
                </a:cubicBezTo>
                <a:cubicBezTo>
                  <a:pt x="157097" y="1063"/>
                  <a:pt x="92556" y="1810"/>
                  <a:pt x="67749" y="1810"/>
                </a:cubicBezTo>
                <a:cubicBezTo>
                  <a:pt x="64700" y="1810"/>
                  <a:pt x="62251" y="1799"/>
                  <a:pt x="60567" y="1773"/>
                </a:cubicBezTo>
                <a:cubicBezTo>
                  <a:pt x="46982" y="1571"/>
                  <a:pt x="33386" y="1368"/>
                  <a:pt x="19800" y="1166"/>
                </a:cubicBezTo>
                <a:cubicBezTo>
                  <a:pt x="17432" y="1135"/>
                  <a:pt x="14473" y="590"/>
                  <a:pt x="11780" y="590"/>
                </a:cubicBezTo>
                <a:cubicBezTo>
                  <a:pt x="9383" y="590"/>
                  <a:pt x="7196" y="1021"/>
                  <a:pt x="5823" y="2631"/>
                </a:cubicBezTo>
                <a:cubicBezTo>
                  <a:pt x="4287" y="4428"/>
                  <a:pt x="4334" y="8857"/>
                  <a:pt x="4656" y="11203"/>
                </a:cubicBezTo>
                <a:cubicBezTo>
                  <a:pt x="9073" y="43898"/>
                  <a:pt x="0" y="111168"/>
                  <a:pt x="4656" y="141183"/>
                </a:cubicBezTo>
                <a:cubicBezTo>
                  <a:pt x="4906" y="142791"/>
                  <a:pt x="7144" y="142993"/>
                  <a:pt x="8763" y="143076"/>
                </a:cubicBezTo>
                <a:cubicBezTo>
                  <a:pt x="16269" y="143444"/>
                  <a:pt x="22992" y="143592"/>
                  <a:pt x="29104" y="143592"/>
                </a:cubicBezTo>
                <a:cubicBezTo>
                  <a:pt x="54639" y="143592"/>
                  <a:pt x="69514" y="141003"/>
                  <a:pt x="86318" y="141003"/>
                </a:cubicBezTo>
                <a:cubicBezTo>
                  <a:pt x="90106" y="141003"/>
                  <a:pt x="93992" y="141135"/>
                  <a:pt x="98120" y="141457"/>
                </a:cubicBezTo>
                <a:cubicBezTo>
                  <a:pt x="109441" y="142339"/>
                  <a:pt x="120783" y="142673"/>
                  <a:pt x="132134" y="142673"/>
                </a:cubicBezTo>
                <a:cubicBezTo>
                  <a:pt x="152645" y="142673"/>
                  <a:pt x="173184" y="141583"/>
                  <a:pt x="193679" y="140671"/>
                </a:cubicBezTo>
                <a:cubicBezTo>
                  <a:pt x="194430" y="140638"/>
                  <a:pt x="195267" y="140623"/>
                  <a:pt x="196181" y="140623"/>
                </a:cubicBezTo>
                <a:cubicBezTo>
                  <a:pt x="207210" y="140623"/>
                  <a:pt x="229426" y="142867"/>
                  <a:pt x="245705" y="142867"/>
                </a:cubicBezTo>
                <a:cubicBezTo>
                  <a:pt x="255508" y="142867"/>
                  <a:pt x="263157" y="142053"/>
                  <a:pt x="264914" y="139445"/>
                </a:cubicBezTo>
                <a:cubicBezTo>
                  <a:pt x="272511" y="128170"/>
                  <a:pt x="267462" y="96213"/>
                  <a:pt x="268034" y="81259"/>
                </a:cubicBezTo>
                <a:cubicBezTo>
                  <a:pt x="269272" y="49362"/>
                  <a:pt x="268332" y="42707"/>
                  <a:pt x="267308" y="7107"/>
                </a:cubicBezTo>
                <a:cubicBezTo>
                  <a:pt x="267164" y="2261"/>
                  <a:pt x="265009" y="1"/>
                  <a:pt x="251027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000">
              <a:solidFill>
                <a:srgbClr val="EE6137"/>
              </a:solidFill>
              <a:latin typeface="Barrio"/>
              <a:ea typeface="Barrio"/>
              <a:cs typeface="Barrio"/>
              <a:sym typeface="Barrio"/>
            </a:endParaRPr>
          </a:p>
        </p:txBody>
      </p:sp>
      <p:sp>
        <p:nvSpPr>
          <p:cNvPr id="6013" name="Google Shape;6013;p44">
            <a:extLst>
              <a:ext uri="{FF2B5EF4-FFF2-40B4-BE49-F238E27FC236}">
                <a16:creationId xmlns:a16="http://schemas.microsoft.com/office/drawing/2014/main" id="{345ED04F-E932-1081-0D1C-E5C67E3B9573}"/>
              </a:ext>
            </a:extLst>
          </p:cNvPr>
          <p:cNvSpPr/>
          <p:nvPr/>
        </p:nvSpPr>
        <p:spPr>
          <a:xfrm>
            <a:off x="551781" y="88880"/>
            <a:ext cx="8040437" cy="530576"/>
          </a:xfrm>
          <a:custGeom>
            <a:avLst/>
            <a:gdLst/>
            <a:ahLst/>
            <a:cxnLst/>
            <a:rect l="l" t="t" r="r" b="b"/>
            <a:pathLst>
              <a:path w="272511" h="143593" extrusionOk="0">
                <a:moveTo>
                  <a:pt x="251027" y="1"/>
                </a:moveTo>
                <a:cubicBezTo>
                  <a:pt x="245294" y="1"/>
                  <a:pt x="237572" y="381"/>
                  <a:pt x="227184" y="1118"/>
                </a:cubicBezTo>
                <a:cubicBezTo>
                  <a:pt x="222766" y="1431"/>
                  <a:pt x="215826" y="1538"/>
                  <a:pt x="208362" y="1538"/>
                </a:cubicBezTo>
                <a:cubicBezTo>
                  <a:pt x="195627" y="1538"/>
                  <a:pt x="181370" y="1225"/>
                  <a:pt x="175522" y="1083"/>
                </a:cubicBezTo>
                <a:cubicBezTo>
                  <a:pt x="174989" y="1069"/>
                  <a:pt x="173989" y="1063"/>
                  <a:pt x="172589" y="1063"/>
                </a:cubicBezTo>
                <a:cubicBezTo>
                  <a:pt x="157097" y="1063"/>
                  <a:pt x="92556" y="1810"/>
                  <a:pt x="67749" y="1810"/>
                </a:cubicBezTo>
                <a:cubicBezTo>
                  <a:pt x="64700" y="1810"/>
                  <a:pt x="62251" y="1799"/>
                  <a:pt x="60567" y="1773"/>
                </a:cubicBezTo>
                <a:cubicBezTo>
                  <a:pt x="46982" y="1571"/>
                  <a:pt x="33386" y="1368"/>
                  <a:pt x="19800" y="1166"/>
                </a:cubicBezTo>
                <a:cubicBezTo>
                  <a:pt x="17432" y="1135"/>
                  <a:pt x="14473" y="590"/>
                  <a:pt x="11780" y="590"/>
                </a:cubicBezTo>
                <a:cubicBezTo>
                  <a:pt x="9383" y="590"/>
                  <a:pt x="7196" y="1021"/>
                  <a:pt x="5823" y="2631"/>
                </a:cubicBezTo>
                <a:cubicBezTo>
                  <a:pt x="4287" y="4428"/>
                  <a:pt x="4334" y="8857"/>
                  <a:pt x="4656" y="11203"/>
                </a:cubicBezTo>
                <a:cubicBezTo>
                  <a:pt x="9073" y="43898"/>
                  <a:pt x="0" y="111168"/>
                  <a:pt x="4656" y="141183"/>
                </a:cubicBezTo>
                <a:cubicBezTo>
                  <a:pt x="4906" y="142791"/>
                  <a:pt x="7144" y="142993"/>
                  <a:pt x="8763" y="143076"/>
                </a:cubicBezTo>
                <a:cubicBezTo>
                  <a:pt x="16269" y="143444"/>
                  <a:pt x="22992" y="143592"/>
                  <a:pt x="29104" y="143592"/>
                </a:cubicBezTo>
                <a:cubicBezTo>
                  <a:pt x="54639" y="143592"/>
                  <a:pt x="69514" y="141003"/>
                  <a:pt x="86318" y="141003"/>
                </a:cubicBezTo>
                <a:cubicBezTo>
                  <a:pt x="90106" y="141003"/>
                  <a:pt x="93992" y="141135"/>
                  <a:pt x="98120" y="141457"/>
                </a:cubicBezTo>
                <a:cubicBezTo>
                  <a:pt x="109441" y="142339"/>
                  <a:pt x="120783" y="142673"/>
                  <a:pt x="132134" y="142673"/>
                </a:cubicBezTo>
                <a:cubicBezTo>
                  <a:pt x="152645" y="142673"/>
                  <a:pt x="173184" y="141583"/>
                  <a:pt x="193679" y="140671"/>
                </a:cubicBezTo>
                <a:cubicBezTo>
                  <a:pt x="194430" y="140638"/>
                  <a:pt x="195267" y="140623"/>
                  <a:pt x="196181" y="140623"/>
                </a:cubicBezTo>
                <a:cubicBezTo>
                  <a:pt x="207210" y="140623"/>
                  <a:pt x="229426" y="142867"/>
                  <a:pt x="245705" y="142867"/>
                </a:cubicBezTo>
                <a:cubicBezTo>
                  <a:pt x="255508" y="142867"/>
                  <a:pt x="263157" y="142053"/>
                  <a:pt x="264914" y="139445"/>
                </a:cubicBezTo>
                <a:cubicBezTo>
                  <a:pt x="272511" y="128170"/>
                  <a:pt x="267462" y="96213"/>
                  <a:pt x="268034" y="81259"/>
                </a:cubicBezTo>
                <a:cubicBezTo>
                  <a:pt x="269272" y="49362"/>
                  <a:pt x="268332" y="42707"/>
                  <a:pt x="267308" y="7107"/>
                </a:cubicBezTo>
                <a:cubicBezTo>
                  <a:pt x="267164" y="2261"/>
                  <a:pt x="265009" y="1"/>
                  <a:pt x="251027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000">
              <a:solidFill>
                <a:srgbClr val="EE6137"/>
              </a:solidFill>
              <a:latin typeface="Barrio"/>
              <a:ea typeface="Barrio"/>
              <a:cs typeface="Barrio"/>
              <a:sym typeface="Barrio"/>
            </a:endParaRPr>
          </a:p>
        </p:txBody>
      </p:sp>
      <p:sp>
        <p:nvSpPr>
          <p:cNvPr id="6014" name="Google Shape;6014;p44">
            <a:extLst>
              <a:ext uri="{FF2B5EF4-FFF2-40B4-BE49-F238E27FC236}">
                <a16:creationId xmlns:a16="http://schemas.microsoft.com/office/drawing/2014/main" id="{7D32A02D-6810-586A-7A4F-44112D969E7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2944" y="126896"/>
            <a:ext cx="77040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Evaluation &amp; Comparison</a:t>
            </a:r>
            <a:endParaRPr/>
          </a:p>
        </p:txBody>
      </p:sp>
      <p:sp>
        <p:nvSpPr>
          <p:cNvPr id="16" name="Google Shape;6016;p44">
            <a:extLst>
              <a:ext uri="{FF2B5EF4-FFF2-40B4-BE49-F238E27FC236}">
                <a16:creationId xmlns:a16="http://schemas.microsoft.com/office/drawing/2014/main" id="{4B2434CC-2F12-1122-AA05-DFC5452A4599}"/>
              </a:ext>
            </a:extLst>
          </p:cNvPr>
          <p:cNvSpPr txBox="1">
            <a:spLocks/>
          </p:cNvSpPr>
          <p:nvPr/>
        </p:nvSpPr>
        <p:spPr>
          <a:xfrm>
            <a:off x="1007270" y="2978087"/>
            <a:ext cx="7129457" cy="2000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swald Light"/>
              <a:buChar char="●"/>
              <a:defRPr sz="1800" b="0" i="0" u="none" strike="noStrike" cap="none">
                <a:solidFill>
                  <a:schemeClr val="dk2"/>
                </a:solidFill>
                <a:latin typeface="Oswald Light"/>
                <a:ea typeface="Oswald Light"/>
                <a:cs typeface="Oswald Light"/>
                <a:sym typeface="Oswal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swald Light"/>
              <a:buChar char="○"/>
              <a:defRPr sz="1400" b="0" i="0" u="none" strike="noStrike" cap="none">
                <a:solidFill>
                  <a:schemeClr val="dk2"/>
                </a:solidFill>
                <a:latin typeface="Oswald Light"/>
                <a:ea typeface="Oswald Light"/>
                <a:cs typeface="Oswald Light"/>
                <a:sym typeface="Oswal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swald Light"/>
              <a:buChar char="■"/>
              <a:defRPr sz="1400" b="0" i="0" u="none" strike="noStrike" cap="none">
                <a:solidFill>
                  <a:schemeClr val="dk2"/>
                </a:solidFill>
                <a:latin typeface="Oswald Light"/>
                <a:ea typeface="Oswald Light"/>
                <a:cs typeface="Oswald Light"/>
                <a:sym typeface="Oswal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swald Light"/>
              <a:buChar char="●"/>
              <a:defRPr sz="1400" b="0" i="0" u="none" strike="noStrike" cap="none">
                <a:solidFill>
                  <a:schemeClr val="dk2"/>
                </a:solidFill>
                <a:latin typeface="Oswald Light"/>
                <a:ea typeface="Oswald Light"/>
                <a:cs typeface="Oswald Light"/>
                <a:sym typeface="Oswald Light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swald Light"/>
              <a:buChar char="○"/>
              <a:defRPr sz="1400" b="0" i="0" u="none" strike="noStrike" cap="none">
                <a:solidFill>
                  <a:schemeClr val="dk2"/>
                </a:solidFill>
                <a:latin typeface="Oswald Light"/>
                <a:ea typeface="Oswald Light"/>
                <a:cs typeface="Oswald Light"/>
                <a:sym typeface="Oswald Light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swald Light"/>
              <a:buChar char="■"/>
              <a:defRPr sz="1400" b="0" i="0" u="none" strike="noStrike" cap="none">
                <a:solidFill>
                  <a:schemeClr val="dk2"/>
                </a:solidFill>
                <a:latin typeface="Oswald Light"/>
                <a:ea typeface="Oswald Light"/>
                <a:cs typeface="Oswald Light"/>
                <a:sym typeface="Oswald Light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swald Light"/>
              <a:buChar char="●"/>
              <a:defRPr sz="1400" b="0" i="0" u="none" strike="noStrike" cap="none">
                <a:solidFill>
                  <a:schemeClr val="dk2"/>
                </a:solidFill>
                <a:latin typeface="Oswald Light"/>
                <a:ea typeface="Oswald Light"/>
                <a:cs typeface="Oswald Light"/>
                <a:sym typeface="Oswald Light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swald Light"/>
              <a:buChar char="○"/>
              <a:defRPr sz="1400" b="0" i="0" u="none" strike="noStrike" cap="none">
                <a:solidFill>
                  <a:schemeClr val="dk2"/>
                </a:solidFill>
                <a:latin typeface="Oswald Light"/>
                <a:ea typeface="Oswald Light"/>
                <a:cs typeface="Oswald Light"/>
                <a:sym typeface="Oswald Light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Oswald Light"/>
              <a:buChar char="■"/>
              <a:defRPr sz="1400" b="0" i="0" u="none" strike="noStrike" cap="none">
                <a:solidFill>
                  <a:schemeClr val="dk2"/>
                </a:solidFill>
                <a:latin typeface="Oswald Light"/>
                <a:ea typeface="Oswald Light"/>
                <a:cs typeface="Oswald Light"/>
                <a:sym typeface="Oswald Light"/>
              </a:defRPr>
            </a:lvl9pPr>
          </a:lstStyle>
          <a:p>
            <a:pPr>
              <a:buNone/>
            </a:pPr>
            <a:r>
              <a:rPr lang="en-IN" b="0" i="0">
                <a:effectLst/>
                <a:latin typeface="system-ui"/>
              </a:rPr>
              <a:t>➤ </a:t>
            </a:r>
            <a:r>
              <a:rPr lang="en-IN">
                <a:latin typeface="Asmatic"/>
              </a:rPr>
              <a:t>ARIMA &amp; Prophet showed similar performance with high error values</a:t>
            </a:r>
          </a:p>
          <a:p>
            <a:pPr>
              <a:buNone/>
            </a:pPr>
            <a:r>
              <a:rPr lang="en-IN">
                <a:latin typeface="Asmatic"/>
              </a:rPr>
              <a:t>(MAE ~100, RMSE ~186–188).</a:t>
            </a:r>
          </a:p>
          <a:p>
            <a:pPr>
              <a:buNone/>
            </a:pPr>
            <a:r>
              <a:rPr lang="en-IN" b="0" i="0">
                <a:effectLst/>
                <a:latin typeface="system-ui"/>
              </a:rPr>
              <a:t>➤</a:t>
            </a:r>
            <a:r>
              <a:rPr lang="en-IN" b="0" i="0">
                <a:effectLst/>
                <a:latin typeface="Asmatic"/>
              </a:rPr>
              <a:t> </a:t>
            </a:r>
            <a:r>
              <a:rPr lang="en-IN" err="1">
                <a:latin typeface="Asmatic"/>
              </a:rPr>
              <a:t>XGBoost</a:t>
            </a:r>
            <a:r>
              <a:rPr lang="en-IN">
                <a:latin typeface="Asmatic"/>
              </a:rPr>
              <a:t> significantly outperformed others, with much lower MAE</a:t>
            </a:r>
          </a:p>
          <a:p>
            <a:pPr>
              <a:buNone/>
            </a:pPr>
            <a:r>
              <a:rPr lang="en-IN">
                <a:latin typeface="Asmatic"/>
              </a:rPr>
              <a:t>(29.45) and RMSE (65.37).</a:t>
            </a:r>
          </a:p>
          <a:p>
            <a:pPr marL="114300" indent="0">
              <a:buNone/>
            </a:pPr>
            <a:r>
              <a:rPr lang="en-IN" b="0" i="0">
                <a:effectLst/>
                <a:latin typeface="system-ui"/>
              </a:rPr>
              <a:t>➤ </a:t>
            </a:r>
            <a:r>
              <a:rPr lang="en-IN" err="1">
                <a:latin typeface="Asmatic"/>
              </a:rPr>
              <a:t>XGBoost</a:t>
            </a:r>
            <a:r>
              <a:rPr lang="en-IN">
                <a:latin typeface="Asmatic"/>
              </a:rPr>
              <a:t> is the most accurate model for forecasting Mumbai’s rainfall in this analysis.</a:t>
            </a:r>
          </a:p>
          <a:p>
            <a:pPr marL="114300" indent="0">
              <a:buNone/>
            </a:pPr>
            <a:endParaRPr lang="en-US" sz="1600" b="1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F466E27-27A3-C2FE-F1C8-26FC70E3D1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8329" y="729451"/>
            <a:ext cx="5553229" cy="2089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59581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01">
          <a:extLst>
            <a:ext uri="{FF2B5EF4-FFF2-40B4-BE49-F238E27FC236}">
              <a16:creationId xmlns:a16="http://schemas.microsoft.com/office/drawing/2014/main" id="{669DB619-3A82-828D-A0FB-590B0D737E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9" name="Google Shape;6009;p44">
            <a:extLst>
              <a:ext uri="{FF2B5EF4-FFF2-40B4-BE49-F238E27FC236}">
                <a16:creationId xmlns:a16="http://schemas.microsoft.com/office/drawing/2014/main" id="{9635CE6B-448F-2445-1B87-2C83FF6829A6}"/>
              </a:ext>
            </a:extLst>
          </p:cNvPr>
          <p:cNvSpPr/>
          <p:nvPr/>
        </p:nvSpPr>
        <p:spPr>
          <a:xfrm>
            <a:off x="380456" y="799364"/>
            <a:ext cx="8040437" cy="1997176"/>
          </a:xfrm>
          <a:custGeom>
            <a:avLst/>
            <a:gdLst/>
            <a:ahLst/>
            <a:cxnLst/>
            <a:rect l="l" t="t" r="r" b="b"/>
            <a:pathLst>
              <a:path w="272511" h="143593" extrusionOk="0">
                <a:moveTo>
                  <a:pt x="251027" y="1"/>
                </a:moveTo>
                <a:cubicBezTo>
                  <a:pt x="245294" y="1"/>
                  <a:pt x="237572" y="381"/>
                  <a:pt x="227184" y="1118"/>
                </a:cubicBezTo>
                <a:cubicBezTo>
                  <a:pt x="222766" y="1431"/>
                  <a:pt x="215826" y="1538"/>
                  <a:pt x="208362" y="1538"/>
                </a:cubicBezTo>
                <a:cubicBezTo>
                  <a:pt x="195627" y="1538"/>
                  <a:pt x="181370" y="1225"/>
                  <a:pt x="175522" y="1083"/>
                </a:cubicBezTo>
                <a:cubicBezTo>
                  <a:pt x="174989" y="1069"/>
                  <a:pt x="173989" y="1063"/>
                  <a:pt x="172589" y="1063"/>
                </a:cubicBezTo>
                <a:cubicBezTo>
                  <a:pt x="157097" y="1063"/>
                  <a:pt x="92556" y="1810"/>
                  <a:pt x="67749" y="1810"/>
                </a:cubicBezTo>
                <a:cubicBezTo>
                  <a:pt x="64700" y="1810"/>
                  <a:pt x="62251" y="1799"/>
                  <a:pt x="60567" y="1773"/>
                </a:cubicBezTo>
                <a:cubicBezTo>
                  <a:pt x="46982" y="1571"/>
                  <a:pt x="33386" y="1368"/>
                  <a:pt x="19800" y="1166"/>
                </a:cubicBezTo>
                <a:cubicBezTo>
                  <a:pt x="17432" y="1135"/>
                  <a:pt x="14473" y="590"/>
                  <a:pt x="11780" y="590"/>
                </a:cubicBezTo>
                <a:cubicBezTo>
                  <a:pt x="9383" y="590"/>
                  <a:pt x="7196" y="1021"/>
                  <a:pt x="5823" y="2631"/>
                </a:cubicBezTo>
                <a:cubicBezTo>
                  <a:pt x="4287" y="4428"/>
                  <a:pt x="4334" y="8857"/>
                  <a:pt x="4656" y="11203"/>
                </a:cubicBezTo>
                <a:cubicBezTo>
                  <a:pt x="9073" y="43898"/>
                  <a:pt x="0" y="111168"/>
                  <a:pt x="4656" y="141183"/>
                </a:cubicBezTo>
                <a:cubicBezTo>
                  <a:pt x="4906" y="142791"/>
                  <a:pt x="7144" y="142993"/>
                  <a:pt x="8763" y="143076"/>
                </a:cubicBezTo>
                <a:cubicBezTo>
                  <a:pt x="16269" y="143444"/>
                  <a:pt x="22992" y="143592"/>
                  <a:pt x="29104" y="143592"/>
                </a:cubicBezTo>
                <a:cubicBezTo>
                  <a:pt x="54639" y="143592"/>
                  <a:pt x="69514" y="141003"/>
                  <a:pt x="86318" y="141003"/>
                </a:cubicBezTo>
                <a:cubicBezTo>
                  <a:pt x="90106" y="141003"/>
                  <a:pt x="93992" y="141135"/>
                  <a:pt x="98120" y="141457"/>
                </a:cubicBezTo>
                <a:cubicBezTo>
                  <a:pt x="109441" y="142339"/>
                  <a:pt x="120783" y="142673"/>
                  <a:pt x="132134" y="142673"/>
                </a:cubicBezTo>
                <a:cubicBezTo>
                  <a:pt x="152645" y="142673"/>
                  <a:pt x="173184" y="141583"/>
                  <a:pt x="193679" y="140671"/>
                </a:cubicBezTo>
                <a:cubicBezTo>
                  <a:pt x="194430" y="140638"/>
                  <a:pt x="195267" y="140623"/>
                  <a:pt x="196181" y="140623"/>
                </a:cubicBezTo>
                <a:cubicBezTo>
                  <a:pt x="207210" y="140623"/>
                  <a:pt x="229426" y="142867"/>
                  <a:pt x="245705" y="142867"/>
                </a:cubicBezTo>
                <a:cubicBezTo>
                  <a:pt x="255508" y="142867"/>
                  <a:pt x="263157" y="142053"/>
                  <a:pt x="264914" y="139445"/>
                </a:cubicBezTo>
                <a:cubicBezTo>
                  <a:pt x="272511" y="128170"/>
                  <a:pt x="267462" y="96213"/>
                  <a:pt x="268034" y="81259"/>
                </a:cubicBezTo>
                <a:cubicBezTo>
                  <a:pt x="269272" y="49362"/>
                  <a:pt x="268332" y="42707"/>
                  <a:pt x="267308" y="7107"/>
                </a:cubicBezTo>
                <a:cubicBezTo>
                  <a:pt x="267164" y="2261"/>
                  <a:pt x="265009" y="1"/>
                  <a:pt x="251027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000">
              <a:solidFill>
                <a:srgbClr val="EE6137"/>
              </a:solidFill>
              <a:latin typeface="Barrio"/>
              <a:ea typeface="Barrio"/>
              <a:cs typeface="Barrio"/>
              <a:sym typeface="Barrio"/>
            </a:endParaRPr>
          </a:p>
        </p:txBody>
      </p:sp>
      <p:sp>
        <p:nvSpPr>
          <p:cNvPr id="6013" name="Google Shape;6013;p44">
            <a:extLst>
              <a:ext uri="{FF2B5EF4-FFF2-40B4-BE49-F238E27FC236}">
                <a16:creationId xmlns:a16="http://schemas.microsoft.com/office/drawing/2014/main" id="{5A054D3A-B6E9-FE6C-0022-E731D7422028}"/>
              </a:ext>
            </a:extLst>
          </p:cNvPr>
          <p:cNvSpPr/>
          <p:nvPr/>
        </p:nvSpPr>
        <p:spPr>
          <a:xfrm>
            <a:off x="551781" y="88880"/>
            <a:ext cx="8040437" cy="530576"/>
          </a:xfrm>
          <a:custGeom>
            <a:avLst/>
            <a:gdLst/>
            <a:ahLst/>
            <a:cxnLst/>
            <a:rect l="l" t="t" r="r" b="b"/>
            <a:pathLst>
              <a:path w="272511" h="143593" extrusionOk="0">
                <a:moveTo>
                  <a:pt x="251027" y="1"/>
                </a:moveTo>
                <a:cubicBezTo>
                  <a:pt x="245294" y="1"/>
                  <a:pt x="237572" y="381"/>
                  <a:pt x="227184" y="1118"/>
                </a:cubicBezTo>
                <a:cubicBezTo>
                  <a:pt x="222766" y="1431"/>
                  <a:pt x="215826" y="1538"/>
                  <a:pt x="208362" y="1538"/>
                </a:cubicBezTo>
                <a:cubicBezTo>
                  <a:pt x="195627" y="1538"/>
                  <a:pt x="181370" y="1225"/>
                  <a:pt x="175522" y="1083"/>
                </a:cubicBezTo>
                <a:cubicBezTo>
                  <a:pt x="174989" y="1069"/>
                  <a:pt x="173989" y="1063"/>
                  <a:pt x="172589" y="1063"/>
                </a:cubicBezTo>
                <a:cubicBezTo>
                  <a:pt x="157097" y="1063"/>
                  <a:pt x="92556" y="1810"/>
                  <a:pt x="67749" y="1810"/>
                </a:cubicBezTo>
                <a:cubicBezTo>
                  <a:pt x="64700" y="1810"/>
                  <a:pt x="62251" y="1799"/>
                  <a:pt x="60567" y="1773"/>
                </a:cubicBezTo>
                <a:cubicBezTo>
                  <a:pt x="46982" y="1571"/>
                  <a:pt x="33386" y="1368"/>
                  <a:pt x="19800" y="1166"/>
                </a:cubicBezTo>
                <a:cubicBezTo>
                  <a:pt x="17432" y="1135"/>
                  <a:pt x="14473" y="590"/>
                  <a:pt x="11780" y="590"/>
                </a:cubicBezTo>
                <a:cubicBezTo>
                  <a:pt x="9383" y="590"/>
                  <a:pt x="7196" y="1021"/>
                  <a:pt x="5823" y="2631"/>
                </a:cubicBezTo>
                <a:cubicBezTo>
                  <a:pt x="4287" y="4428"/>
                  <a:pt x="4334" y="8857"/>
                  <a:pt x="4656" y="11203"/>
                </a:cubicBezTo>
                <a:cubicBezTo>
                  <a:pt x="9073" y="43898"/>
                  <a:pt x="0" y="111168"/>
                  <a:pt x="4656" y="141183"/>
                </a:cubicBezTo>
                <a:cubicBezTo>
                  <a:pt x="4906" y="142791"/>
                  <a:pt x="7144" y="142993"/>
                  <a:pt x="8763" y="143076"/>
                </a:cubicBezTo>
                <a:cubicBezTo>
                  <a:pt x="16269" y="143444"/>
                  <a:pt x="22992" y="143592"/>
                  <a:pt x="29104" y="143592"/>
                </a:cubicBezTo>
                <a:cubicBezTo>
                  <a:pt x="54639" y="143592"/>
                  <a:pt x="69514" y="141003"/>
                  <a:pt x="86318" y="141003"/>
                </a:cubicBezTo>
                <a:cubicBezTo>
                  <a:pt x="90106" y="141003"/>
                  <a:pt x="93992" y="141135"/>
                  <a:pt x="98120" y="141457"/>
                </a:cubicBezTo>
                <a:cubicBezTo>
                  <a:pt x="109441" y="142339"/>
                  <a:pt x="120783" y="142673"/>
                  <a:pt x="132134" y="142673"/>
                </a:cubicBezTo>
                <a:cubicBezTo>
                  <a:pt x="152645" y="142673"/>
                  <a:pt x="173184" y="141583"/>
                  <a:pt x="193679" y="140671"/>
                </a:cubicBezTo>
                <a:cubicBezTo>
                  <a:pt x="194430" y="140638"/>
                  <a:pt x="195267" y="140623"/>
                  <a:pt x="196181" y="140623"/>
                </a:cubicBezTo>
                <a:cubicBezTo>
                  <a:pt x="207210" y="140623"/>
                  <a:pt x="229426" y="142867"/>
                  <a:pt x="245705" y="142867"/>
                </a:cubicBezTo>
                <a:cubicBezTo>
                  <a:pt x="255508" y="142867"/>
                  <a:pt x="263157" y="142053"/>
                  <a:pt x="264914" y="139445"/>
                </a:cubicBezTo>
                <a:cubicBezTo>
                  <a:pt x="272511" y="128170"/>
                  <a:pt x="267462" y="96213"/>
                  <a:pt x="268034" y="81259"/>
                </a:cubicBezTo>
                <a:cubicBezTo>
                  <a:pt x="269272" y="49362"/>
                  <a:pt x="268332" y="42707"/>
                  <a:pt x="267308" y="7107"/>
                </a:cubicBezTo>
                <a:cubicBezTo>
                  <a:pt x="267164" y="2261"/>
                  <a:pt x="265009" y="1"/>
                  <a:pt x="251027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000">
              <a:solidFill>
                <a:srgbClr val="EE6137"/>
              </a:solidFill>
              <a:latin typeface="Barrio"/>
              <a:ea typeface="Barrio"/>
              <a:cs typeface="Barrio"/>
              <a:sym typeface="Barrio"/>
            </a:endParaRPr>
          </a:p>
        </p:txBody>
      </p:sp>
      <p:sp>
        <p:nvSpPr>
          <p:cNvPr id="6014" name="Google Shape;6014;p44">
            <a:extLst>
              <a:ext uri="{FF2B5EF4-FFF2-40B4-BE49-F238E27FC236}">
                <a16:creationId xmlns:a16="http://schemas.microsoft.com/office/drawing/2014/main" id="{166DB55E-C7BD-2ED8-61E0-E620CD27A0E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2944" y="126896"/>
            <a:ext cx="77040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Fine-Tuning XGBOOST</a:t>
            </a:r>
            <a:endParaRPr/>
          </a:p>
        </p:txBody>
      </p:sp>
      <p:sp>
        <p:nvSpPr>
          <p:cNvPr id="16" name="Google Shape;6016;p44">
            <a:extLst>
              <a:ext uri="{FF2B5EF4-FFF2-40B4-BE49-F238E27FC236}">
                <a16:creationId xmlns:a16="http://schemas.microsoft.com/office/drawing/2014/main" id="{329D88AD-CCF5-1BC4-A68E-D1F44BBF9A58}"/>
              </a:ext>
            </a:extLst>
          </p:cNvPr>
          <p:cNvSpPr txBox="1">
            <a:spLocks/>
          </p:cNvSpPr>
          <p:nvPr/>
        </p:nvSpPr>
        <p:spPr>
          <a:xfrm>
            <a:off x="551781" y="861393"/>
            <a:ext cx="7129457" cy="18208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swald Light"/>
              <a:buChar char="●"/>
              <a:defRPr sz="1800" b="0" i="0" u="none" strike="noStrike" cap="none">
                <a:solidFill>
                  <a:schemeClr val="dk2"/>
                </a:solidFill>
                <a:latin typeface="Oswald Light"/>
                <a:ea typeface="Oswald Light"/>
                <a:cs typeface="Oswald Light"/>
                <a:sym typeface="Oswal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swald Light"/>
              <a:buChar char="○"/>
              <a:defRPr sz="1400" b="0" i="0" u="none" strike="noStrike" cap="none">
                <a:solidFill>
                  <a:schemeClr val="dk2"/>
                </a:solidFill>
                <a:latin typeface="Oswald Light"/>
                <a:ea typeface="Oswald Light"/>
                <a:cs typeface="Oswald Light"/>
                <a:sym typeface="Oswal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swald Light"/>
              <a:buChar char="■"/>
              <a:defRPr sz="1400" b="0" i="0" u="none" strike="noStrike" cap="none">
                <a:solidFill>
                  <a:schemeClr val="dk2"/>
                </a:solidFill>
                <a:latin typeface="Oswald Light"/>
                <a:ea typeface="Oswald Light"/>
                <a:cs typeface="Oswald Light"/>
                <a:sym typeface="Oswal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swald Light"/>
              <a:buChar char="●"/>
              <a:defRPr sz="1400" b="0" i="0" u="none" strike="noStrike" cap="none">
                <a:solidFill>
                  <a:schemeClr val="dk2"/>
                </a:solidFill>
                <a:latin typeface="Oswald Light"/>
                <a:ea typeface="Oswald Light"/>
                <a:cs typeface="Oswald Light"/>
                <a:sym typeface="Oswald Light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swald Light"/>
              <a:buChar char="○"/>
              <a:defRPr sz="1400" b="0" i="0" u="none" strike="noStrike" cap="none">
                <a:solidFill>
                  <a:schemeClr val="dk2"/>
                </a:solidFill>
                <a:latin typeface="Oswald Light"/>
                <a:ea typeface="Oswald Light"/>
                <a:cs typeface="Oswald Light"/>
                <a:sym typeface="Oswald Light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swald Light"/>
              <a:buChar char="■"/>
              <a:defRPr sz="1400" b="0" i="0" u="none" strike="noStrike" cap="none">
                <a:solidFill>
                  <a:schemeClr val="dk2"/>
                </a:solidFill>
                <a:latin typeface="Oswald Light"/>
                <a:ea typeface="Oswald Light"/>
                <a:cs typeface="Oswald Light"/>
                <a:sym typeface="Oswald Light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swald Light"/>
              <a:buChar char="●"/>
              <a:defRPr sz="1400" b="0" i="0" u="none" strike="noStrike" cap="none">
                <a:solidFill>
                  <a:schemeClr val="dk2"/>
                </a:solidFill>
                <a:latin typeface="Oswald Light"/>
                <a:ea typeface="Oswald Light"/>
                <a:cs typeface="Oswald Light"/>
                <a:sym typeface="Oswald Light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swald Light"/>
              <a:buChar char="○"/>
              <a:defRPr sz="1400" b="0" i="0" u="none" strike="noStrike" cap="none">
                <a:solidFill>
                  <a:schemeClr val="dk2"/>
                </a:solidFill>
                <a:latin typeface="Oswald Light"/>
                <a:ea typeface="Oswald Light"/>
                <a:cs typeface="Oswald Light"/>
                <a:sym typeface="Oswald Light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Oswald Light"/>
              <a:buChar char="■"/>
              <a:defRPr sz="1400" b="0" i="0" u="none" strike="noStrike" cap="none">
                <a:solidFill>
                  <a:schemeClr val="dk2"/>
                </a:solidFill>
                <a:latin typeface="Oswald Light"/>
                <a:ea typeface="Oswald Light"/>
                <a:cs typeface="Oswald Light"/>
                <a:sym typeface="Oswald Light"/>
              </a:defRPr>
            </a:lvl9pPr>
          </a:lstStyle>
          <a:p>
            <a:pPr>
              <a:buNone/>
            </a:pPr>
            <a:r>
              <a:rPr lang="en-IN" sz="1600" b="0" i="0">
                <a:effectLst/>
                <a:latin typeface="system-ui"/>
              </a:rPr>
              <a:t> </a:t>
            </a:r>
            <a:r>
              <a:rPr lang="en-US" sz="1600" b="1">
                <a:latin typeface="Asmatic"/>
              </a:rPr>
              <a:t>F</a:t>
            </a:r>
            <a:r>
              <a:rPr lang="en-IN" sz="1600" b="1" err="1">
                <a:latin typeface="Asmatic"/>
              </a:rPr>
              <a:t>eatures</a:t>
            </a:r>
            <a:r>
              <a:rPr lang="en-IN" sz="1600" b="1">
                <a:latin typeface="Asmatic"/>
              </a:rPr>
              <a:t> Used:</a:t>
            </a:r>
          </a:p>
          <a:p>
            <a:pPr>
              <a:buNone/>
            </a:pPr>
            <a:r>
              <a:rPr lang="en-IN" sz="1600">
                <a:latin typeface="Asmatic"/>
              </a:rPr>
              <a:t>Rainfall_Lag1, Rainfall_Lag2, Rolling_Mean_3M, Month, Trend_12M</a:t>
            </a:r>
          </a:p>
          <a:p>
            <a:pPr>
              <a:buNone/>
            </a:pPr>
            <a:endParaRPr lang="en-IN" sz="1600">
              <a:latin typeface="Asmatic"/>
            </a:endParaRPr>
          </a:p>
          <a:p>
            <a:pPr>
              <a:buNone/>
            </a:pPr>
            <a:r>
              <a:rPr lang="en-US" sz="1600" b="1">
                <a:latin typeface="Asmatic"/>
              </a:rPr>
              <a:t>Splitting data:</a:t>
            </a:r>
          </a:p>
          <a:p>
            <a:pPr>
              <a:buNone/>
            </a:pPr>
            <a:r>
              <a:rPr lang="en-US" sz="1600" b="1" err="1">
                <a:latin typeface="Asmatic"/>
              </a:rPr>
              <a:t>X_train</a:t>
            </a:r>
            <a:r>
              <a:rPr lang="en-US" sz="1600" b="1">
                <a:latin typeface="Asmatic"/>
              </a:rPr>
              <a:t> / </a:t>
            </a:r>
            <a:r>
              <a:rPr lang="en-US" sz="1600" b="1" err="1">
                <a:latin typeface="Asmatic"/>
              </a:rPr>
              <a:t>y_train</a:t>
            </a:r>
            <a:r>
              <a:rPr lang="en-US" sz="1600" b="1">
                <a:latin typeface="Asmatic"/>
              </a:rPr>
              <a:t>: </a:t>
            </a:r>
            <a:r>
              <a:rPr lang="en-US" sz="1600">
                <a:latin typeface="Asmatic"/>
              </a:rPr>
              <a:t>1901-2010</a:t>
            </a:r>
          </a:p>
          <a:p>
            <a:pPr>
              <a:buNone/>
            </a:pPr>
            <a:r>
              <a:rPr lang="en-US" sz="1600" b="1" err="1">
                <a:latin typeface="Asmatic"/>
              </a:rPr>
              <a:t>X_test</a:t>
            </a:r>
            <a:r>
              <a:rPr lang="en-US" sz="1600" b="1">
                <a:latin typeface="Asmatic"/>
              </a:rPr>
              <a:t> / </a:t>
            </a:r>
            <a:r>
              <a:rPr lang="en-US" sz="1600" b="1" err="1">
                <a:latin typeface="Asmatic"/>
              </a:rPr>
              <a:t>y_test</a:t>
            </a:r>
            <a:r>
              <a:rPr lang="en-US" sz="1600" b="1">
                <a:latin typeface="Asmatic"/>
              </a:rPr>
              <a:t>: </a:t>
            </a:r>
            <a:r>
              <a:rPr lang="en-US" sz="1600">
                <a:latin typeface="Asmatic"/>
              </a:rPr>
              <a:t>2011-2021</a:t>
            </a:r>
            <a:endParaRPr lang="en-IN" sz="1600" b="1">
              <a:latin typeface="Asmatic"/>
            </a:endParaRPr>
          </a:p>
          <a:p>
            <a:pPr>
              <a:buNone/>
            </a:pPr>
            <a:endParaRPr lang="en-US" sz="1600">
              <a:latin typeface="Asmatic"/>
            </a:endParaRPr>
          </a:p>
        </p:txBody>
      </p:sp>
      <p:sp>
        <p:nvSpPr>
          <p:cNvPr id="2" name="Google Shape;6009;p44">
            <a:extLst>
              <a:ext uri="{FF2B5EF4-FFF2-40B4-BE49-F238E27FC236}">
                <a16:creationId xmlns:a16="http://schemas.microsoft.com/office/drawing/2014/main" id="{AE1945AC-2109-4A74-1946-534BB697061A}"/>
              </a:ext>
            </a:extLst>
          </p:cNvPr>
          <p:cNvSpPr/>
          <p:nvPr/>
        </p:nvSpPr>
        <p:spPr>
          <a:xfrm>
            <a:off x="380457" y="2858569"/>
            <a:ext cx="3955323" cy="1997176"/>
          </a:xfrm>
          <a:custGeom>
            <a:avLst/>
            <a:gdLst/>
            <a:ahLst/>
            <a:cxnLst/>
            <a:rect l="l" t="t" r="r" b="b"/>
            <a:pathLst>
              <a:path w="272511" h="143593" extrusionOk="0">
                <a:moveTo>
                  <a:pt x="251027" y="1"/>
                </a:moveTo>
                <a:cubicBezTo>
                  <a:pt x="245294" y="1"/>
                  <a:pt x="237572" y="381"/>
                  <a:pt x="227184" y="1118"/>
                </a:cubicBezTo>
                <a:cubicBezTo>
                  <a:pt x="222766" y="1431"/>
                  <a:pt x="215826" y="1538"/>
                  <a:pt x="208362" y="1538"/>
                </a:cubicBezTo>
                <a:cubicBezTo>
                  <a:pt x="195627" y="1538"/>
                  <a:pt x="181370" y="1225"/>
                  <a:pt x="175522" y="1083"/>
                </a:cubicBezTo>
                <a:cubicBezTo>
                  <a:pt x="174989" y="1069"/>
                  <a:pt x="173989" y="1063"/>
                  <a:pt x="172589" y="1063"/>
                </a:cubicBezTo>
                <a:cubicBezTo>
                  <a:pt x="157097" y="1063"/>
                  <a:pt x="92556" y="1810"/>
                  <a:pt x="67749" y="1810"/>
                </a:cubicBezTo>
                <a:cubicBezTo>
                  <a:pt x="64700" y="1810"/>
                  <a:pt x="62251" y="1799"/>
                  <a:pt x="60567" y="1773"/>
                </a:cubicBezTo>
                <a:cubicBezTo>
                  <a:pt x="46982" y="1571"/>
                  <a:pt x="33386" y="1368"/>
                  <a:pt x="19800" y="1166"/>
                </a:cubicBezTo>
                <a:cubicBezTo>
                  <a:pt x="17432" y="1135"/>
                  <a:pt x="14473" y="590"/>
                  <a:pt x="11780" y="590"/>
                </a:cubicBezTo>
                <a:cubicBezTo>
                  <a:pt x="9383" y="590"/>
                  <a:pt x="7196" y="1021"/>
                  <a:pt x="5823" y="2631"/>
                </a:cubicBezTo>
                <a:cubicBezTo>
                  <a:pt x="4287" y="4428"/>
                  <a:pt x="4334" y="8857"/>
                  <a:pt x="4656" y="11203"/>
                </a:cubicBezTo>
                <a:cubicBezTo>
                  <a:pt x="9073" y="43898"/>
                  <a:pt x="0" y="111168"/>
                  <a:pt x="4656" y="141183"/>
                </a:cubicBezTo>
                <a:cubicBezTo>
                  <a:pt x="4906" y="142791"/>
                  <a:pt x="7144" y="142993"/>
                  <a:pt x="8763" y="143076"/>
                </a:cubicBezTo>
                <a:cubicBezTo>
                  <a:pt x="16269" y="143444"/>
                  <a:pt x="22992" y="143592"/>
                  <a:pt x="29104" y="143592"/>
                </a:cubicBezTo>
                <a:cubicBezTo>
                  <a:pt x="54639" y="143592"/>
                  <a:pt x="69514" y="141003"/>
                  <a:pt x="86318" y="141003"/>
                </a:cubicBezTo>
                <a:cubicBezTo>
                  <a:pt x="90106" y="141003"/>
                  <a:pt x="93992" y="141135"/>
                  <a:pt x="98120" y="141457"/>
                </a:cubicBezTo>
                <a:cubicBezTo>
                  <a:pt x="109441" y="142339"/>
                  <a:pt x="120783" y="142673"/>
                  <a:pt x="132134" y="142673"/>
                </a:cubicBezTo>
                <a:cubicBezTo>
                  <a:pt x="152645" y="142673"/>
                  <a:pt x="173184" y="141583"/>
                  <a:pt x="193679" y="140671"/>
                </a:cubicBezTo>
                <a:cubicBezTo>
                  <a:pt x="194430" y="140638"/>
                  <a:pt x="195267" y="140623"/>
                  <a:pt x="196181" y="140623"/>
                </a:cubicBezTo>
                <a:cubicBezTo>
                  <a:pt x="207210" y="140623"/>
                  <a:pt x="229426" y="142867"/>
                  <a:pt x="245705" y="142867"/>
                </a:cubicBezTo>
                <a:cubicBezTo>
                  <a:pt x="255508" y="142867"/>
                  <a:pt x="263157" y="142053"/>
                  <a:pt x="264914" y="139445"/>
                </a:cubicBezTo>
                <a:cubicBezTo>
                  <a:pt x="272511" y="128170"/>
                  <a:pt x="267462" y="96213"/>
                  <a:pt x="268034" y="81259"/>
                </a:cubicBezTo>
                <a:cubicBezTo>
                  <a:pt x="269272" y="49362"/>
                  <a:pt x="268332" y="42707"/>
                  <a:pt x="267308" y="7107"/>
                </a:cubicBezTo>
                <a:cubicBezTo>
                  <a:pt x="267164" y="2261"/>
                  <a:pt x="265009" y="1"/>
                  <a:pt x="251027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000">
              <a:solidFill>
                <a:srgbClr val="EE6137"/>
              </a:solidFill>
              <a:latin typeface="Barrio"/>
              <a:ea typeface="Barrio"/>
              <a:cs typeface="Barrio"/>
              <a:sym typeface="Barrio"/>
            </a:endParaRPr>
          </a:p>
        </p:txBody>
      </p:sp>
      <p:sp>
        <p:nvSpPr>
          <p:cNvPr id="4" name="Google Shape;6016;p44">
            <a:extLst>
              <a:ext uri="{FF2B5EF4-FFF2-40B4-BE49-F238E27FC236}">
                <a16:creationId xmlns:a16="http://schemas.microsoft.com/office/drawing/2014/main" id="{41E533D1-1111-67E1-A542-8F460D8FA86A}"/>
              </a:ext>
            </a:extLst>
          </p:cNvPr>
          <p:cNvSpPr txBox="1">
            <a:spLocks/>
          </p:cNvSpPr>
          <p:nvPr/>
        </p:nvSpPr>
        <p:spPr>
          <a:xfrm>
            <a:off x="622944" y="2858569"/>
            <a:ext cx="3316595" cy="18208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swald Light"/>
              <a:buChar char="●"/>
              <a:defRPr sz="1800" b="0" i="0" u="none" strike="noStrike" cap="none">
                <a:solidFill>
                  <a:schemeClr val="dk2"/>
                </a:solidFill>
                <a:latin typeface="Oswald Light"/>
                <a:ea typeface="Oswald Light"/>
                <a:cs typeface="Oswald Light"/>
                <a:sym typeface="Oswal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swald Light"/>
              <a:buChar char="○"/>
              <a:defRPr sz="1400" b="0" i="0" u="none" strike="noStrike" cap="none">
                <a:solidFill>
                  <a:schemeClr val="dk2"/>
                </a:solidFill>
                <a:latin typeface="Oswald Light"/>
                <a:ea typeface="Oswald Light"/>
                <a:cs typeface="Oswald Light"/>
                <a:sym typeface="Oswal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swald Light"/>
              <a:buChar char="■"/>
              <a:defRPr sz="1400" b="0" i="0" u="none" strike="noStrike" cap="none">
                <a:solidFill>
                  <a:schemeClr val="dk2"/>
                </a:solidFill>
                <a:latin typeface="Oswald Light"/>
                <a:ea typeface="Oswald Light"/>
                <a:cs typeface="Oswald Light"/>
                <a:sym typeface="Oswal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swald Light"/>
              <a:buChar char="●"/>
              <a:defRPr sz="1400" b="0" i="0" u="none" strike="noStrike" cap="none">
                <a:solidFill>
                  <a:schemeClr val="dk2"/>
                </a:solidFill>
                <a:latin typeface="Oswald Light"/>
                <a:ea typeface="Oswald Light"/>
                <a:cs typeface="Oswald Light"/>
                <a:sym typeface="Oswald Light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swald Light"/>
              <a:buChar char="○"/>
              <a:defRPr sz="1400" b="0" i="0" u="none" strike="noStrike" cap="none">
                <a:solidFill>
                  <a:schemeClr val="dk2"/>
                </a:solidFill>
                <a:latin typeface="Oswald Light"/>
                <a:ea typeface="Oswald Light"/>
                <a:cs typeface="Oswald Light"/>
                <a:sym typeface="Oswald Light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swald Light"/>
              <a:buChar char="■"/>
              <a:defRPr sz="1400" b="0" i="0" u="none" strike="noStrike" cap="none">
                <a:solidFill>
                  <a:schemeClr val="dk2"/>
                </a:solidFill>
                <a:latin typeface="Oswald Light"/>
                <a:ea typeface="Oswald Light"/>
                <a:cs typeface="Oswald Light"/>
                <a:sym typeface="Oswald Light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swald Light"/>
              <a:buChar char="●"/>
              <a:defRPr sz="1400" b="0" i="0" u="none" strike="noStrike" cap="none">
                <a:solidFill>
                  <a:schemeClr val="dk2"/>
                </a:solidFill>
                <a:latin typeface="Oswald Light"/>
                <a:ea typeface="Oswald Light"/>
                <a:cs typeface="Oswald Light"/>
                <a:sym typeface="Oswald Light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swald Light"/>
              <a:buChar char="○"/>
              <a:defRPr sz="1400" b="0" i="0" u="none" strike="noStrike" cap="none">
                <a:solidFill>
                  <a:schemeClr val="dk2"/>
                </a:solidFill>
                <a:latin typeface="Oswald Light"/>
                <a:ea typeface="Oswald Light"/>
                <a:cs typeface="Oswald Light"/>
                <a:sym typeface="Oswald Light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Oswald Light"/>
              <a:buChar char="■"/>
              <a:defRPr sz="1400" b="0" i="0" u="none" strike="noStrike" cap="none">
                <a:solidFill>
                  <a:schemeClr val="dk2"/>
                </a:solidFill>
                <a:latin typeface="Oswald Light"/>
                <a:ea typeface="Oswald Light"/>
                <a:cs typeface="Oswald Light"/>
                <a:sym typeface="Oswald Light"/>
              </a:defRPr>
            </a:lvl9pPr>
          </a:lstStyle>
          <a:p>
            <a:pPr algn="ctr">
              <a:buNone/>
            </a:pPr>
            <a:r>
              <a:rPr lang="en-US" sz="1600" b="1" u="sng">
                <a:latin typeface="Asmatic"/>
              </a:rPr>
              <a:t>Best </a:t>
            </a:r>
            <a:r>
              <a:rPr lang="en-US" sz="1600" b="1" u="sng" err="1">
                <a:latin typeface="Asmatic"/>
              </a:rPr>
              <a:t>Parameteres</a:t>
            </a:r>
            <a:endParaRPr lang="en-IN" sz="1600" b="1" u="sng">
              <a:latin typeface="Asmatic"/>
            </a:endParaRPr>
          </a:p>
          <a:p>
            <a:pPr>
              <a:buNone/>
            </a:pPr>
            <a:r>
              <a:rPr lang="en-IN" sz="1600" err="1">
                <a:latin typeface="Asmatic"/>
              </a:rPr>
              <a:t>learning_rate</a:t>
            </a:r>
            <a:r>
              <a:rPr lang="en-IN" sz="1600">
                <a:latin typeface="Asmatic"/>
              </a:rPr>
              <a:t>:           0.1</a:t>
            </a:r>
          </a:p>
          <a:p>
            <a:pPr>
              <a:buNone/>
            </a:pPr>
            <a:r>
              <a:rPr lang="en-IN" sz="1600" err="1">
                <a:latin typeface="Asmatic"/>
              </a:rPr>
              <a:t>max_depth</a:t>
            </a:r>
            <a:r>
              <a:rPr lang="en-IN" sz="1600">
                <a:latin typeface="Asmatic"/>
              </a:rPr>
              <a:t>:                  3 </a:t>
            </a:r>
          </a:p>
          <a:p>
            <a:pPr>
              <a:buNone/>
            </a:pPr>
            <a:r>
              <a:rPr lang="en-IN" sz="1600" err="1">
                <a:latin typeface="Asmatic"/>
              </a:rPr>
              <a:t>min_child_weight</a:t>
            </a:r>
            <a:r>
              <a:rPr lang="en-IN" sz="1600">
                <a:latin typeface="Asmatic"/>
              </a:rPr>
              <a:t>:      3</a:t>
            </a:r>
          </a:p>
          <a:p>
            <a:pPr>
              <a:buNone/>
            </a:pPr>
            <a:r>
              <a:rPr lang="en-IN" sz="1600" err="1">
                <a:latin typeface="Asmatic"/>
              </a:rPr>
              <a:t>n_estimators</a:t>
            </a:r>
            <a:r>
              <a:rPr lang="en-IN" sz="1600">
                <a:latin typeface="Asmatic"/>
              </a:rPr>
              <a:t>:          300</a:t>
            </a:r>
          </a:p>
          <a:p>
            <a:pPr>
              <a:buNone/>
            </a:pPr>
            <a:r>
              <a:rPr lang="en-IN" sz="1600">
                <a:latin typeface="Asmatic"/>
              </a:rPr>
              <a:t>subsample:               0.7</a:t>
            </a:r>
          </a:p>
          <a:p>
            <a:pPr>
              <a:buNone/>
            </a:pPr>
            <a:endParaRPr lang="en-US" sz="1600">
              <a:latin typeface="Asmatic"/>
            </a:endParaRPr>
          </a:p>
        </p:txBody>
      </p:sp>
      <p:sp>
        <p:nvSpPr>
          <p:cNvPr id="6" name="Google Shape;6009;p44">
            <a:extLst>
              <a:ext uri="{FF2B5EF4-FFF2-40B4-BE49-F238E27FC236}">
                <a16:creationId xmlns:a16="http://schemas.microsoft.com/office/drawing/2014/main" id="{3B7564AE-D7D3-36EB-51BE-DFCF85798812}"/>
              </a:ext>
            </a:extLst>
          </p:cNvPr>
          <p:cNvSpPr/>
          <p:nvPr/>
        </p:nvSpPr>
        <p:spPr>
          <a:xfrm>
            <a:off x="4335780" y="2858569"/>
            <a:ext cx="4085113" cy="1997176"/>
          </a:xfrm>
          <a:custGeom>
            <a:avLst/>
            <a:gdLst/>
            <a:ahLst/>
            <a:cxnLst/>
            <a:rect l="l" t="t" r="r" b="b"/>
            <a:pathLst>
              <a:path w="272511" h="143593" extrusionOk="0">
                <a:moveTo>
                  <a:pt x="251027" y="1"/>
                </a:moveTo>
                <a:cubicBezTo>
                  <a:pt x="245294" y="1"/>
                  <a:pt x="237572" y="381"/>
                  <a:pt x="227184" y="1118"/>
                </a:cubicBezTo>
                <a:cubicBezTo>
                  <a:pt x="222766" y="1431"/>
                  <a:pt x="215826" y="1538"/>
                  <a:pt x="208362" y="1538"/>
                </a:cubicBezTo>
                <a:cubicBezTo>
                  <a:pt x="195627" y="1538"/>
                  <a:pt x="181370" y="1225"/>
                  <a:pt x="175522" y="1083"/>
                </a:cubicBezTo>
                <a:cubicBezTo>
                  <a:pt x="174989" y="1069"/>
                  <a:pt x="173989" y="1063"/>
                  <a:pt x="172589" y="1063"/>
                </a:cubicBezTo>
                <a:cubicBezTo>
                  <a:pt x="157097" y="1063"/>
                  <a:pt x="92556" y="1810"/>
                  <a:pt x="67749" y="1810"/>
                </a:cubicBezTo>
                <a:cubicBezTo>
                  <a:pt x="64700" y="1810"/>
                  <a:pt x="62251" y="1799"/>
                  <a:pt x="60567" y="1773"/>
                </a:cubicBezTo>
                <a:cubicBezTo>
                  <a:pt x="46982" y="1571"/>
                  <a:pt x="33386" y="1368"/>
                  <a:pt x="19800" y="1166"/>
                </a:cubicBezTo>
                <a:cubicBezTo>
                  <a:pt x="17432" y="1135"/>
                  <a:pt x="14473" y="590"/>
                  <a:pt x="11780" y="590"/>
                </a:cubicBezTo>
                <a:cubicBezTo>
                  <a:pt x="9383" y="590"/>
                  <a:pt x="7196" y="1021"/>
                  <a:pt x="5823" y="2631"/>
                </a:cubicBezTo>
                <a:cubicBezTo>
                  <a:pt x="4287" y="4428"/>
                  <a:pt x="4334" y="8857"/>
                  <a:pt x="4656" y="11203"/>
                </a:cubicBezTo>
                <a:cubicBezTo>
                  <a:pt x="9073" y="43898"/>
                  <a:pt x="0" y="111168"/>
                  <a:pt x="4656" y="141183"/>
                </a:cubicBezTo>
                <a:cubicBezTo>
                  <a:pt x="4906" y="142791"/>
                  <a:pt x="7144" y="142993"/>
                  <a:pt x="8763" y="143076"/>
                </a:cubicBezTo>
                <a:cubicBezTo>
                  <a:pt x="16269" y="143444"/>
                  <a:pt x="22992" y="143592"/>
                  <a:pt x="29104" y="143592"/>
                </a:cubicBezTo>
                <a:cubicBezTo>
                  <a:pt x="54639" y="143592"/>
                  <a:pt x="69514" y="141003"/>
                  <a:pt x="86318" y="141003"/>
                </a:cubicBezTo>
                <a:cubicBezTo>
                  <a:pt x="90106" y="141003"/>
                  <a:pt x="93992" y="141135"/>
                  <a:pt x="98120" y="141457"/>
                </a:cubicBezTo>
                <a:cubicBezTo>
                  <a:pt x="109441" y="142339"/>
                  <a:pt x="120783" y="142673"/>
                  <a:pt x="132134" y="142673"/>
                </a:cubicBezTo>
                <a:cubicBezTo>
                  <a:pt x="152645" y="142673"/>
                  <a:pt x="173184" y="141583"/>
                  <a:pt x="193679" y="140671"/>
                </a:cubicBezTo>
                <a:cubicBezTo>
                  <a:pt x="194430" y="140638"/>
                  <a:pt x="195267" y="140623"/>
                  <a:pt x="196181" y="140623"/>
                </a:cubicBezTo>
                <a:cubicBezTo>
                  <a:pt x="207210" y="140623"/>
                  <a:pt x="229426" y="142867"/>
                  <a:pt x="245705" y="142867"/>
                </a:cubicBezTo>
                <a:cubicBezTo>
                  <a:pt x="255508" y="142867"/>
                  <a:pt x="263157" y="142053"/>
                  <a:pt x="264914" y="139445"/>
                </a:cubicBezTo>
                <a:cubicBezTo>
                  <a:pt x="272511" y="128170"/>
                  <a:pt x="267462" y="96213"/>
                  <a:pt x="268034" y="81259"/>
                </a:cubicBezTo>
                <a:cubicBezTo>
                  <a:pt x="269272" y="49362"/>
                  <a:pt x="268332" y="42707"/>
                  <a:pt x="267308" y="7107"/>
                </a:cubicBezTo>
                <a:cubicBezTo>
                  <a:pt x="267164" y="2261"/>
                  <a:pt x="265009" y="1"/>
                  <a:pt x="251027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000">
              <a:solidFill>
                <a:srgbClr val="EE6137"/>
              </a:solidFill>
              <a:latin typeface="Barrio"/>
              <a:ea typeface="Barrio"/>
              <a:cs typeface="Barrio"/>
              <a:sym typeface="Barrio"/>
            </a:endParaRPr>
          </a:p>
        </p:txBody>
      </p:sp>
      <p:sp>
        <p:nvSpPr>
          <p:cNvPr id="7" name="Google Shape;6016;p44">
            <a:extLst>
              <a:ext uri="{FF2B5EF4-FFF2-40B4-BE49-F238E27FC236}">
                <a16:creationId xmlns:a16="http://schemas.microsoft.com/office/drawing/2014/main" id="{A2512D24-770B-CE9D-C5A5-4D03FF307C80}"/>
              </a:ext>
            </a:extLst>
          </p:cNvPr>
          <p:cNvSpPr txBox="1">
            <a:spLocks/>
          </p:cNvSpPr>
          <p:nvPr/>
        </p:nvSpPr>
        <p:spPr>
          <a:xfrm>
            <a:off x="4463820" y="2858569"/>
            <a:ext cx="3863124" cy="18208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swald Light"/>
              <a:buChar char="●"/>
              <a:defRPr sz="1800" b="0" i="0" u="none" strike="noStrike" cap="none">
                <a:solidFill>
                  <a:schemeClr val="dk2"/>
                </a:solidFill>
                <a:latin typeface="Oswald Light"/>
                <a:ea typeface="Oswald Light"/>
                <a:cs typeface="Oswald Light"/>
                <a:sym typeface="Oswal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swald Light"/>
              <a:buChar char="○"/>
              <a:defRPr sz="1400" b="0" i="0" u="none" strike="noStrike" cap="none">
                <a:solidFill>
                  <a:schemeClr val="dk2"/>
                </a:solidFill>
                <a:latin typeface="Oswald Light"/>
                <a:ea typeface="Oswald Light"/>
                <a:cs typeface="Oswald Light"/>
                <a:sym typeface="Oswal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swald Light"/>
              <a:buChar char="■"/>
              <a:defRPr sz="1400" b="0" i="0" u="none" strike="noStrike" cap="none">
                <a:solidFill>
                  <a:schemeClr val="dk2"/>
                </a:solidFill>
                <a:latin typeface="Oswald Light"/>
                <a:ea typeface="Oswald Light"/>
                <a:cs typeface="Oswald Light"/>
                <a:sym typeface="Oswal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swald Light"/>
              <a:buChar char="●"/>
              <a:defRPr sz="1400" b="0" i="0" u="none" strike="noStrike" cap="none">
                <a:solidFill>
                  <a:schemeClr val="dk2"/>
                </a:solidFill>
                <a:latin typeface="Oswald Light"/>
                <a:ea typeface="Oswald Light"/>
                <a:cs typeface="Oswald Light"/>
                <a:sym typeface="Oswald Light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swald Light"/>
              <a:buChar char="○"/>
              <a:defRPr sz="1400" b="0" i="0" u="none" strike="noStrike" cap="none">
                <a:solidFill>
                  <a:schemeClr val="dk2"/>
                </a:solidFill>
                <a:latin typeface="Oswald Light"/>
                <a:ea typeface="Oswald Light"/>
                <a:cs typeface="Oswald Light"/>
                <a:sym typeface="Oswald Light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swald Light"/>
              <a:buChar char="■"/>
              <a:defRPr sz="1400" b="0" i="0" u="none" strike="noStrike" cap="none">
                <a:solidFill>
                  <a:schemeClr val="dk2"/>
                </a:solidFill>
                <a:latin typeface="Oswald Light"/>
                <a:ea typeface="Oswald Light"/>
                <a:cs typeface="Oswald Light"/>
                <a:sym typeface="Oswald Light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swald Light"/>
              <a:buChar char="●"/>
              <a:defRPr sz="1400" b="0" i="0" u="none" strike="noStrike" cap="none">
                <a:solidFill>
                  <a:schemeClr val="dk2"/>
                </a:solidFill>
                <a:latin typeface="Oswald Light"/>
                <a:ea typeface="Oswald Light"/>
                <a:cs typeface="Oswald Light"/>
                <a:sym typeface="Oswald Light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swald Light"/>
              <a:buChar char="○"/>
              <a:defRPr sz="1400" b="0" i="0" u="none" strike="noStrike" cap="none">
                <a:solidFill>
                  <a:schemeClr val="dk2"/>
                </a:solidFill>
                <a:latin typeface="Oswald Light"/>
                <a:ea typeface="Oswald Light"/>
                <a:cs typeface="Oswald Light"/>
                <a:sym typeface="Oswald Light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Oswald Light"/>
              <a:buChar char="■"/>
              <a:defRPr sz="1400" b="0" i="0" u="none" strike="noStrike" cap="none">
                <a:solidFill>
                  <a:schemeClr val="dk2"/>
                </a:solidFill>
                <a:latin typeface="Oswald Light"/>
                <a:ea typeface="Oswald Light"/>
                <a:cs typeface="Oswald Light"/>
                <a:sym typeface="Oswald Light"/>
              </a:defRPr>
            </a:lvl9pPr>
          </a:lstStyle>
          <a:p>
            <a:pPr algn="ctr">
              <a:buNone/>
            </a:pPr>
            <a:r>
              <a:rPr lang="en-US" sz="1600" b="1" u="sng">
                <a:latin typeface="Asmatic"/>
              </a:rPr>
              <a:t>Tuned XGBOOST Performance</a:t>
            </a:r>
            <a:endParaRPr lang="en-IN" sz="1600" b="1" u="sng">
              <a:latin typeface="Asmatic"/>
            </a:endParaRPr>
          </a:p>
          <a:p>
            <a:pPr>
              <a:buNone/>
            </a:pPr>
            <a:endParaRPr lang="en-US" sz="1600" b="1">
              <a:latin typeface="Asmatic"/>
            </a:endParaRPr>
          </a:p>
          <a:p>
            <a:pPr>
              <a:buNone/>
            </a:pPr>
            <a:r>
              <a:rPr lang="en-US" sz="1600" b="1">
                <a:latin typeface="Asmatic"/>
              </a:rPr>
              <a:t>MAE:    </a:t>
            </a:r>
            <a:r>
              <a:rPr lang="en-IN" sz="1600">
                <a:latin typeface="Asmatic"/>
              </a:rPr>
              <a:t>21.01699890560576</a:t>
            </a:r>
          </a:p>
          <a:p>
            <a:pPr>
              <a:buNone/>
            </a:pPr>
            <a:endParaRPr lang="en-US" sz="1600" b="1">
              <a:latin typeface="Asmatic"/>
            </a:endParaRPr>
          </a:p>
          <a:p>
            <a:pPr>
              <a:buNone/>
            </a:pPr>
            <a:r>
              <a:rPr lang="en-US" sz="1600" b="1">
                <a:latin typeface="Asmatic"/>
              </a:rPr>
              <a:t>RMSE: </a:t>
            </a:r>
            <a:r>
              <a:rPr lang="en-IN" sz="1600">
                <a:latin typeface="Asmatic"/>
              </a:rPr>
              <a:t>43.57881750382878</a:t>
            </a:r>
          </a:p>
          <a:p>
            <a:pPr>
              <a:buNone/>
            </a:pPr>
            <a:endParaRPr lang="en-US" sz="1600" b="1">
              <a:latin typeface="Asmatic"/>
            </a:endParaRPr>
          </a:p>
        </p:txBody>
      </p:sp>
    </p:spTree>
    <p:extLst>
      <p:ext uri="{BB962C8B-B14F-4D97-AF65-F5344CB8AC3E}">
        <p14:creationId xmlns:p14="http://schemas.microsoft.com/office/powerpoint/2010/main" val="6611782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01">
          <a:extLst>
            <a:ext uri="{FF2B5EF4-FFF2-40B4-BE49-F238E27FC236}">
              <a16:creationId xmlns:a16="http://schemas.microsoft.com/office/drawing/2014/main" id="{7723376B-272A-2DEE-7182-3882E8B0BD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6013;p44">
            <a:extLst>
              <a:ext uri="{FF2B5EF4-FFF2-40B4-BE49-F238E27FC236}">
                <a16:creationId xmlns:a16="http://schemas.microsoft.com/office/drawing/2014/main" id="{A20BBE5F-2CC0-C88E-E7AA-2173CF1F8CF0}"/>
              </a:ext>
            </a:extLst>
          </p:cNvPr>
          <p:cNvSpPr/>
          <p:nvPr/>
        </p:nvSpPr>
        <p:spPr>
          <a:xfrm>
            <a:off x="152400" y="3195615"/>
            <a:ext cx="9060179" cy="1861230"/>
          </a:xfrm>
          <a:custGeom>
            <a:avLst/>
            <a:gdLst/>
            <a:ahLst/>
            <a:cxnLst/>
            <a:rect l="l" t="t" r="r" b="b"/>
            <a:pathLst>
              <a:path w="272511" h="143593" extrusionOk="0">
                <a:moveTo>
                  <a:pt x="251027" y="1"/>
                </a:moveTo>
                <a:cubicBezTo>
                  <a:pt x="245294" y="1"/>
                  <a:pt x="237572" y="381"/>
                  <a:pt x="227184" y="1118"/>
                </a:cubicBezTo>
                <a:cubicBezTo>
                  <a:pt x="222766" y="1431"/>
                  <a:pt x="215826" y="1538"/>
                  <a:pt x="208362" y="1538"/>
                </a:cubicBezTo>
                <a:cubicBezTo>
                  <a:pt x="195627" y="1538"/>
                  <a:pt x="181370" y="1225"/>
                  <a:pt x="175522" y="1083"/>
                </a:cubicBezTo>
                <a:cubicBezTo>
                  <a:pt x="174989" y="1069"/>
                  <a:pt x="173989" y="1063"/>
                  <a:pt x="172589" y="1063"/>
                </a:cubicBezTo>
                <a:cubicBezTo>
                  <a:pt x="157097" y="1063"/>
                  <a:pt x="92556" y="1810"/>
                  <a:pt x="67749" y="1810"/>
                </a:cubicBezTo>
                <a:cubicBezTo>
                  <a:pt x="64700" y="1810"/>
                  <a:pt x="62251" y="1799"/>
                  <a:pt x="60567" y="1773"/>
                </a:cubicBezTo>
                <a:cubicBezTo>
                  <a:pt x="46982" y="1571"/>
                  <a:pt x="33386" y="1368"/>
                  <a:pt x="19800" y="1166"/>
                </a:cubicBezTo>
                <a:cubicBezTo>
                  <a:pt x="17432" y="1135"/>
                  <a:pt x="14473" y="590"/>
                  <a:pt x="11780" y="590"/>
                </a:cubicBezTo>
                <a:cubicBezTo>
                  <a:pt x="9383" y="590"/>
                  <a:pt x="7196" y="1021"/>
                  <a:pt x="5823" y="2631"/>
                </a:cubicBezTo>
                <a:cubicBezTo>
                  <a:pt x="4287" y="4428"/>
                  <a:pt x="4334" y="8857"/>
                  <a:pt x="4656" y="11203"/>
                </a:cubicBezTo>
                <a:cubicBezTo>
                  <a:pt x="9073" y="43898"/>
                  <a:pt x="0" y="111168"/>
                  <a:pt x="4656" y="141183"/>
                </a:cubicBezTo>
                <a:cubicBezTo>
                  <a:pt x="4906" y="142791"/>
                  <a:pt x="7144" y="142993"/>
                  <a:pt x="8763" y="143076"/>
                </a:cubicBezTo>
                <a:cubicBezTo>
                  <a:pt x="16269" y="143444"/>
                  <a:pt x="22992" y="143592"/>
                  <a:pt x="29104" y="143592"/>
                </a:cubicBezTo>
                <a:cubicBezTo>
                  <a:pt x="54639" y="143592"/>
                  <a:pt x="69514" y="141003"/>
                  <a:pt x="86318" y="141003"/>
                </a:cubicBezTo>
                <a:cubicBezTo>
                  <a:pt x="90106" y="141003"/>
                  <a:pt x="93992" y="141135"/>
                  <a:pt x="98120" y="141457"/>
                </a:cubicBezTo>
                <a:cubicBezTo>
                  <a:pt x="109441" y="142339"/>
                  <a:pt x="120783" y="142673"/>
                  <a:pt x="132134" y="142673"/>
                </a:cubicBezTo>
                <a:cubicBezTo>
                  <a:pt x="152645" y="142673"/>
                  <a:pt x="173184" y="141583"/>
                  <a:pt x="193679" y="140671"/>
                </a:cubicBezTo>
                <a:cubicBezTo>
                  <a:pt x="194430" y="140638"/>
                  <a:pt x="195267" y="140623"/>
                  <a:pt x="196181" y="140623"/>
                </a:cubicBezTo>
                <a:cubicBezTo>
                  <a:pt x="207210" y="140623"/>
                  <a:pt x="229426" y="142867"/>
                  <a:pt x="245705" y="142867"/>
                </a:cubicBezTo>
                <a:cubicBezTo>
                  <a:pt x="255508" y="142867"/>
                  <a:pt x="263157" y="142053"/>
                  <a:pt x="264914" y="139445"/>
                </a:cubicBezTo>
                <a:cubicBezTo>
                  <a:pt x="272511" y="128170"/>
                  <a:pt x="267462" y="96213"/>
                  <a:pt x="268034" y="81259"/>
                </a:cubicBezTo>
                <a:cubicBezTo>
                  <a:pt x="269272" y="49362"/>
                  <a:pt x="268332" y="42707"/>
                  <a:pt x="267308" y="7107"/>
                </a:cubicBezTo>
                <a:cubicBezTo>
                  <a:pt x="267164" y="2261"/>
                  <a:pt x="265009" y="1"/>
                  <a:pt x="251027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000">
              <a:solidFill>
                <a:srgbClr val="EE6137"/>
              </a:solidFill>
              <a:latin typeface="Barrio"/>
              <a:ea typeface="Barrio"/>
              <a:cs typeface="Barrio"/>
              <a:sym typeface="Barrio"/>
            </a:endParaRPr>
          </a:p>
        </p:txBody>
      </p:sp>
      <p:sp>
        <p:nvSpPr>
          <p:cNvPr id="6009" name="Google Shape;6009;p44">
            <a:extLst>
              <a:ext uri="{FF2B5EF4-FFF2-40B4-BE49-F238E27FC236}">
                <a16:creationId xmlns:a16="http://schemas.microsoft.com/office/drawing/2014/main" id="{44FE13E2-B704-B132-8539-11821596C1EA}"/>
              </a:ext>
            </a:extLst>
          </p:cNvPr>
          <p:cNvSpPr/>
          <p:nvPr/>
        </p:nvSpPr>
        <p:spPr>
          <a:xfrm>
            <a:off x="96290" y="682740"/>
            <a:ext cx="8826730" cy="2437650"/>
          </a:xfrm>
          <a:custGeom>
            <a:avLst/>
            <a:gdLst/>
            <a:ahLst/>
            <a:cxnLst/>
            <a:rect l="l" t="t" r="r" b="b"/>
            <a:pathLst>
              <a:path w="272511" h="143593" extrusionOk="0">
                <a:moveTo>
                  <a:pt x="251027" y="1"/>
                </a:moveTo>
                <a:cubicBezTo>
                  <a:pt x="245294" y="1"/>
                  <a:pt x="237572" y="381"/>
                  <a:pt x="227184" y="1118"/>
                </a:cubicBezTo>
                <a:cubicBezTo>
                  <a:pt x="222766" y="1431"/>
                  <a:pt x="215826" y="1538"/>
                  <a:pt x="208362" y="1538"/>
                </a:cubicBezTo>
                <a:cubicBezTo>
                  <a:pt x="195627" y="1538"/>
                  <a:pt x="181370" y="1225"/>
                  <a:pt x="175522" y="1083"/>
                </a:cubicBezTo>
                <a:cubicBezTo>
                  <a:pt x="174989" y="1069"/>
                  <a:pt x="173989" y="1063"/>
                  <a:pt x="172589" y="1063"/>
                </a:cubicBezTo>
                <a:cubicBezTo>
                  <a:pt x="157097" y="1063"/>
                  <a:pt x="92556" y="1810"/>
                  <a:pt x="67749" y="1810"/>
                </a:cubicBezTo>
                <a:cubicBezTo>
                  <a:pt x="64700" y="1810"/>
                  <a:pt x="62251" y="1799"/>
                  <a:pt x="60567" y="1773"/>
                </a:cubicBezTo>
                <a:cubicBezTo>
                  <a:pt x="46982" y="1571"/>
                  <a:pt x="33386" y="1368"/>
                  <a:pt x="19800" y="1166"/>
                </a:cubicBezTo>
                <a:cubicBezTo>
                  <a:pt x="17432" y="1135"/>
                  <a:pt x="14473" y="590"/>
                  <a:pt x="11780" y="590"/>
                </a:cubicBezTo>
                <a:cubicBezTo>
                  <a:pt x="9383" y="590"/>
                  <a:pt x="7196" y="1021"/>
                  <a:pt x="5823" y="2631"/>
                </a:cubicBezTo>
                <a:cubicBezTo>
                  <a:pt x="4287" y="4428"/>
                  <a:pt x="4334" y="8857"/>
                  <a:pt x="4656" y="11203"/>
                </a:cubicBezTo>
                <a:cubicBezTo>
                  <a:pt x="9073" y="43898"/>
                  <a:pt x="0" y="111168"/>
                  <a:pt x="4656" y="141183"/>
                </a:cubicBezTo>
                <a:cubicBezTo>
                  <a:pt x="4906" y="142791"/>
                  <a:pt x="7144" y="142993"/>
                  <a:pt x="8763" y="143076"/>
                </a:cubicBezTo>
                <a:cubicBezTo>
                  <a:pt x="16269" y="143444"/>
                  <a:pt x="22992" y="143592"/>
                  <a:pt x="29104" y="143592"/>
                </a:cubicBezTo>
                <a:cubicBezTo>
                  <a:pt x="54639" y="143592"/>
                  <a:pt x="69514" y="141003"/>
                  <a:pt x="86318" y="141003"/>
                </a:cubicBezTo>
                <a:cubicBezTo>
                  <a:pt x="90106" y="141003"/>
                  <a:pt x="93992" y="141135"/>
                  <a:pt x="98120" y="141457"/>
                </a:cubicBezTo>
                <a:cubicBezTo>
                  <a:pt x="109441" y="142339"/>
                  <a:pt x="120783" y="142673"/>
                  <a:pt x="132134" y="142673"/>
                </a:cubicBezTo>
                <a:cubicBezTo>
                  <a:pt x="152645" y="142673"/>
                  <a:pt x="173184" y="141583"/>
                  <a:pt x="193679" y="140671"/>
                </a:cubicBezTo>
                <a:cubicBezTo>
                  <a:pt x="194430" y="140638"/>
                  <a:pt x="195267" y="140623"/>
                  <a:pt x="196181" y="140623"/>
                </a:cubicBezTo>
                <a:cubicBezTo>
                  <a:pt x="207210" y="140623"/>
                  <a:pt x="229426" y="142867"/>
                  <a:pt x="245705" y="142867"/>
                </a:cubicBezTo>
                <a:cubicBezTo>
                  <a:pt x="255508" y="142867"/>
                  <a:pt x="263157" y="142053"/>
                  <a:pt x="264914" y="139445"/>
                </a:cubicBezTo>
                <a:cubicBezTo>
                  <a:pt x="272511" y="128170"/>
                  <a:pt x="267462" y="96213"/>
                  <a:pt x="268034" y="81259"/>
                </a:cubicBezTo>
                <a:cubicBezTo>
                  <a:pt x="269272" y="49362"/>
                  <a:pt x="268332" y="42707"/>
                  <a:pt x="267308" y="7107"/>
                </a:cubicBezTo>
                <a:cubicBezTo>
                  <a:pt x="267164" y="2261"/>
                  <a:pt x="265009" y="1"/>
                  <a:pt x="251027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000">
              <a:solidFill>
                <a:srgbClr val="EE6137"/>
              </a:solidFill>
              <a:latin typeface="Barrio"/>
              <a:ea typeface="Barrio"/>
              <a:cs typeface="Barrio"/>
              <a:sym typeface="Barrio"/>
            </a:endParaRPr>
          </a:p>
        </p:txBody>
      </p:sp>
      <p:sp>
        <p:nvSpPr>
          <p:cNvPr id="6013" name="Google Shape;6013;p44">
            <a:extLst>
              <a:ext uri="{FF2B5EF4-FFF2-40B4-BE49-F238E27FC236}">
                <a16:creationId xmlns:a16="http://schemas.microsoft.com/office/drawing/2014/main" id="{0AAF923A-E94B-98CE-209A-D362FF61E965}"/>
              </a:ext>
            </a:extLst>
          </p:cNvPr>
          <p:cNvSpPr/>
          <p:nvPr/>
        </p:nvSpPr>
        <p:spPr>
          <a:xfrm>
            <a:off x="551781" y="88880"/>
            <a:ext cx="8040437" cy="530576"/>
          </a:xfrm>
          <a:custGeom>
            <a:avLst/>
            <a:gdLst/>
            <a:ahLst/>
            <a:cxnLst/>
            <a:rect l="l" t="t" r="r" b="b"/>
            <a:pathLst>
              <a:path w="272511" h="143593" extrusionOk="0">
                <a:moveTo>
                  <a:pt x="251027" y="1"/>
                </a:moveTo>
                <a:cubicBezTo>
                  <a:pt x="245294" y="1"/>
                  <a:pt x="237572" y="381"/>
                  <a:pt x="227184" y="1118"/>
                </a:cubicBezTo>
                <a:cubicBezTo>
                  <a:pt x="222766" y="1431"/>
                  <a:pt x="215826" y="1538"/>
                  <a:pt x="208362" y="1538"/>
                </a:cubicBezTo>
                <a:cubicBezTo>
                  <a:pt x="195627" y="1538"/>
                  <a:pt x="181370" y="1225"/>
                  <a:pt x="175522" y="1083"/>
                </a:cubicBezTo>
                <a:cubicBezTo>
                  <a:pt x="174989" y="1069"/>
                  <a:pt x="173989" y="1063"/>
                  <a:pt x="172589" y="1063"/>
                </a:cubicBezTo>
                <a:cubicBezTo>
                  <a:pt x="157097" y="1063"/>
                  <a:pt x="92556" y="1810"/>
                  <a:pt x="67749" y="1810"/>
                </a:cubicBezTo>
                <a:cubicBezTo>
                  <a:pt x="64700" y="1810"/>
                  <a:pt x="62251" y="1799"/>
                  <a:pt x="60567" y="1773"/>
                </a:cubicBezTo>
                <a:cubicBezTo>
                  <a:pt x="46982" y="1571"/>
                  <a:pt x="33386" y="1368"/>
                  <a:pt x="19800" y="1166"/>
                </a:cubicBezTo>
                <a:cubicBezTo>
                  <a:pt x="17432" y="1135"/>
                  <a:pt x="14473" y="590"/>
                  <a:pt x="11780" y="590"/>
                </a:cubicBezTo>
                <a:cubicBezTo>
                  <a:pt x="9383" y="590"/>
                  <a:pt x="7196" y="1021"/>
                  <a:pt x="5823" y="2631"/>
                </a:cubicBezTo>
                <a:cubicBezTo>
                  <a:pt x="4287" y="4428"/>
                  <a:pt x="4334" y="8857"/>
                  <a:pt x="4656" y="11203"/>
                </a:cubicBezTo>
                <a:cubicBezTo>
                  <a:pt x="9073" y="43898"/>
                  <a:pt x="0" y="111168"/>
                  <a:pt x="4656" y="141183"/>
                </a:cubicBezTo>
                <a:cubicBezTo>
                  <a:pt x="4906" y="142791"/>
                  <a:pt x="7144" y="142993"/>
                  <a:pt x="8763" y="143076"/>
                </a:cubicBezTo>
                <a:cubicBezTo>
                  <a:pt x="16269" y="143444"/>
                  <a:pt x="22992" y="143592"/>
                  <a:pt x="29104" y="143592"/>
                </a:cubicBezTo>
                <a:cubicBezTo>
                  <a:pt x="54639" y="143592"/>
                  <a:pt x="69514" y="141003"/>
                  <a:pt x="86318" y="141003"/>
                </a:cubicBezTo>
                <a:cubicBezTo>
                  <a:pt x="90106" y="141003"/>
                  <a:pt x="93992" y="141135"/>
                  <a:pt x="98120" y="141457"/>
                </a:cubicBezTo>
                <a:cubicBezTo>
                  <a:pt x="109441" y="142339"/>
                  <a:pt x="120783" y="142673"/>
                  <a:pt x="132134" y="142673"/>
                </a:cubicBezTo>
                <a:cubicBezTo>
                  <a:pt x="152645" y="142673"/>
                  <a:pt x="173184" y="141583"/>
                  <a:pt x="193679" y="140671"/>
                </a:cubicBezTo>
                <a:cubicBezTo>
                  <a:pt x="194430" y="140638"/>
                  <a:pt x="195267" y="140623"/>
                  <a:pt x="196181" y="140623"/>
                </a:cubicBezTo>
                <a:cubicBezTo>
                  <a:pt x="207210" y="140623"/>
                  <a:pt x="229426" y="142867"/>
                  <a:pt x="245705" y="142867"/>
                </a:cubicBezTo>
                <a:cubicBezTo>
                  <a:pt x="255508" y="142867"/>
                  <a:pt x="263157" y="142053"/>
                  <a:pt x="264914" y="139445"/>
                </a:cubicBezTo>
                <a:cubicBezTo>
                  <a:pt x="272511" y="128170"/>
                  <a:pt x="267462" y="96213"/>
                  <a:pt x="268034" y="81259"/>
                </a:cubicBezTo>
                <a:cubicBezTo>
                  <a:pt x="269272" y="49362"/>
                  <a:pt x="268332" y="42707"/>
                  <a:pt x="267308" y="7107"/>
                </a:cubicBezTo>
                <a:cubicBezTo>
                  <a:pt x="267164" y="2261"/>
                  <a:pt x="265009" y="1"/>
                  <a:pt x="251027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000">
              <a:solidFill>
                <a:srgbClr val="EE6137"/>
              </a:solidFill>
              <a:latin typeface="Barrio"/>
              <a:ea typeface="Barrio"/>
              <a:cs typeface="Barrio"/>
              <a:sym typeface="Barrio"/>
            </a:endParaRPr>
          </a:p>
        </p:txBody>
      </p:sp>
      <p:sp>
        <p:nvSpPr>
          <p:cNvPr id="6014" name="Google Shape;6014;p44">
            <a:extLst>
              <a:ext uri="{FF2B5EF4-FFF2-40B4-BE49-F238E27FC236}">
                <a16:creationId xmlns:a16="http://schemas.microsoft.com/office/drawing/2014/main" id="{3620B7CB-B298-C9AC-985E-5EEF9E45FFB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2944" y="126896"/>
            <a:ext cx="77040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Visualizing Prediction </a:t>
            </a:r>
            <a:endParaRPr/>
          </a:p>
        </p:txBody>
      </p:sp>
      <p:sp>
        <p:nvSpPr>
          <p:cNvPr id="16" name="Google Shape;6016;p44">
            <a:extLst>
              <a:ext uri="{FF2B5EF4-FFF2-40B4-BE49-F238E27FC236}">
                <a16:creationId xmlns:a16="http://schemas.microsoft.com/office/drawing/2014/main" id="{320944D2-0793-033F-BADA-AB63B06CCA25}"/>
              </a:ext>
            </a:extLst>
          </p:cNvPr>
          <p:cNvSpPr txBox="1">
            <a:spLocks/>
          </p:cNvSpPr>
          <p:nvPr/>
        </p:nvSpPr>
        <p:spPr>
          <a:xfrm>
            <a:off x="252891" y="3183674"/>
            <a:ext cx="4319108" cy="1677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457200" indent="-342900">
              <a:lnSpc>
                <a:spcPct val="115000"/>
              </a:lnSpc>
              <a:buClr>
                <a:schemeClr val="dk2"/>
              </a:buClr>
              <a:buSzPts val="1800"/>
              <a:buFont typeface="Oswald Light"/>
              <a:buNone/>
              <a:defRPr sz="1800">
                <a:solidFill>
                  <a:schemeClr val="dk2"/>
                </a:solidFill>
                <a:latin typeface="Asmatic"/>
                <a:ea typeface="Oswald Light"/>
                <a:cs typeface="Oswald Light"/>
              </a:defRPr>
            </a:lvl1pPr>
            <a:lvl2pPr marL="914400" indent="-317500">
              <a:lnSpc>
                <a:spcPct val="115000"/>
              </a:lnSpc>
              <a:spcBef>
                <a:spcPts val="1600"/>
              </a:spcBef>
              <a:buClr>
                <a:schemeClr val="dk2"/>
              </a:buClr>
              <a:buSzPts val="1400"/>
              <a:buFont typeface="Oswald Light"/>
              <a:buChar char="○"/>
              <a:defRPr>
                <a:solidFill>
                  <a:schemeClr val="dk2"/>
                </a:solidFill>
                <a:latin typeface="Oswald Light"/>
                <a:ea typeface="Oswald Light"/>
                <a:cs typeface="Oswald Light"/>
              </a:defRPr>
            </a:lvl2pPr>
            <a:lvl3pPr marL="1371600" indent="-317500">
              <a:lnSpc>
                <a:spcPct val="115000"/>
              </a:lnSpc>
              <a:spcBef>
                <a:spcPts val="1600"/>
              </a:spcBef>
              <a:buClr>
                <a:schemeClr val="dk2"/>
              </a:buClr>
              <a:buSzPts val="1400"/>
              <a:buFont typeface="Oswald Light"/>
              <a:buChar char="■"/>
              <a:defRPr>
                <a:solidFill>
                  <a:schemeClr val="dk2"/>
                </a:solidFill>
                <a:latin typeface="Oswald Light"/>
                <a:ea typeface="Oswald Light"/>
                <a:cs typeface="Oswald Light"/>
              </a:defRPr>
            </a:lvl3pPr>
            <a:lvl4pPr marL="1828800" indent="-317500">
              <a:lnSpc>
                <a:spcPct val="115000"/>
              </a:lnSpc>
              <a:spcBef>
                <a:spcPts val="1600"/>
              </a:spcBef>
              <a:buClr>
                <a:schemeClr val="dk2"/>
              </a:buClr>
              <a:buSzPts val="1400"/>
              <a:buFont typeface="Oswald Light"/>
              <a:buChar char="●"/>
              <a:defRPr>
                <a:solidFill>
                  <a:schemeClr val="dk2"/>
                </a:solidFill>
                <a:latin typeface="Oswald Light"/>
                <a:ea typeface="Oswald Light"/>
                <a:cs typeface="Oswald Light"/>
              </a:defRPr>
            </a:lvl4pPr>
            <a:lvl5pPr marL="2286000" indent="-317500">
              <a:lnSpc>
                <a:spcPct val="115000"/>
              </a:lnSpc>
              <a:spcBef>
                <a:spcPts val="1600"/>
              </a:spcBef>
              <a:buClr>
                <a:schemeClr val="dk2"/>
              </a:buClr>
              <a:buSzPts val="1400"/>
              <a:buFont typeface="Oswald Light"/>
              <a:buChar char="○"/>
              <a:defRPr>
                <a:solidFill>
                  <a:schemeClr val="dk2"/>
                </a:solidFill>
                <a:latin typeface="Oswald Light"/>
                <a:ea typeface="Oswald Light"/>
                <a:cs typeface="Oswald Light"/>
              </a:defRPr>
            </a:lvl5pPr>
            <a:lvl6pPr marL="2743200" indent="-317500">
              <a:lnSpc>
                <a:spcPct val="115000"/>
              </a:lnSpc>
              <a:spcBef>
                <a:spcPts val="1600"/>
              </a:spcBef>
              <a:buClr>
                <a:schemeClr val="dk2"/>
              </a:buClr>
              <a:buSzPts val="1400"/>
              <a:buFont typeface="Oswald Light"/>
              <a:buChar char="■"/>
              <a:defRPr>
                <a:solidFill>
                  <a:schemeClr val="dk2"/>
                </a:solidFill>
                <a:latin typeface="Oswald Light"/>
                <a:ea typeface="Oswald Light"/>
                <a:cs typeface="Oswald Light"/>
              </a:defRPr>
            </a:lvl6pPr>
            <a:lvl7pPr marL="3200400" indent="-317500">
              <a:lnSpc>
                <a:spcPct val="115000"/>
              </a:lnSpc>
              <a:spcBef>
                <a:spcPts val="1600"/>
              </a:spcBef>
              <a:buClr>
                <a:schemeClr val="dk2"/>
              </a:buClr>
              <a:buSzPts val="1400"/>
              <a:buFont typeface="Oswald Light"/>
              <a:buChar char="●"/>
              <a:defRPr>
                <a:solidFill>
                  <a:schemeClr val="dk2"/>
                </a:solidFill>
                <a:latin typeface="Oswald Light"/>
                <a:ea typeface="Oswald Light"/>
                <a:cs typeface="Oswald Light"/>
              </a:defRPr>
            </a:lvl7pPr>
            <a:lvl8pPr marL="3657600" indent="-317500">
              <a:lnSpc>
                <a:spcPct val="115000"/>
              </a:lnSpc>
              <a:spcBef>
                <a:spcPts val="1600"/>
              </a:spcBef>
              <a:buClr>
                <a:schemeClr val="dk2"/>
              </a:buClr>
              <a:buSzPts val="1400"/>
              <a:buFont typeface="Oswald Light"/>
              <a:buChar char="○"/>
              <a:defRPr>
                <a:solidFill>
                  <a:schemeClr val="dk2"/>
                </a:solidFill>
                <a:latin typeface="Oswald Light"/>
                <a:ea typeface="Oswald Light"/>
                <a:cs typeface="Oswald Light"/>
              </a:defRPr>
            </a:lvl8pPr>
            <a:lvl9pPr marL="4114800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Oswald Light"/>
              <a:buChar char="■"/>
              <a:defRPr>
                <a:solidFill>
                  <a:schemeClr val="dk2"/>
                </a:solidFill>
                <a:latin typeface="Oswald Light"/>
                <a:ea typeface="Oswald Light"/>
                <a:cs typeface="Oswald Light"/>
              </a:defRPr>
            </a:lvl9pPr>
          </a:lstStyle>
          <a:p>
            <a:r>
              <a:rPr lang="en-US"/>
              <a:t>🔵 </a:t>
            </a:r>
            <a:r>
              <a:rPr lang="en-US" b="1"/>
              <a:t>Blue Line:</a:t>
            </a:r>
            <a:r>
              <a:rPr lang="en-US"/>
              <a:t> Actual rainfall (2011–2021)</a:t>
            </a:r>
          </a:p>
          <a:p>
            <a:r>
              <a:rPr lang="en-US"/>
              <a:t>🔴 </a:t>
            </a:r>
            <a:r>
              <a:rPr lang="en-US" b="1"/>
              <a:t>Red Line:</a:t>
            </a:r>
            <a:r>
              <a:rPr lang="en-US"/>
              <a:t> </a:t>
            </a:r>
            <a:r>
              <a:rPr lang="en-US" err="1"/>
              <a:t>XGBoost</a:t>
            </a:r>
            <a:r>
              <a:rPr lang="en-US"/>
              <a:t> predictions</a:t>
            </a:r>
          </a:p>
          <a:p>
            <a:endParaRPr lang="en-IN"/>
          </a:p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87FA508-0A85-54F2-792F-C8B9E1135F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681" y="901305"/>
            <a:ext cx="3867455" cy="200052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1B178E1-48A9-26A6-420B-8DA9EB455A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1998" y="901305"/>
            <a:ext cx="3867456" cy="2000521"/>
          </a:xfrm>
          <a:prstGeom prst="rect">
            <a:avLst/>
          </a:prstGeom>
        </p:spPr>
      </p:pic>
      <p:sp>
        <p:nvSpPr>
          <p:cNvPr id="7" name="Google Shape;6016;p44">
            <a:extLst>
              <a:ext uri="{FF2B5EF4-FFF2-40B4-BE49-F238E27FC236}">
                <a16:creationId xmlns:a16="http://schemas.microsoft.com/office/drawing/2014/main" id="{4F915712-7C57-CBF9-03E4-D5EE5E661358}"/>
              </a:ext>
            </a:extLst>
          </p:cNvPr>
          <p:cNvSpPr txBox="1">
            <a:spLocks/>
          </p:cNvSpPr>
          <p:nvPr/>
        </p:nvSpPr>
        <p:spPr>
          <a:xfrm>
            <a:off x="4419238" y="3195615"/>
            <a:ext cx="4793341" cy="20284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swald Light"/>
              <a:buChar char="●"/>
              <a:defRPr sz="1800" b="0" i="0" u="none" strike="noStrike" cap="none">
                <a:solidFill>
                  <a:schemeClr val="dk2"/>
                </a:solidFill>
                <a:latin typeface="Oswald Light"/>
                <a:ea typeface="Oswald Light"/>
                <a:cs typeface="Oswald Light"/>
                <a:sym typeface="Oswal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swald Light"/>
              <a:buChar char="○"/>
              <a:defRPr sz="1400" b="0" i="0" u="none" strike="noStrike" cap="none">
                <a:solidFill>
                  <a:schemeClr val="dk2"/>
                </a:solidFill>
                <a:latin typeface="Oswald Light"/>
                <a:ea typeface="Oswald Light"/>
                <a:cs typeface="Oswald Light"/>
                <a:sym typeface="Oswal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swald Light"/>
              <a:buChar char="■"/>
              <a:defRPr sz="1400" b="0" i="0" u="none" strike="noStrike" cap="none">
                <a:solidFill>
                  <a:schemeClr val="dk2"/>
                </a:solidFill>
                <a:latin typeface="Oswald Light"/>
                <a:ea typeface="Oswald Light"/>
                <a:cs typeface="Oswald Light"/>
                <a:sym typeface="Oswal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swald Light"/>
              <a:buChar char="●"/>
              <a:defRPr sz="1400" b="0" i="0" u="none" strike="noStrike" cap="none">
                <a:solidFill>
                  <a:schemeClr val="dk2"/>
                </a:solidFill>
                <a:latin typeface="Oswald Light"/>
                <a:ea typeface="Oswald Light"/>
                <a:cs typeface="Oswald Light"/>
                <a:sym typeface="Oswald Light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swald Light"/>
              <a:buChar char="○"/>
              <a:defRPr sz="1400" b="0" i="0" u="none" strike="noStrike" cap="none">
                <a:solidFill>
                  <a:schemeClr val="dk2"/>
                </a:solidFill>
                <a:latin typeface="Oswald Light"/>
                <a:ea typeface="Oswald Light"/>
                <a:cs typeface="Oswald Light"/>
                <a:sym typeface="Oswald Light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swald Light"/>
              <a:buChar char="■"/>
              <a:defRPr sz="1400" b="0" i="0" u="none" strike="noStrike" cap="none">
                <a:solidFill>
                  <a:schemeClr val="dk2"/>
                </a:solidFill>
                <a:latin typeface="Oswald Light"/>
                <a:ea typeface="Oswald Light"/>
                <a:cs typeface="Oswald Light"/>
                <a:sym typeface="Oswald Light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swald Light"/>
              <a:buChar char="●"/>
              <a:defRPr sz="1400" b="0" i="0" u="none" strike="noStrike" cap="none">
                <a:solidFill>
                  <a:schemeClr val="dk2"/>
                </a:solidFill>
                <a:latin typeface="Oswald Light"/>
                <a:ea typeface="Oswald Light"/>
                <a:cs typeface="Oswald Light"/>
                <a:sym typeface="Oswald Light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swald Light"/>
              <a:buChar char="○"/>
              <a:defRPr sz="1400" b="0" i="0" u="none" strike="noStrike" cap="none">
                <a:solidFill>
                  <a:schemeClr val="dk2"/>
                </a:solidFill>
                <a:latin typeface="Oswald Light"/>
                <a:ea typeface="Oswald Light"/>
                <a:cs typeface="Oswald Light"/>
                <a:sym typeface="Oswald Light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Oswald Light"/>
              <a:buChar char="■"/>
              <a:defRPr sz="1400" b="0" i="0" u="none" strike="noStrike" cap="none">
                <a:solidFill>
                  <a:schemeClr val="dk2"/>
                </a:solidFill>
                <a:latin typeface="Oswald Light"/>
                <a:ea typeface="Oswald Light"/>
                <a:cs typeface="Oswald Light"/>
                <a:sym typeface="Oswald Light"/>
              </a:defRPr>
            </a:lvl9pPr>
          </a:lstStyle>
          <a:p>
            <a:pPr>
              <a:buNone/>
            </a:pPr>
            <a:r>
              <a:rPr lang="en-IN" b="0" i="0">
                <a:effectLst/>
                <a:latin typeface="system-ui"/>
              </a:rPr>
              <a:t>➤ </a:t>
            </a:r>
            <a:r>
              <a:rPr lang="en-US">
                <a:latin typeface="Asmatic"/>
              </a:rPr>
              <a:t>Strong alignment with seasonal rainfall</a:t>
            </a:r>
          </a:p>
          <a:p>
            <a:pPr>
              <a:buNone/>
            </a:pPr>
            <a:r>
              <a:rPr lang="en-US">
                <a:latin typeface="Asmatic"/>
              </a:rPr>
              <a:t>peaks.</a:t>
            </a:r>
          </a:p>
          <a:p>
            <a:pPr>
              <a:buNone/>
            </a:pPr>
            <a:r>
              <a:rPr lang="en-IN" b="0" i="0">
                <a:effectLst/>
                <a:latin typeface="system-ui"/>
              </a:rPr>
              <a:t>➤ </a:t>
            </a:r>
            <a:r>
              <a:rPr lang="en-US">
                <a:latin typeface="Asmatic"/>
              </a:rPr>
              <a:t>Accurate tracking of monsoon patterns</a:t>
            </a:r>
          </a:p>
          <a:p>
            <a:pPr>
              <a:buNone/>
            </a:pPr>
            <a:r>
              <a:rPr lang="en-US">
                <a:latin typeface="Asmatic"/>
              </a:rPr>
              <a:t>and dry Periods. </a:t>
            </a:r>
          </a:p>
          <a:p>
            <a:pPr marL="114300" indent="0">
              <a:buNone/>
            </a:pPr>
            <a:r>
              <a:rPr lang="en-IN" b="0" i="0">
                <a:effectLst/>
                <a:latin typeface="system-ui"/>
              </a:rPr>
              <a:t>➤ </a:t>
            </a:r>
            <a:r>
              <a:rPr lang="en-US">
                <a:latin typeface="Asmatic"/>
              </a:rPr>
              <a:t>Visually confirms model’s predictive power.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DEC7D62-F845-595F-4251-18DB061DDA46}"/>
              </a:ext>
            </a:extLst>
          </p:cNvPr>
          <p:cNvCxnSpPr>
            <a:cxnSpLocks/>
          </p:cNvCxnSpPr>
          <p:nvPr/>
        </p:nvCxnSpPr>
        <p:spPr>
          <a:xfrm>
            <a:off x="4419238" y="3299460"/>
            <a:ext cx="0" cy="165354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EA04D47-4C20-4D4A-1C5D-0DCC6D719EA1}"/>
              </a:ext>
            </a:extLst>
          </p:cNvPr>
          <p:cNvCxnSpPr>
            <a:cxnSpLocks/>
          </p:cNvCxnSpPr>
          <p:nvPr/>
        </p:nvCxnSpPr>
        <p:spPr>
          <a:xfrm>
            <a:off x="4434116" y="1066800"/>
            <a:ext cx="0" cy="165354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47300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01">
          <a:extLst>
            <a:ext uri="{FF2B5EF4-FFF2-40B4-BE49-F238E27FC236}">
              <a16:creationId xmlns:a16="http://schemas.microsoft.com/office/drawing/2014/main" id="{F9F74F25-8B6F-D279-31B2-60F18E2312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9" name="Google Shape;6009;p44">
            <a:extLst>
              <a:ext uri="{FF2B5EF4-FFF2-40B4-BE49-F238E27FC236}">
                <a16:creationId xmlns:a16="http://schemas.microsoft.com/office/drawing/2014/main" id="{247D4CE4-930E-0BA8-CC90-586DDC4C6E3E}"/>
              </a:ext>
            </a:extLst>
          </p:cNvPr>
          <p:cNvSpPr/>
          <p:nvPr/>
        </p:nvSpPr>
        <p:spPr>
          <a:xfrm>
            <a:off x="96289" y="682288"/>
            <a:ext cx="8826730" cy="4330909"/>
          </a:xfrm>
          <a:custGeom>
            <a:avLst/>
            <a:gdLst/>
            <a:ahLst/>
            <a:cxnLst/>
            <a:rect l="l" t="t" r="r" b="b"/>
            <a:pathLst>
              <a:path w="272511" h="143593" extrusionOk="0">
                <a:moveTo>
                  <a:pt x="251027" y="1"/>
                </a:moveTo>
                <a:cubicBezTo>
                  <a:pt x="245294" y="1"/>
                  <a:pt x="237572" y="381"/>
                  <a:pt x="227184" y="1118"/>
                </a:cubicBezTo>
                <a:cubicBezTo>
                  <a:pt x="222766" y="1431"/>
                  <a:pt x="215826" y="1538"/>
                  <a:pt x="208362" y="1538"/>
                </a:cubicBezTo>
                <a:cubicBezTo>
                  <a:pt x="195627" y="1538"/>
                  <a:pt x="181370" y="1225"/>
                  <a:pt x="175522" y="1083"/>
                </a:cubicBezTo>
                <a:cubicBezTo>
                  <a:pt x="174989" y="1069"/>
                  <a:pt x="173989" y="1063"/>
                  <a:pt x="172589" y="1063"/>
                </a:cubicBezTo>
                <a:cubicBezTo>
                  <a:pt x="157097" y="1063"/>
                  <a:pt x="92556" y="1810"/>
                  <a:pt x="67749" y="1810"/>
                </a:cubicBezTo>
                <a:cubicBezTo>
                  <a:pt x="64700" y="1810"/>
                  <a:pt x="62251" y="1799"/>
                  <a:pt x="60567" y="1773"/>
                </a:cubicBezTo>
                <a:cubicBezTo>
                  <a:pt x="46982" y="1571"/>
                  <a:pt x="33386" y="1368"/>
                  <a:pt x="19800" y="1166"/>
                </a:cubicBezTo>
                <a:cubicBezTo>
                  <a:pt x="17432" y="1135"/>
                  <a:pt x="14473" y="590"/>
                  <a:pt x="11780" y="590"/>
                </a:cubicBezTo>
                <a:cubicBezTo>
                  <a:pt x="9383" y="590"/>
                  <a:pt x="7196" y="1021"/>
                  <a:pt x="5823" y="2631"/>
                </a:cubicBezTo>
                <a:cubicBezTo>
                  <a:pt x="4287" y="4428"/>
                  <a:pt x="4334" y="8857"/>
                  <a:pt x="4656" y="11203"/>
                </a:cubicBezTo>
                <a:cubicBezTo>
                  <a:pt x="9073" y="43898"/>
                  <a:pt x="0" y="111168"/>
                  <a:pt x="4656" y="141183"/>
                </a:cubicBezTo>
                <a:cubicBezTo>
                  <a:pt x="4906" y="142791"/>
                  <a:pt x="7144" y="142993"/>
                  <a:pt x="8763" y="143076"/>
                </a:cubicBezTo>
                <a:cubicBezTo>
                  <a:pt x="16269" y="143444"/>
                  <a:pt x="22992" y="143592"/>
                  <a:pt x="29104" y="143592"/>
                </a:cubicBezTo>
                <a:cubicBezTo>
                  <a:pt x="54639" y="143592"/>
                  <a:pt x="69514" y="141003"/>
                  <a:pt x="86318" y="141003"/>
                </a:cubicBezTo>
                <a:cubicBezTo>
                  <a:pt x="90106" y="141003"/>
                  <a:pt x="93992" y="141135"/>
                  <a:pt x="98120" y="141457"/>
                </a:cubicBezTo>
                <a:cubicBezTo>
                  <a:pt x="109441" y="142339"/>
                  <a:pt x="120783" y="142673"/>
                  <a:pt x="132134" y="142673"/>
                </a:cubicBezTo>
                <a:cubicBezTo>
                  <a:pt x="152645" y="142673"/>
                  <a:pt x="173184" y="141583"/>
                  <a:pt x="193679" y="140671"/>
                </a:cubicBezTo>
                <a:cubicBezTo>
                  <a:pt x="194430" y="140638"/>
                  <a:pt x="195267" y="140623"/>
                  <a:pt x="196181" y="140623"/>
                </a:cubicBezTo>
                <a:cubicBezTo>
                  <a:pt x="207210" y="140623"/>
                  <a:pt x="229426" y="142867"/>
                  <a:pt x="245705" y="142867"/>
                </a:cubicBezTo>
                <a:cubicBezTo>
                  <a:pt x="255508" y="142867"/>
                  <a:pt x="263157" y="142053"/>
                  <a:pt x="264914" y="139445"/>
                </a:cubicBezTo>
                <a:cubicBezTo>
                  <a:pt x="272511" y="128170"/>
                  <a:pt x="267462" y="96213"/>
                  <a:pt x="268034" y="81259"/>
                </a:cubicBezTo>
                <a:cubicBezTo>
                  <a:pt x="269272" y="49362"/>
                  <a:pt x="268332" y="42707"/>
                  <a:pt x="267308" y="7107"/>
                </a:cubicBezTo>
                <a:cubicBezTo>
                  <a:pt x="267164" y="2261"/>
                  <a:pt x="265009" y="1"/>
                  <a:pt x="251027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000">
              <a:solidFill>
                <a:srgbClr val="EE6137"/>
              </a:solidFill>
              <a:latin typeface="Barrio"/>
              <a:ea typeface="Barrio"/>
              <a:cs typeface="Barrio"/>
              <a:sym typeface="Barrio"/>
            </a:endParaRPr>
          </a:p>
        </p:txBody>
      </p:sp>
      <p:sp>
        <p:nvSpPr>
          <p:cNvPr id="6013" name="Google Shape;6013;p44">
            <a:extLst>
              <a:ext uri="{FF2B5EF4-FFF2-40B4-BE49-F238E27FC236}">
                <a16:creationId xmlns:a16="http://schemas.microsoft.com/office/drawing/2014/main" id="{51A9E685-ED4A-502B-45D4-FA2BF0174F73}"/>
              </a:ext>
            </a:extLst>
          </p:cNvPr>
          <p:cNvSpPr/>
          <p:nvPr/>
        </p:nvSpPr>
        <p:spPr>
          <a:xfrm>
            <a:off x="551781" y="88880"/>
            <a:ext cx="8040437" cy="530576"/>
          </a:xfrm>
          <a:custGeom>
            <a:avLst/>
            <a:gdLst/>
            <a:ahLst/>
            <a:cxnLst/>
            <a:rect l="l" t="t" r="r" b="b"/>
            <a:pathLst>
              <a:path w="272511" h="143593" extrusionOk="0">
                <a:moveTo>
                  <a:pt x="251027" y="1"/>
                </a:moveTo>
                <a:cubicBezTo>
                  <a:pt x="245294" y="1"/>
                  <a:pt x="237572" y="381"/>
                  <a:pt x="227184" y="1118"/>
                </a:cubicBezTo>
                <a:cubicBezTo>
                  <a:pt x="222766" y="1431"/>
                  <a:pt x="215826" y="1538"/>
                  <a:pt x="208362" y="1538"/>
                </a:cubicBezTo>
                <a:cubicBezTo>
                  <a:pt x="195627" y="1538"/>
                  <a:pt x="181370" y="1225"/>
                  <a:pt x="175522" y="1083"/>
                </a:cubicBezTo>
                <a:cubicBezTo>
                  <a:pt x="174989" y="1069"/>
                  <a:pt x="173989" y="1063"/>
                  <a:pt x="172589" y="1063"/>
                </a:cubicBezTo>
                <a:cubicBezTo>
                  <a:pt x="157097" y="1063"/>
                  <a:pt x="92556" y="1810"/>
                  <a:pt x="67749" y="1810"/>
                </a:cubicBezTo>
                <a:cubicBezTo>
                  <a:pt x="64700" y="1810"/>
                  <a:pt x="62251" y="1799"/>
                  <a:pt x="60567" y="1773"/>
                </a:cubicBezTo>
                <a:cubicBezTo>
                  <a:pt x="46982" y="1571"/>
                  <a:pt x="33386" y="1368"/>
                  <a:pt x="19800" y="1166"/>
                </a:cubicBezTo>
                <a:cubicBezTo>
                  <a:pt x="17432" y="1135"/>
                  <a:pt x="14473" y="590"/>
                  <a:pt x="11780" y="590"/>
                </a:cubicBezTo>
                <a:cubicBezTo>
                  <a:pt x="9383" y="590"/>
                  <a:pt x="7196" y="1021"/>
                  <a:pt x="5823" y="2631"/>
                </a:cubicBezTo>
                <a:cubicBezTo>
                  <a:pt x="4287" y="4428"/>
                  <a:pt x="4334" y="8857"/>
                  <a:pt x="4656" y="11203"/>
                </a:cubicBezTo>
                <a:cubicBezTo>
                  <a:pt x="9073" y="43898"/>
                  <a:pt x="0" y="111168"/>
                  <a:pt x="4656" y="141183"/>
                </a:cubicBezTo>
                <a:cubicBezTo>
                  <a:pt x="4906" y="142791"/>
                  <a:pt x="7144" y="142993"/>
                  <a:pt x="8763" y="143076"/>
                </a:cubicBezTo>
                <a:cubicBezTo>
                  <a:pt x="16269" y="143444"/>
                  <a:pt x="22992" y="143592"/>
                  <a:pt x="29104" y="143592"/>
                </a:cubicBezTo>
                <a:cubicBezTo>
                  <a:pt x="54639" y="143592"/>
                  <a:pt x="69514" y="141003"/>
                  <a:pt x="86318" y="141003"/>
                </a:cubicBezTo>
                <a:cubicBezTo>
                  <a:pt x="90106" y="141003"/>
                  <a:pt x="93992" y="141135"/>
                  <a:pt x="98120" y="141457"/>
                </a:cubicBezTo>
                <a:cubicBezTo>
                  <a:pt x="109441" y="142339"/>
                  <a:pt x="120783" y="142673"/>
                  <a:pt x="132134" y="142673"/>
                </a:cubicBezTo>
                <a:cubicBezTo>
                  <a:pt x="152645" y="142673"/>
                  <a:pt x="173184" y="141583"/>
                  <a:pt x="193679" y="140671"/>
                </a:cubicBezTo>
                <a:cubicBezTo>
                  <a:pt x="194430" y="140638"/>
                  <a:pt x="195267" y="140623"/>
                  <a:pt x="196181" y="140623"/>
                </a:cubicBezTo>
                <a:cubicBezTo>
                  <a:pt x="207210" y="140623"/>
                  <a:pt x="229426" y="142867"/>
                  <a:pt x="245705" y="142867"/>
                </a:cubicBezTo>
                <a:cubicBezTo>
                  <a:pt x="255508" y="142867"/>
                  <a:pt x="263157" y="142053"/>
                  <a:pt x="264914" y="139445"/>
                </a:cubicBezTo>
                <a:cubicBezTo>
                  <a:pt x="272511" y="128170"/>
                  <a:pt x="267462" y="96213"/>
                  <a:pt x="268034" y="81259"/>
                </a:cubicBezTo>
                <a:cubicBezTo>
                  <a:pt x="269272" y="49362"/>
                  <a:pt x="268332" y="42707"/>
                  <a:pt x="267308" y="7107"/>
                </a:cubicBezTo>
                <a:cubicBezTo>
                  <a:pt x="267164" y="2261"/>
                  <a:pt x="265009" y="1"/>
                  <a:pt x="251027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000">
              <a:solidFill>
                <a:srgbClr val="EE6137"/>
              </a:solidFill>
              <a:latin typeface="Barrio"/>
              <a:ea typeface="Barrio"/>
              <a:cs typeface="Barrio"/>
              <a:sym typeface="Barrio"/>
            </a:endParaRPr>
          </a:p>
        </p:txBody>
      </p:sp>
      <p:sp>
        <p:nvSpPr>
          <p:cNvPr id="6014" name="Google Shape;6014;p44">
            <a:extLst>
              <a:ext uri="{FF2B5EF4-FFF2-40B4-BE49-F238E27FC236}">
                <a16:creationId xmlns:a16="http://schemas.microsoft.com/office/drawing/2014/main" id="{1E56855D-F5C3-0D6D-7550-E2EAEE3D279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2944" y="126896"/>
            <a:ext cx="77040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Business Question</a:t>
            </a:r>
            <a:endParaRPr/>
          </a:p>
        </p:txBody>
      </p:sp>
      <p:sp>
        <p:nvSpPr>
          <p:cNvPr id="16" name="Google Shape;6016;p44">
            <a:extLst>
              <a:ext uri="{FF2B5EF4-FFF2-40B4-BE49-F238E27FC236}">
                <a16:creationId xmlns:a16="http://schemas.microsoft.com/office/drawing/2014/main" id="{05DA47E5-3D10-D8CF-5D31-5F2E66277632}"/>
              </a:ext>
            </a:extLst>
          </p:cNvPr>
          <p:cNvSpPr txBox="1">
            <a:spLocks/>
          </p:cNvSpPr>
          <p:nvPr/>
        </p:nvSpPr>
        <p:spPr>
          <a:xfrm>
            <a:off x="308818" y="690048"/>
            <a:ext cx="8179862" cy="44534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457200" indent="-342900">
              <a:lnSpc>
                <a:spcPct val="115000"/>
              </a:lnSpc>
              <a:buClr>
                <a:schemeClr val="dk2"/>
              </a:buClr>
              <a:buSzPts val="1800"/>
              <a:buFont typeface="Oswald Light"/>
              <a:buNone/>
              <a:defRPr sz="1800">
                <a:solidFill>
                  <a:schemeClr val="dk2"/>
                </a:solidFill>
                <a:latin typeface="Asmatic"/>
                <a:ea typeface="Oswald Light"/>
                <a:cs typeface="Oswald Light"/>
              </a:defRPr>
            </a:lvl1pPr>
            <a:lvl2pPr marL="914400" indent="-317500">
              <a:lnSpc>
                <a:spcPct val="115000"/>
              </a:lnSpc>
              <a:spcBef>
                <a:spcPts val="1600"/>
              </a:spcBef>
              <a:buClr>
                <a:schemeClr val="dk2"/>
              </a:buClr>
              <a:buSzPts val="1400"/>
              <a:buFont typeface="Oswald Light"/>
              <a:buChar char="○"/>
              <a:defRPr>
                <a:solidFill>
                  <a:schemeClr val="dk2"/>
                </a:solidFill>
                <a:latin typeface="Oswald Light"/>
                <a:ea typeface="Oswald Light"/>
                <a:cs typeface="Oswald Light"/>
              </a:defRPr>
            </a:lvl2pPr>
            <a:lvl3pPr marL="1371600" indent="-317500">
              <a:lnSpc>
                <a:spcPct val="115000"/>
              </a:lnSpc>
              <a:spcBef>
                <a:spcPts val="1600"/>
              </a:spcBef>
              <a:buClr>
                <a:schemeClr val="dk2"/>
              </a:buClr>
              <a:buSzPts val="1400"/>
              <a:buFont typeface="Oswald Light"/>
              <a:buChar char="■"/>
              <a:defRPr>
                <a:solidFill>
                  <a:schemeClr val="dk2"/>
                </a:solidFill>
                <a:latin typeface="Oswald Light"/>
                <a:ea typeface="Oswald Light"/>
                <a:cs typeface="Oswald Light"/>
              </a:defRPr>
            </a:lvl3pPr>
            <a:lvl4pPr marL="1828800" indent="-317500">
              <a:lnSpc>
                <a:spcPct val="115000"/>
              </a:lnSpc>
              <a:spcBef>
                <a:spcPts val="1600"/>
              </a:spcBef>
              <a:buClr>
                <a:schemeClr val="dk2"/>
              </a:buClr>
              <a:buSzPts val="1400"/>
              <a:buFont typeface="Oswald Light"/>
              <a:buChar char="●"/>
              <a:defRPr>
                <a:solidFill>
                  <a:schemeClr val="dk2"/>
                </a:solidFill>
                <a:latin typeface="Oswald Light"/>
                <a:ea typeface="Oswald Light"/>
                <a:cs typeface="Oswald Light"/>
              </a:defRPr>
            </a:lvl4pPr>
            <a:lvl5pPr marL="2286000" indent="-317500">
              <a:lnSpc>
                <a:spcPct val="115000"/>
              </a:lnSpc>
              <a:spcBef>
                <a:spcPts val="1600"/>
              </a:spcBef>
              <a:buClr>
                <a:schemeClr val="dk2"/>
              </a:buClr>
              <a:buSzPts val="1400"/>
              <a:buFont typeface="Oswald Light"/>
              <a:buChar char="○"/>
              <a:defRPr>
                <a:solidFill>
                  <a:schemeClr val="dk2"/>
                </a:solidFill>
                <a:latin typeface="Oswald Light"/>
                <a:ea typeface="Oswald Light"/>
                <a:cs typeface="Oswald Light"/>
              </a:defRPr>
            </a:lvl5pPr>
            <a:lvl6pPr marL="2743200" indent="-317500">
              <a:lnSpc>
                <a:spcPct val="115000"/>
              </a:lnSpc>
              <a:spcBef>
                <a:spcPts val="1600"/>
              </a:spcBef>
              <a:buClr>
                <a:schemeClr val="dk2"/>
              </a:buClr>
              <a:buSzPts val="1400"/>
              <a:buFont typeface="Oswald Light"/>
              <a:buChar char="■"/>
              <a:defRPr>
                <a:solidFill>
                  <a:schemeClr val="dk2"/>
                </a:solidFill>
                <a:latin typeface="Oswald Light"/>
                <a:ea typeface="Oswald Light"/>
                <a:cs typeface="Oswald Light"/>
              </a:defRPr>
            </a:lvl6pPr>
            <a:lvl7pPr marL="3200400" indent="-317500">
              <a:lnSpc>
                <a:spcPct val="115000"/>
              </a:lnSpc>
              <a:spcBef>
                <a:spcPts val="1600"/>
              </a:spcBef>
              <a:buClr>
                <a:schemeClr val="dk2"/>
              </a:buClr>
              <a:buSzPts val="1400"/>
              <a:buFont typeface="Oswald Light"/>
              <a:buChar char="●"/>
              <a:defRPr>
                <a:solidFill>
                  <a:schemeClr val="dk2"/>
                </a:solidFill>
                <a:latin typeface="Oswald Light"/>
                <a:ea typeface="Oswald Light"/>
                <a:cs typeface="Oswald Light"/>
              </a:defRPr>
            </a:lvl7pPr>
            <a:lvl8pPr marL="3657600" indent="-317500">
              <a:lnSpc>
                <a:spcPct val="115000"/>
              </a:lnSpc>
              <a:spcBef>
                <a:spcPts val="1600"/>
              </a:spcBef>
              <a:buClr>
                <a:schemeClr val="dk2"/>
              </a:buClr>
              <a:buSzPts val="1400"/>
              <a:buFont typeface="Oswald Light"/>
              <a:buChar char="○"/>
              <a:defRPr>
                <a:solidFill>
                  <a:schemeClr val="dk2"/>
                </a:solidFill>
                <a:latin typeface="Oswald Light"/>
                <a:ea typeface="Oswald Light"/>
                <a:cs typeface="Oswald Light"/>
              </a:defRPr>
            </a:lvl8pPr>
            <a:lvl9pPr marL="4114800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Oswald Light"/>
              <a:buChar char="■"/>
              <a:defRPr>
                <a:solidFill>
                  <a:schemeClr val="dk2"/>
                </a:solidFill>
                <a:latin typeface="Oswald Light"/>
                <a:ea typeface="Oswald Light"/>
                <a:cs typeface="Oswald Light"/>
              </a:defRPr>
            </a:lvl9pPr>
          </a:lstStyle>
          <a:p>
            <a:r>
              <a:rPr lang="en-IN" sz="1400" b="0" i="0">
                <a:effectLst/>
                <a:latin typeface="system-ui"/>
              </a:rPr>
              <a:t>➤ </a:t>
            </a:r>
            <a:r>
              <a:rPr lang="en-US" b="1"/>
              <a:t>How can rainfall forecasts improve reservoir management in Mumbai?</a:t>
            </a:r>
          </a:p>
          <a:p>
            <a:r>
              <a:rPr lang="en-US" sz="1600"/>
              <a:t>Accurate predictions (MAE: 27.89 mm) help optimize water storage, ensuring</a:t>
            </a:r>
          </a:p>
          <a:p>
            <a:r>
              <a:rPr lang="en-US" sz="1600"/>
              <a:t>reservoirs are neither overfilled nor depleted.</a:t>
            </a:r>
          </a:p>
          <a:p>
            <a:r>
              <a:rPr lang="en-IN" sz="1400" b="0" i="0">
                <a:effectLst/>
                <a:latin typeface="system-ui"/>
              </a:rPr>
              <a:t>➤ </a:t>
            </a:r>
            <a:r>
              <a:rPr lang="en-US" sz="1600" b="1"/>
              <a:t>What infrastructure adjustments can be made based on predictions?</a:t>
            </a:r>
          </a:p>
          <a:p>
            <a:r>
              <a:rPr lang="en-US" sz="1600"/>
              <a:t>Forecasts enable timely flood control measures, like reinforcing drainage systems during</a:t>
            </a:r>
          </a:p>
          <a:p>
            <a:r>
              <a:rPr lang="en-US" sz="1600"/>
              <a:t>predicted monsoon peaks.</a:t>
            </a:r>
          </a:p>
          <a:p>
            <a:r>
              <a:rPr lang="en-IN" sz="1400" b="0" i="0">
                <a:effectLst/>
                <a:latin typeface="system-ui"/>
              </a:rPr>
              <a:t>➤ </a:t>
            </a:r>
            <a:r>
              <a:rPr lang="en-US" sz="1600" b="1"/>
              <a:t>How can this model scale to other cities with rainfall challenges?</a:t>
            </a:r>
          </a:p>
          <a:p>
            <a:r>
              <a:rPr lang="en-US" sz="1600"/>
              <a:t>The methodology (EDA, feature engineering, </a:t>
            </a:r>
            <a:r>
              <a:rPr lang="en-US" sz="1600" err="1"/>
              <a:t>XGBoost</a:t>
            </a:r>
            <a:r>
              <a:rPr lang="en-US" sz="1600"/>
              <a:t>) can be applied to other regions with</a:t>
            </a:r>
          </a:p>
          <a:p>
            <a:r>
              <a:rPr lang="en-US" sz="1600"/>
              <a:t>similar historical rainfall data.</a:t>
            </a:r>
          </a:p>
          <a:p>
            <a:r>
              <a:rPr lang="en-IN" sz="1400" b="0" i="0">
                <a:effectLst/>
                <a:latin typeface="system-ui"/>
              </a:rPr>
              <a:t>➤</a:t>
            </a:r>
            <a:r>
              <a:rPr lang="en-IN" sz="1600" b="0" i="0">
                <a:effectLst/>
                <a:latin typeface="system-ui"/>
              </a:rPr>
              <a:t> </a:t>
            </a:r>
            <a:r>
              <a:rPr lang="en-US" sz="1600" b="1"/>
              <a:t>Can we reduce water scarcity risks during dry months?</a:t>
            </a:r>
          </a:p>
          <a:p>
            <a:r>
              <a:rPr lang="en-US" sz="1600"/>
              <a:t>Yes, by using forecasts to store water efficiently during monsoons for use in dry periods </a:t>
            </a:r>
          </a:p>
          <a:p>
            <a:r>
              <a:rPr lang="en-US" sz="1600"/>
              <a:t>(e.g., January–March).</a:t>
            </a:r>
          </a:p>
          <a:p>
            <a:r>
              <a:rPr lang="en-IN" sz="1400" b="0" i="0">
                <a:effectLst/>
                <a:latin typeface="system-ui"/>
              </a:rPr>
              <a:t>➤</a:t>
            </a:r>
            <a:r>
              <a:rPr lang="en-IN" sz="1600" b="0" i="0">
                <a:effectLst/>
                <a:latin typeface="system-ui"/>
              </a:rPr>
              <a:t> </a:t>
            </a:r>
            <a:r>
              <a:rPr lang="en-US" sz="1600" b="1"/>
              <a:t>What cost savings might result from better rainfall planning?</a:t>
            </a:r>
          </a:p>
          <a:p>
            <a:r>
              <a:rPr lang="en-US" sz="1600"/>
              <a:t>Improved predictions can minimize flood damage costs and reduce water wastage, potentially</a:t>
            </a:r>
          </a:p>
          <a:p>
            <a:r>
              <a:rPr lang="en-US" sz="1600"/>
              <a:t>saving millions annually.</a:t>
            </a:r>
          </a:p>
          <a:p>
            <a:endParaRPr lang="en-US" sz="1600" b="1"/>
          </a:p>
          <a:p>
            <a:endParaRPr lang="en-US" sz="1600" b="1"/>
          </a:p>
          <a:p>
            <a:endParaRPr lang="en-US" sz="1600" b="1"/>
          </a:p>
          <a:p>
            <a:endParaRPr lang="en-US" sz="160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FAA799E7-1934-5D3F-F3E0-BF9135B2F96F}"/>
              </a:ext>
            </a:extLst>
          </p:cNvPr>
          <p:cNvCxnSpPr>
            <a:cxnSpLocks/>
          </p:cNvCxnSpPr>
          <p:nvPr/>
        </p:nvCxnSpPr>
        <p:spPr>
          <a:xfrm flipH="1">
            <a:off x="486956" y="1653540"/>
            <a:ext cx="7514044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0D41AA1-AA82-5FE1-38A4-42B0BFD05CC2}"/>
              </a:ext>
            </a:extLst>
          </p:cNvPr>
          <p:cNvCxnSpPr>
            <a:cxnSpLocks/>
          </p:cNvCxnSpPr>
          <p:nvPr/>
        </p:nvCxnSpPr>
        <p:spPr>
          <a:xfrm flipH="1">
            <a:off x="486956" y="2491740"/>
            <a:ext cx="7514044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A2E9A44-FF28-461C-8A61-8CC99E545B94}"/>
              </a:ext>
            </a:extLst>
          </p:cNvPr>
          <p:cNvCxnSpPr>
            <a:cxnSpLocks/>
          </p:cNvCxnSpPr>
          <p:nvPr/>
        </p:nvCxnSpPr>
        <p:spPr>
          <a:xfrm flipH="1">
            <a:off x="486956" y="3360420"/>
            <a:ext cx="7514044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D8BD9B7-BFCD-0F21-F2F7-35A7A693DF83}"/>
              </a:ext>
            </a:extLst>
          </p:cNvPr>
          <p:cNvCxnSpPr>
            <a:cxnSpLocks/>
          </p:cNvCxnSpPr>
          <p:nvPr/>
        </p:nvCxnSpPr>
        <p:spPr>
          <a:xfrm flipH="1">
            <a:off x="486956" y="4191000"/>
            <a:ext cx="7514044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44146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01">
          <a:extLst>
            <a:ext uri="{FF2B5EF4-FFF2-40B4-BE49-F238E27FC236}">
              <a16:creationId xmlns:a16="http://schemas.microsoft.com/office/drawing/2014/main" id="{1C929EB1-CDD2-333E-D880-8DD8FAB0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9" name="Google Shape;6009;p44">
            <a:extLst>
              <a:ext uri="{FF2B5EF4-FFF2-40B4-BE49-F238E27FC236}">
                <a16:creationId xmlns:a16="http://schemas.microsoft.com/office/drawing/2014/main" id="{7132F5E0-7971-84F7-4679-83442E6B32FE}"/>
              </a:ext>
            </a:extLst>
          </p:cNvPr>
          <p:cNvSpPr/>
          <p:nvPr/>
        </p:nvSpPr>
        <p:spPr>
          <a:xfrm>
            <a:off x="96289" y="682288"/>
            <a:ext cx="8826730" cy="4330909"/>
          </a:xfrm>
          <a:custGeom>
            <a:avLst/>
            <a:gdLst/>
            <a:ahLst/>
            <a:cxnLst/>
            <a:rect l="l" t="t" r="r" b="b"/>
            <a:pathLst>
              <a:path w="272511" h="143593" extrusionOk="0">
                <a:moveTo>
                  <a:pt x="251027" y="1"/>
                </a:moveTo>
                <a:cubicBezTo>
                  <a:pt x="245294" y="1"/>
                  <a:pt x="237572" y="381"/>
                  <a:pt x="227184" y="1118"/>
                </a:cubicBezTo>
                <a:cubicBezTo>
                  <a:pt x="222766" y="1431"/>
                  <a:pt x="215826" y="1538"/>
                  <a:pt x="208362" y="1538"/>
                </a:cubicBezTo>
                <a:cubicBezTo>
                  <a:pt x="195627" y="1538"/>
                  <a:pt x="181370" y="1225"/>
                  <a:pt x="175522" y="1083"/>
                </a:cubicBezTo>
                <a:cubicBezTo>
                  <a:pt x="174989" y="1069"/>
                  <a:pt x="173989" y="1063"/>
                  <a:pt x="172589" y="1063"/>
                </a:cubicBezTo>
                <a:cubicBezTo>
                  <a:pt x="157097" y="1063"/>
                  <a:pt x="92556" y="1810"/>
                  <a:pt x="67749" y="1810"/>
                </a:cubicBezTo>
                <a:cubicBezTo>
                  <a:pt x="64700" y="1810"/>
                  <a:pt x="62251" y="1799"/>
                  <a:pt x="60567" y="1773"/>
                </a:cubicBezTo>
                <a:cubicBezTo>
                  <a:pt x="46982" y="1571"/>
                  <a:pt x="33386" y="1368"/>
                  <a:pt x="19800" y="1166"/>
                </a:cubicBezTo>
                <a:cubicBezTo>
                  <a:pt x="17432" y="1135"/>
                  <a:pt x="14473" y="590"/>
                  <a:pt x="11780" y="590"/>
                </a:cubicBezTo>
                <a:cubicBezTo>
                  <a:pt x="9383" y="590"/>
                  <a:pt x="7196" y="1021"/>
                  <a:pt x="5823" y="2631"/>
                </a:cubicBezTo>
                <a:cubicBezTo>
                  <a:pt x="4287" y="4428"/>
                  <a:pt x="4334" y="8857"/>
                  <a:pt x="4656" y="11203"/>
                </a:cubicBezTo>
                <a:cubicBezTo>
                  <a:pt x="9073" y="43898"/>
                  <a:pt x="0" y="111168"/>
                  <a:pt x="4656" y="141183"/>
                </a:cubicBezTo>
                <a:cubicBezTo>
                  <a:pt x="4906" y="142791"/>
                  <a:pt x="7144" y="142993"/>
                  <a:pt x="8763" y="143076"/>
                </a:cubicBezTo>
                <a:cubicBezTo>
                  <a:pt x="16269" y="143444"/>
                  <a:pt x="22992" y="143592"/>
                  <a:pt x="29104" y="143592"/>
                </a:cubicBezTo>
                <a:cubicBezTo>
                  <a:pt x="54639" y="143592"/>
                  <a:pt x="69514" y="141003"/>
                  <a:pt x="86318" y="141003"/>
                </a:cubicBezTo>
                <a:cubicBezTo>
                  <a:pt x="90106" y="141003"/>
                  <a:pt x="93992" y="141135"/>
                  <a:pt x="98120" y="141457"/>
                </a:cubicBezTo>
                <a:cubicBezTo>
                  <a:pt x="109441" y="142339"/>
                  <a:pt x="120783" y="142673"/>
                  <a:pt x="132134" y="142673"/>
                </a:cubicBezTo>
                <a:cubicBezTo>
                  <a:pt x="152645" y="142673"/>
                  <a:pt x="173184" y="141583"/>
                  <a:pt x="193679" y="140671"/>
                </a:cubicBezTo>
                <a:cubicBezTo>
                  <a:pt x="194430" y="140638"/>
                  <a:pt x="195267" y="140623"/>
                  <a:pt x="196181" y="140623"/>
                </a:cubicBezTo>
                <a:cubicBezTo>
                  <a:pt x="207210" y="140623"/>
                  <a:pt x="229426" y="142867"/>
                  <a:pt x="245705" y="142867"/>
                </a:cubicBezTo>
                <a:cubicBezTo>
                  <a:pt x="255508" y="142867"/>
                  <a:pt x="263157" y="142053"/>
                  <a:pt x="264914" y="139445"/>
                </a:cubicBezTo>
                <a:cubicBezTo>
                  <a:pt x="272511" y="128170"/>
                  <a:pt x="267462" y="96213"/>
                  <a:pt x="268034" y="81259"/>
                </a:cubicBezTo>
                <a:cubicBezTo>
                  <a:pt x="269272" y="49362"/>
                  <a:pt x="268332" y="42707"/>
                  <a:pt x="267308" y="7107"/>
                </a:cubicBezTo>
                <a:cubicBezTo>
                  <a:pt x="267164" y="2261"/>
                  <a:pt x="265009" y="1"/>
                  <a:pt x="251027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000">
              <a:solidFill>
                <a:srgbClr val="EE6137"/>
              </a:solidFill>
              <a:latin typeface="Barrio"/>
              <a:ea typeface="Barrio"/>
              <a:cs typeface="Barrio"/>
              <a:sym typeface="Barrio"/>
            </a:endParaRPr>
          </a:p>
        </p:txBody>
      </p:sp>
      <p:sp>
        <p:nvSpPr>
          <p:cNvPr id="6013" name="Google Shape;6013;p44">
            <a:extLst>
              <a:ext uri="{FF2B5EF4-FFF2-40B4-BE49-F238E27FC236}">
                <a16:creationId xmlns:a16="http://schemas.microsoft.com/office/drawing/2014/main" id="{EB186AEE-DD45-5A18-A7BA-6018EE53C28D}"/>
              </a:ext>
            </a:extLst>
          </p:cNvPr>
          <p:cNvSpPr/>
          <p:nvPr/>
        </p:nvSpPr>
        <p:spPr>
          <a:xfrm>
            <a:off x="551781" y="88880"/>
            <a:ext cx="8040437" cy="530576"/>
          </a:xfrm>
          <a:custGeom>
            <a:avLst/>
            <a:gdLst/>
            <a:ahLst/>
            <a:cxnLst/>
            <a:rect l="l" t="t" r="r" b="b"/>
            <a:pathLst>
              <a:path w="272511" h="143593" extrusionOk="0">
                <a:moveTo>
                  <a:pt x="251027" y="1"/>
                </a:moveTo>
                <a:cubicBezTo>
                  <a:pt x="245294" y="1"/>
                  <a:pt x="237572" y="381"/>
                  <a:pt x="227184" y="1118"/>
                </a:cubicBezTo>
                <a:cubicBezTo>
                  <a:pt x="222766" y="1431"/>
                  <a:pt x="215826" y="1538"/>
                  <a:pt x="208362" y="1538"/>
                </a:cubicBezTo>
                <a:cubicBezTo>
                  <a:pt x="195627" y="1538"/>
                  <a:pt x="181370" y="1225"/>
                  <a:pt x="175522" y="1083"/>
                </a:cubicBezTo>
                <a:cubicBezTo>
                  <a:pt x="174989" y="1069"/>
                  <a:pt x="173989" y="1063"/>
                  <a:pt x="172589" y="1063"/>
                </a:cubicBezTo>
                <a:cubicBezTo>
                  <a:pt x="157097" y="1063"/>
                  <a:pt x="92556" y="1810"/>
                  <a:pt x="67749" y="1810"/>
                </a:cubicBezTo>
                <a:cubicBezTo>
                  <a:pt x="64700" y="1810"/>
                  <a:pt x="62251" y="1799"/>
                  <a:pt x="60567" y="1773"/>
                </a:cubicBezTo>
                <a:cubicBezTo>
                  <a:pt x="46982" y="1571"/>
                  <a:pt x="33386" y="1368"/>
                  <a:pt x="19800" y="1166"/>
                </a:cubicBezTo>
                <a:cubicBezTo>
                  <a:pt x="17432" y="1135"/>
                  <a:pt x="14473" y="590"/>
                  <a:pt x="11780" y="590"/>
                </a:cubicBezTo>
                <a:cubicBezTo>
                  <a:pt x="9383" y="590"/>
                  <a:pt x="7196" y="1021"/>
                  <a:pt x="5823" y="2631"/>
                </a:cubicBezTo>
                <a:cubicBezTo>
                  <a:pt x="4287" y="4428"/>
                  <a:pt x="4334" y="8857"/>
                  <a:pt x="4656" y="11203"/>
                </a:cubicBezTo>
                <a:cubicBezTo>
                  <a:pt x="9073" y="43898"/>
                  <a:pt x="0" y="111168"/>
                  <a:pt x="4656" y="141183"/>
                </a:cubicBezTo>
                <a:cubicBezTo>
                  <a:pt x="4906" y="142791"/>
                  <a:pt x="7144" y="142993"/>
                  <a:pt x="8763" y="143076"/>
                </a:cubicBezTo>
                <a:cubicBezTo>
                  <a:pt x="16269" y="143444"/>
                  <a:pt x="22992" y="143592"/>
                  <a:pt x="29104" y="143592"/>
                </a:cubicBezTo>
                <a:cubicBezTo>
                  <a:pt x="54639" y="143592"/>
                  <a:pt x="69514" y="141003"/>
                  <a:pt x="86318" y="141003"/>
                </a:cubicBezTo>
                <a:cubicBezTo>
                  <a:pt x="90106" y="141003"/>
                  <a:pt x="93992" y="141135"/>
                  <a:pt x="98120" y="141457"/>
                </a:cubicBezTo>
                <a:cubicBezTo>
                  <a:pt x="109441" y="142339"/>
                  <a:pt x="120783" y="142673"/>
                  <a:pt x="132134" y="142673"/>
                </a:cubicBezTo>
                <a:cubicBezTo>
                  <a:pt x="152645" y="142673"/>
                  <a:pt x="173184" y="141583"/>
                  <a:pt x="193679" y="140671"/>
                </a:cubicBezTo>
                <a:cubicBezTo>
                  <a:pt x="194430" y="140638"/>
                  <a:pt x="195267" y="140623"/>
                  <a:pt x="196181" y="140623"/>
                </a:cubicBezTo>
                <a:cubicBezTo>
                  <a:pt x="207210" y="140623"/>
                  <a:pt x="229426" y="142867"/>
                  <a:pt x="245705" y="142867"/>
                </a:cubicBezTo>
                <a:cubicBezTo>
                  <a:pt x="255508" y="142867"/>
                  <a:pt x="263157" y="142053"/>
                  <a:pt x="264914" y="139445"/>
                </a:cubicBezTo>
                <a:cubicBezTo>
                  <a:pt x="272511" y="128170"/>
                  <a:pt x="267462" y="96213"/>
                  <a:pt x="268034" y="81259"/>
                </a:cubicBezTo>
                <a:cubicBezTo>
                  <a:pt x="269272" y="49362"/>
                  <a:pt x="268332" y="42707"/>
                  <a:pt x="267308" y="7107"/>
                </a:cubicBezTo>
                <a:cubicBezTo>
                  <a:pt x="267164" y="2261"/>
                  <a:pt x="265009" y="1"/>
                  <a:pt x="251027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000">
              <a:solidFill>
                <a:srgbClr val="EE6137"/>
              </a:solidFill>
              <a:latin typeface="Barrio"/>
              <a:ea typeface="Barrio"/>
              <a:cs typeface="Barrio"/>
              <a:sym typeface="Barrio"/>
            </a:endParaRPr>
          </a:p>
        </p:txBody>
      </p:sp>
      <p:sp>
        <p:nvSpPr>
          <p:cNvPr id="6014" name="Google Shape;6014;p44">
            <a:extLst>
              <a:ext uri="{FF2B5EF4-FFF2-40B4-BE49-F238E27FC236}">
                <a16:creationId xmlns:a16="http://schemas.microsoft.com/office/drawing/2014/main" id="{7E6529C5-B3F3-D3AC-B7E1-F60FF8C10D8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2944" y="126896"/>
            <a:ext cx="77040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A62AFA7-18F0-5256-74A9-B89B0CC78631}"/>
              </a:ext>
            </a:extLst>
          </p:cNvPr>
          <p:cNvCxnSpPr>
            <a:cxnSpLocks/>
          </p:cNvCxnSpPr>
          <p:nvPr/>
        </p:nvCxnSpPr>
        <p:spPr>
          <a:xfrm flipH="1">
            <a:off x="464096" y="2667000"/>
            <a:ext cx="7514044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Google Shape;6016;p44">
            <a:extLst>
              <a:ext uri="{FF2B5EF4-FFF2-40B4-BE49-F238E27FC236}">
                <a16:creationId xmlns:a16="http://schemas.microsoft.com/office/drawing/2014/main" id="{1696DFA7-D1DD-5FD6-BDBE-5DFA569977EE}"/>
              </a:ext>
            </a:extLst>
          </p:cNvPr>
          <p:cNvSpPr txBox="1">
            <a:spLocks/>
          </p:cNvSpPr>
          <p:nvPr/>
        </p:nvSpPr>
        <p:spPr>
          <a:xfrm>
            <a:off x="220981" y="750811"/>
            <a:ext cx="8550002" cy="41938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swald Light"/>
              <a:buChar char="●"/>
              <a:defRPr sz="1800" b="0" i="0" u="none" strike="noStrike" cap="none">
                <a:solidFill>
                  <a:schemeClr val="dk2"/>
                </a:solidFill>
                <a:latin typeface="Oswald Light"/>
                <a:ea typeface="Oswald Light"/>
                <a:cs typeface="Oswald Light"/>
                <a:sym typeface="Oswal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swald Light"/>
              <a:buChar char="○"/>
              <a:defRPr sz="1400" b="0" i="0" u="none" strike="noStrike" cap="none">
                <a:solidFill>
                  <a:schemeClr val="dk2"/>
                </a:solidFill>
                <a:latin typeface="Oswald Light"/>
                <a:ea typeface="Oswald Light"/>
                <a:cs typeface="Oswald Light"/>
                <a:sym typeface="Oswal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swald Light"/>
              <a:buChar char="■"/>
              <a:defRPr sz="1400" b="0" i="0" u="none" strike="noStrike" cap="none">
                <a:solidFill>
                  <a:schemeClr val="dk2"/>
                </a:solidFill>
                <a:latin typeface="Oswald Light"/>
                <a:ea typeface="Oswald Light"/>
                <a:cs typeface="Oswald Light"/>
                <a:sym typeface="Oswal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swald Light"/>
              <a:buChar char="●"/>
              <a:defRPr sz="1400" b="0" i="0" u="none" strike="noStrike" cap="none">
                <a:solidFill>
                  <a:schemeClr val="dk2"/>
                </a:solidFill>
                <a:latin typeface="Oswald Light"/>
                <a:ea typeface="Oswald Light"/>
                <a:cs typeface="Oswald Light"/>
                <a:sym typeface="Oswald Light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swald Light"/>
              <a:buChar char="○"/>
              <a:defRPr sz="1400" b="0" i="0" u="none" strike="noStrike" cap="none">
                <a:solidFill>
                  <a:schemeClr val="dk2"/>
                </a:solidFill>
                <a:latin typeface="Oswald Light"/>
                <a:ea typeface="Oswald Light"/>
                <a:cs typeface="Oswald Light"/>
                <a:sym typeface="Oswald Light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swald Light"/>
              <a:buChar char="■"/>
              <a:defRPr sz="1400" b="0" i="0" u="none" strike="noStrike" cap="none">
                <a:solidFill>
                  <a:schemeClr val="dk2"/>
                </a:solidFill>
                <a:latin typeface="Oswald Light"/>
                <a:ea typeface="Oswald Light"/>
                <a:cs typeface="Oswald Light"/>
                <a:sym typeface="Oswald Light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swald Light"/>
              <a:buChar char="●"/>
              <a:defRPr sz="1400" b="0" i="0" u="none" strike="noStrike" cap="none">
                <a:solidFill>
                  <a:schemeClr val="dk2"/>
                </a:solidFill>
                <a:latin typeface="Oswald Light"/>
                <a:ea typeface="Oswald Light"/>
                <a:cs typeface="Oswald Light"/>
                <a:sym typeface="Oswald Light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swald Light"/>
              <a:buChar char="○"/>
              <a:defRPr sz="1400" b="0" i="0" u="none" strike="noStrike" cap="none">
                <a:solidFill>
                  <a:schemeClr val="dk2"/>
                </a:solidFill>
                <a:latin typeface="Oswald Light"/>
                <a:ea typeface="Oswald Light"/>
                <a:cs typeface="Oswald Light"/>
                <a:sym typeface="Oswald Light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Oswald Light"/>
              <a:buChar char="■"/>
              <a:defRPr sz="1400" b="0" i="0" u="none" strike="noStrike" cap="none">
                <a:solidFill>
                  <a:schemeClr val="dk2"/>
                </a:solidFill>
                <a:latin typeface="Oswald Light"/>
                <a:ea typeface="Oswald Light"/>
                <a:cs typeface="Oswald Light"/>
                <a:sym typeface="Oswald Light"/>
              </a:defRPr>
            </a:lvl9pPr>
          </a:lstStyle>
          <a:p>
            <a:pPr rtl="0">
              <a:buNone/>
            </a:pPr>
            <a:r>
              <a:rPr lang="en-IN" b="1">
                <a:latin typeface="Asmatic"/>
              </a:rPr>
              <a:t>Further Improvement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IN">
                <a:latin typeface="Asmatic"/>
              </a:rPr>
              <a:t>Integrate climate variables (e.g., temperature, humidity) to enhance model accuracy.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IN">
                <a:latin typeface="Asmatic"/>
              </a:rPr>
              <a:t>Explore advanced models like LSTM for capturing long-term rainfall dependencies.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IN">
                <a:latin typeface="Asmatic"/>
              </a:rPr>
              <a:t>Build a real-time forecasting dashboard using tools like </a:t>
            </a:r>
            <a:r>
              <a:rPr lang="en-IN" err="1">
                <a:latin typeface="Asmatic"/>
              </a:rPr>
              <a:t>Streamlit</a:t>
            </a:r>
            <a:r>
              <a:rPr lang="en-IN">
                <a:latin typeface="Asmatic"/>
              </a:rPr>
              <a:t> for decision-making.</a:t>
            </a:r>
          </a:p>
          <a:p>
            <a:pPr rtl="0">
              <a:buFont typeface="Arial" panose="020B0604020202020204" pitchFamily="34" charset="0"/>
              <a:buChar char="•"/>
            </a:pPr>
            <a:endParaRPr lang="en-IN">
              <a:latin typeface="Asmatic"/>
            </a:endParaRPr>
          </a:p>
          <a:p>
            <a:pPr rtl="0">
              <a:buNone/>
            </a:pPr>
            <a:r>
              <a:rPr lang="en-US" b="1">
                <a:latin typeface="Asmatic"/>
              </a:rPr>
              <a:t>Project Summary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US">
                <a:latin typeface="Asmatic"/>
              </a:rPr>
              <a:t>This project uses machine learning to forecast monthly rainfall in Mumbai (2011–2021).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US" err="1">
                <a:latin typeface="Asmatic"/>
              </a:rPr>
              <a:t>XGBoost</a:t>
            </a:r>
            <a:r>
              <a:rPr lang="en-US">
                <a:latin typeface="Asmatic"/>
              </a:rPr>
              <a:t> outperformed ARIMA and Prophet, achieving an MAE of 27.89 mm &amp; After fine-tuning 21.01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US">
                <a:latin typeface="Asmatic"/>
              </a:rPr>
              <a:t>The model captures seasonal patterns, enabling better water management and planning.</a:t>
            </a:r>
          </a:p>
        </p:txBody>
      </p:sp>
    </p:spTree>
    <p:extLst>
      <p:ext uri="{BB962C8B-B14F-4D97-AF65-F5344CB8AC3E}">
        <p14:creationId xmlns:p14="http://schemas.microsoft.com/office/powerpoint/2010/main" val="15503917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30">
          <a:extLst>
            <a:ext uri="{FF2B5EF4-FFF2-40B4-BE49-F238E27FC236}">
              <a16:creationId xmlns:a16="http://schemas.microsoft.com/office/drawing/2014/main" id="{6FD48C54-3E34-D109-9F87-EB1B3B7DF9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31" name="Google Shape;5931;p40">
            <a:extLst>
              <a:ext uri="{FF2B5EF4-FFF2-40B4-BE49-F238E27FC236}">
                <a16:creationId xmlns:a16="http://schemas.microsoft.com/office/drawing/2014/main" id="{E499A616-34C6-B83B-F983-E9E341FBF0DA}"/>
              </a:ext>
            </a:extLst>
          </p:cNvPr>
          <p:cNvGrpSpPr/>
          <p:nvPr/>
        </p:nvGrpSpPr>
        <p:grpSpPr>
          <a:xfrm>
            <a:off x="-530028" y="-461100"/>
            <a:ext cx="10204055" cy="2498692"/>
            <a:chOff x="-334800" y="-1161100"/>
            <a:chExt cx="10204055" cy="2374014"/>
          </a:xfrm>
        </p:grpSpPr>
        <p:sp>
          <p:nvSpPr>
            <p:cNvPr id="5932" name="Google Shape;5932;p40">
              <a:extLst>
                <a:ext uri="{FF2B5EF4-FFF2-40B4-BE49-F238E27FC236}">
                  <a16:creationId xmlns:a16="http://schemas.microsoft.com/office/drawing/2014/main" id="{99C2777B-D60F-BB58-9270-298F1BBE0CDF}"/>
                </a:ext>
              </a:extLst>
            </p:cNvPr>
            <p:cNvSpPr/>
            <p:nvPr/>
          </p:nvSpPr>
          <p:spPr>
            <a:xfrm>
              <a:off x="6039434" y="-1161100"/>
              <a:ext cx="3829821" cy="1816407"/>
            </a:xfrm>
            <a:custGeom>
              <a:avLst/>
              <a:gdLst/>
              <a:ahLst/>
              <a:cxnLst/>
              <a:rect l="l" t="t" r="r" b="b"/>
              <a:pathLst>
                <a:path w="147841" h="70118" extrusionOk="0">
                  <a:moveTo>
                    <a:pt x="77576" y="1"/>
                  </a:moveTo>
                  <a:cubicBezTo>
                    <a:pt x="49256" y="1"/>
                    <a:pt x="41550" y="24185"/>
                    <a:pt x="46654" y="38095"/>
                  </a:cubicBezTo>
                  <a:cubicBezTo>
                    <a:pt x="41172" y="36783"/>
                    <a:pt x="36360" y="36203"/>
                    <a:pt x="32155" y="36203"/>
                  </a:cubicBezTo>
                  <a:cubicBezTo>
                    <a:pt x="0" y="36203"/>
                    <a:pt x="3349" y="70118"/>
                    <a:pt x="14264" y="70118"/>
                  </a:cubicBezTo>
                  <a:lnTo>
                    <a:pt x="138320" y="70118"/>
                  </a:lnTo>
                  <a:cubicBezTo>
                    <a:pt x="147840" y="70118"/>
                    <a:pt x="145666" y="48175"/>
                    <a:pt x="127189" y="48175"/>
                  </a:cubicBezTo>
                  <a:cubicBezTo>
                    <a:pt x="126633" y="48175"/>
                    <a:pt x="126063" y="48194"/>
                    <a:pt x="125477" y="48235"/>
                  </a:cubicBezTo>
                  <a:cubicBezTo>
                    <a:pt x="128335" y="40800"/>
                    <a:pt x="123406" y="31980"/>
                    <a:pt x="114819" y="31980"/>
                  </a:cubicBezTo>
                  <a:cubicBezTo>
                    <a:pt x="112580" y="31980"/>
                    <a:pt x="110093" y="32579"/>
                    <a:pt x="107431" y="33958"/>
                  </a:cubicBezTo>
                  <a:cubicBezTo>
                    <a:pt x="112067" y="22650"/>
                    <a:pt x="105896" y="1"/>
                    <a:pt x="7757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3" name="Google Shape;5933;p40">
              <a:extLst>
                <a:ext uri="{FF2B5EF4-FFF2-40B4-BE49-F238E27FC236}">
                  <a16:creationId xmlns:a16="http://schemas.microsoft.com/office/drawing/2014/main" id="{D43E4A7C-689E-38A0-12D0-D6F19D426058}"/>
                </a:ext>
              </a:extLst>
            </p:cNvPr>
            <p:cNvSpPr/>
            <p:nvPr/>
          </p:nvSpPr>
          <p:spPr>
            <a:xfrm>
              <a:off x="6039434" y="-1161100"/>
              <a:ext cx="3829821" cy="1816407"/>
            </a:xfrm>
            <a:custGeom>
              <a:avLst/>
              <a:gdLst/>
              <a:ahLst/>
              <a:cxnLst/>
              <a:rect l="l" t="t" r="r" b="b"/>
              <a:pathLst>
                <a:path w="147841" h="70118" extrusionOk="0">
                  <a:moveTo>
                    <a:pt x="77576" y="1"/>
                  </a:moveTo>
                  <a:cubicBezTo>
                    <a:pt x="49256" y="1"/>
                    <a:pt x="41550" y="24185"/>
                    <a:pt x="46654" y="38095"/>
                  </a:cubicBezTo>
                  <a:cubicBezTo>
                    <a:pt x="41172" y="36783"/>
                    <a:pt x="36360" y="36203"/>
                    <a:pt x="32155" y="36203"/>
                  </a:cubicBezTo>
                  <a:cubicBezTo>
                    <a:pt x="0" y="36203"/>
                    <a:pt x="3349" y="70118"/>
                    <a:pt x="14264" y="70118"/>
                  </a:cubicBezTo>
                  <a:lnTo>
                    <a:pt x="138320" y="70118"/>
                  </a:lnTo>
                  <a:cubicBezTo>
                    <a:pt x="147840" y="70118"/>
                    <a:pt x="145666" y="48175"/>
                    <a:pt x="127189" y="48175"/>
                  </a:cubicBezTo>
                  <a:cubicBezTo>
                    <a:pt x="126633" y="48175"/>
                    <a:pt x="126063" y="48194"/>
                    <a:pt x="125477" y="48235"/>
                  </a:cubicBezTo>
                  <a:cubicBezTo>
                    <a:pt x="128335" y="40800"/>
                    <a:pt x="123406" y="31980"/>
                    <a:pt x="114819" y="31980"/>
                  </a:cubicBezTo>
                  <a:cubicBezTo>
                    <a:pt x="112580" y="31980"/>
                    <a:pt x="110093" y="32579"/>
                    <a:pt x="107431" y="33958"/>
                  </a:cubicBezTo>
                  <a:cubicBezTo>
                    <a:pt x="112067" y="22650"/>
                    <a:pt x="105896" y="1"/>
                    <a:pt x="77576" y="1"/>
                  </a:cubicBezTo>
                  <a:close/>
                </a:path>
              </a:pathLst>
            </a:custGeom>
            <a:solidFill>
              <a:srgbClr val="191919">
                <a:alpha val="150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4" name="Google Shape;5934;p40">
              <a:extLst>
                <a:ext uri="{FF2B5EF4-FFF2-40B4-BE49-F238E27FC236}">
                  <a16:creationId xmlns:a16="http://schemas.microsoft.com/office/drawing/2014/main" id="{41A9994F-6F00-1F83-11DD-C715D75A271E}"/>
                </a:ext>
              </a:extLst>
            </p:cNvPr>
            <p:cNvSpPr/>
            <p:nvPr/>
          </p:nvSpPr>
          <p:spPr>
            <a:xfrm>
              <a:off x="2901686" y="-893639"/>
              <a:ext cx="3927076" cy="1570672"/>
            </a:xfrm>
            <a:custGeom>
              <a:avLst/>
              <a:gdLst/>
              <a:ahLst/>
              <a:cxnLst/>
              <a:rect l="l" t="t" r="r" b="b"/>
              <a:pathLst>
                <a:path w="140869" h="60632" extrusionOk="0">
                  <a:moveTo>
                    <a:pt x="58159" y="0"/>
                  </a:moveTo>
                  <a:cubicBezTo>
                    <a:pt x="47435" y="0"/>
                    <a:pt x="36548" y="7415"/>
                    <a:pt x="39639" y="23108"/>
                  </a:cubicBezTo>
                  <a:cubicBezTo>
                    <a:pt x="38141" y="20799"/>
                    <a:pt x="35913" y="19839"/>
                    <a:pt x="33709" y="19839"/>
                  </a:cubicBezTo>
                  <a:cubicBezTo>
                    <a:pt x="28842" y="19839"/>
                    <a:pt x="24087" y="24514"/>
                    <a:pt x="27530" y="29679"/>
                  </a:cubicBezTo>
                  <a:cubicBezTo>
                    <a:pt x="26357" y="29554"/>
                    <a:pt x="25233" y="29494"/>
                    <a:pt x="24158" y="29494"/>
                  </a:cubicBezTo>
                  <a:cubicBezTo>
                    <a:pt x="0" y="29494"/>
                    <a:pt x="152" y="59718"/>
                    <a:pt x="12319" y="60101"/>
                  </a:cubicBezTo>
                  <a:cubicBezTo>
                    <a:pt x="16345" y="60248"/>
                    <a:pt x="50070" y="60632"/>
                    <a:pt x="80104" y="60632"/>
                  </a:cubicBezTo>
                  <a:cubicBezTo>
                    <a:pt x="97857" y="60632"/>
                    <a:pt x="114320" y="60498"/>
                    <a:pt x="122598" y="60101"/>
                  </a:cubicBezTo>
                  <a:cubicBezTo>
                    <a:pt x="140868" y="59084"/>
                    <a:pt x="138947" y="35296"/>
                    <a:pt x="120451" y="35296"/>
                  </a:cubicBezTo>
                  <a:cubicBezTo>
                    <a:pt x="120137" y="35296"/>
                    <a:pt x="119819" y="35303"/>
                    <a:pt x="119496" y="35317"/>
                  </a:cubicBezTo>
                  <a:cubicBezTo>
                    <a:pt x="118030" y="23336"/>
                    <a:pt x="109499" y="19074"/>
                    <a:pt x="101625" y="19074"/>
                  </a:cubicBezTo>
                  <a:cubicBezTo>
                    <a:pt x="96060" y="19074"/>
                    <a:pt x="90823" y="21203"/>
                    <a:pt x="88641" y="24242"/>
                  </a:cubicBezTo>
                  <a:cubicBezTo>
                    <a:pt x="90922" y="19679"/>
                    <a:pt x="86957" y="15087"/>
                    <a:pt x="82551" y="15087"/>
                  </a:cubicBezTo>
                  <a:cubicBezTo>
                    <a:pt x="80257" y="15087"/>
                    <a:pt x="77845" y="16332"/>
                    <a:pt x="76132" y="19472"/>
                  </a:cubicBezTo>
                  <a:cubicBezTo>
                    <a:pt x="78460" y="6740"/>
                    <a:pt x="68384" y="0"/>
                    <a:pt x="5815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5" name="Google Shape;5935;p40">
              <a:extLst>
                <a:ext uri="{FF2B5EF4-FFF2-40B4-BE49-F238E27FC236}">
                  <a16:creationId xmlns:a16="http://schemas.microsoft.com/office/drawing/2014/main" id="{DB9EA381-656B-5193-81AF-6802913CA329}"/>
                </a:ext>
              </a:extLst>
            </p:cNvPr>
            <p:cNvSpPr/>
            <p:nvPr/>
          </p:nvSpPr>
          <p:spPr>
            <a:xfrm>
              <a:off x="2901686" y="-893121"/>
              <a:ext cx="2056356" cy="1558134"/>
            </a:xfrm>
            <a:custGeom>
              <a:avLst/>
              <a:gdLst/>
              <a:ahLst/>
              <a:cxnLst/>
              <a:rect l="l" t="t" r="r" b="b"/>
              <a:pathLst>
                <a:path w="73764" h="60148" extrusionOk="0">
                  <a:moveTo>
                    <a:pt x="58150" y="1"/>
                  </a:moveTo>
                  <a:cubicBezTo>
                    <a:pt x="47430" y="1"/>
                    <a:pt x="36544" y="7403"/>
                    <a:pt x="39639" y="23088"/>
                  </a:cubicBezTo>
                  <a:cubicBezTo>
                    <a:pt x="38141" y="20779"/>
                    <a:pt x="35913" y="19819"/>
                    <a:pt x="33709" y="19819"/>
                  </a:cubicBezTo>
                  <a:cubicBezTo>
                    <a:pt x="28842" y="19819"/>
                    <a:pt x="24087" y="24494"/>
                    <a:pt x="27530" y="29659"/>
                  </a:cubicBezTo>
                  <a:cubicBezTo>
                    <a:pt x="26357" y="29534"/>
                    <a:pt x="25233" y="29474"/>
                    <a:pt x="24158" y="29474"/>
                  </a:cubicBezTo>
                  <a:cubicBezTo>
                    <a:pt x="0" y="29474"/>
                    <a:pt x="152" y="59698"/>
                    <a:pt x="12319" y="60081"/>
                  </a:cubicBezTo>
                  <a:cubicBezTo>
                    <a:pt x="12820" y="60114"/>
                    <a:pt x="13787" y="60148"/>
                    <a:pt x="15121" y="60148"/>
                  </a:cubicBezTo>
                  <a:cubicBezTo>
                    <a:pt x="12170" y="51167"/>
                    <a:pt x="17081" y="35948"/>
                    <a:pt x="34253" y="35948"/>
                  </a:cubicBezTo>
                  <a:cubicBezTo>
                    <a:pt x="35322" y="35948"/>
                    <a:pt x="36439" y="36007"/>
                    <a:pt x="37604" y="36131"/>
                  </a:cubicBezTo>
                  <a:cubicBezTo>
                    <a:pt x="34161" y="30966"/>
                    <a:pt x="38916" y="26290"/>
                    <a:pt x="43782" y="26290"/>
                  </a:cubicBezTo>
                  <a:cubicBezTo>
                    <a:pt x="45987" y="26290"/>
                    <a:pt x="48215" y="27250"/>
                    <a:pt x="49713" y="29559"/>
                  </a:cubicBezTo>
                  <a:cubicBezTo>
                    <a:pt x="46621" y="13872"/>
                    <a:pt x="57496" y="6460"/>
                    <a:pt x="68204" y="6460"/>
                  </a:cubicBezTo>
                  <a:cubicBezTo>
                    <a:pt x="70088" y="6460"/>
                    <a:pt x="71967" y="6689"/>
                    <a:pt x="73763" y="7143"/>
                  </a:cubicBezTo>
                  <a:cubicBezTo>
                    <a:pt x="70395" y="2437"/>
                    <a:pt x="64300" y="1"/>
                    <a:pt x="58150" y="1"/>
                  </a:cubicBezTo>
                  <a:close/>
                </a:path>
              </a:pathLst>
            </a:custGeom>
            <a:solidFill>
              <a:srgbClr val="000000">
                <a:alpha val="100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6" name="Google Shape;5936;p40">
              <a:extLst>
                <a:ext uri="{FF2B5EF4-FFF2-40B4-BE49-F238E27FC236}">
                  <a16:creationId xmlns:a16="http://schemas.microsoft.com/office/drawing/2014/main" id="{06E9484C-CFD7-46E8-0503-374DD4515E18}"/>
                </a:ext>
              </a:extLst>
            </p:cNvPr>
            <p:cNvSpPr/>
            <p:nvPr/>
          </p:nvSpPr>
          <p:spPr>
            <a:xfrm>
              <a:off x="2910523" y="-893354"/>
              <a:ext cx="2045651" cy="1536762"/>
            </a:xfrm>
            <a:custGeom>
              <a:avLst/>
              <a:gdLst/>
              <a:ahLst/>
              <a:cxnLst/>
              <a:rect l="l" t="t" r="r" b="b"/>
              <a:pathLst>
                <a:path w="73380" h="59323" extrusionOk="0">
                  <a:moveTo>
                    <a:pt x="57828" y="1"/>
                  </a:moveTo>
                  <a:cubicBezTo>
                    <a:pt x="47104" y="1"/>
                    <a:pt x="36219" y="7412"/>
                    <a:pt x="39322" y="23097"/>
                  </a:cubicBezTo>
                  <a:cubicBezTo>
                    <a:pt x="37824" y="20788"/>
                    <a:pt x="35596" y="19828"/>
                    <a:pt x="33392" y="19828"/>
                  </a:cubicBezTo>
                  <a:cubicBezTo>
                    <a:pt x="28525" y="19828"/>
                    <a:pt x="23770" y="24503"/>
                    <a:pt x="27213" y="29668"/>
                  </a:cubicBezTo>
                  <a:cubicBezTo>
                    <a:pt x="26047" y="29545"/>
                    <a:pt x="24929" y="29485"/>
                    <a:pt x="23859" y="29485"/>
                  </a:cubicBezTo>
                  <a:cubicBezTo>
                    <a:pt x="1826" y="29485"/>
                    <a:pt x="0" y="54583"/>
                    <a:pt x="9067" y="59323"/>
                  </a:cubicBezTo>
                  <a:cubicBezTo>
                    <a:pt x="4207" y="51023"/>
                    <a:pt x="8304" y="32720"/>
                    <a:pt x="27121" y="32720"/>
                  </a:cubicBezTo>
                  <a:cubicBezTo>
                    <a:pt x="28193" y="32720"/>
                    <a:pt x="29313" y="32780"/>
                    <a:pt x="30482" y="32904"/>
                  </a:cubicBezTo>
                  <a:cubicBezTo>
                    <a:pt x="27039" y="27739"/>
                    <a:pt x="31779" y="23064"/>
                    <a:pt x="36635" y="23064"/>
                  </a:cubicBezTo>
                  <a:cubicBezTo>
                    <a:pt x="38835" y="23064"/>
                    <a:pt x="41060" y="24023"/>
                    <a:pt x="42558" y="26333"/>
                  </a:cubicBezTo>
                  <a:cubicBezTo>
                    <a:pt x="39474" y="10655"/>
                    <a:pt x="50360" y="3251"/>
                    <a:pt x="61079" y="3251"/>
                  </a:cubicBezTo>
                  <a:cubicBezTo>
                    <a:pt x="65550" y="3251"/>
                    <a:pt x="69992" y="4539"/>
                    <a:pt x="73380" y="7052"/>
                  </a:cubicBezTo>
                  <a:cubicBezTo>
                    <a:pt x="69990" y="2404"/>
                    <a:pt x="63936" y="1"/>
                    <a:pt x="57828" y="1"/>
                  </a:cubicBezTo>
                  <a:close/>
                </a:path>
              </a:pathLst>
            </a:custGeom>
            <a:solidFill>
              <a:srgbClr val="000000">
                <a:alpha val="100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7" name="Google Shape;5937;p40">
              <a:extLst>
                <a:ext uri="{FF2B5EF4-FFF2-40B4-BE49-F238E27FC236}">
                  <a16:creationId xmlns:a16="http://schemas.microsoft.com/office/drawing/2014/main" id="{F55A20FD-AB82-548D-FAC7-DAFBB514DDC0}"/>
                </a:ext>
              </a:extLst>
            </p:cNvPr>
            <p:cNvSpPr/>
            <p:nvPr/>
          </p:nvSpPr>
          <p:spPr>
            <a:xfrm>
              <a:off x="6047231" y="-1161100"/>
              <a:ext cx="2579931" cy="1815552"/>
            </a:xfrm>
            <a:custGeom>
              <a:avLst/>
              <a:gdLst/>
              <a:ahLst/>
              <a:cxnLst/>
              <a:rect l="l" t="t" r="r" b="b"/>
              <a:pathLst>
                <a:path w="99592" h="70085" extrusionOk="0">
                  <a:moveTo>
                    <a:pt x="77275" y="1"/>
                  </a:moveTo>
                  <a:cubicBezTo>
                    <a:pt x="48988" y="1"/>
                    <a:pt x="41249" y="24185"/>
                    <a:pt x="46353" y="38095"/>
                  </a:cubicBezTo>
                  <a:cubicBezTo>
                    <a:pt x="40876" y="36785"/>
                    <a:pt x="36066" y="36205"/>
                    <a:pt x="31863" y="36205"/>
                  </a:cubicBezTo>
                  <a:cubicBezTo>
                    <a:pt x="1" y="36205"/>
                    <a:pt x="2966" y="69495"/>
                    <a:pt x="13663" y="70084"/>
                  </a:cubicBezTo>
                  <a:cubicBezTo>
                    <a:pt x="8274" y="61806"/>
                    <a:pt x="12486" y="38234"/>
                    <a:pt x="35298" y="38234"/>
                  </a:cubicBezTo>
                  <a:cubicBezTo>
                    <a:pt x="39877" y="38234"/>
                    <a:pt x="45206" y="39183"/>
                    <a:pt x="51357" y="41397"/>
                  </a:cubicBezTo>
                  <a:cubicBezTo>
                    <a:pt x="47687" y="21049"/>
                    <a:pt x="53959" y="3303"/>
                    <a:pt x="82279" y="3303"/>
                  </a:cubicBezTo>
                  <a:cubicBezTo>
                    <a:pt x="89384" y="3303"/>
                    <a:pt x="95088" y="4738"/>
                    <a:pt x="99591" y="7039"/>
                  </a:cubicBezTo>
                  <a:cubicBezTo>
                    <a:pt x="94621" y="2836"/>
                    <a:pt x="87349" y="1"/>
                    <a:pt x="77275" y="1"/>
                  </a:cubicBezTo>
                  <a:close/>
                </a:path>
              </a:pathLst>
            </a:custGeom>
            <a:solidFill>
              <a:srgbClr val="000000">
                <a:alpha val="100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8" name="Google Shape;5938;p40">
              <a:extLst>
                <a:ext uri="{FF2B5EF4-FFF2-40B4-BE49-F238E27FC236}">
                  <a16:creationId xmlns:a16="http://schemas.microsoft.com/office/drawing/2014/main" id="{7D291F75-01B5-A497-5129-1996EE5A9A51}"/>
                </a:ext>
              </a:extLst>
            </p:cNvPr>
            <p:cNvSpPr/>
            <p:nvPr/>
          </p:nvSpPr>
          <p:spPr>
            <a:xfrm>
              <a:off x="-334800" y="-1034326"/>
              <a:ext cx="4676034" cy="1815529"/>
            </a:xfrm>
            <a:custGeom>
              <a:avLst/>
              <a:gdLst/>
              <a:ahLst/>
              <a:cxnLst/>
              <a:rect l="l" t="t" r="r" b="b"/>
              <a:pathLst>
                <a:path w="171299" h="81259" extrusionOk="0">
                  <a:moveTo>
                    <a:pt x="89907" y="0"/>
                  </a:moveTo>
                  <a:cubicBezTo>
                    <a:pt x="57084" y="0"/>
                    <a:pt x="48144" y="28054"/>
                    <a:pt x="54048" y="44132"/>
                  </a:cubicBezTo>
                  <a:lnTo>
                    <a:pt x="54048" y="44132"/>
                  </a:lnTo>
                  <a:cubicBezTo>
                    <a:pt x="47711" y="42619"/>
                    <a:pt x="42146" y="41950"/>
                    <a:pt x="37282" y="41950"/>
                  </a:cubicBezTo>
                  <a:cubicBezTo>
                    <a:pt x="1" y="41950"/>
                    <a:pt x="3863" y="81258"/>
                    <a:pt x="16521" y="81258"/>
                  </a:cubicBezTo>
                  <a:lnTo>
                    <a:pt x="160291" y="81258"/>
                  </a:lnTo>
                  <a:cubicBezTo>
                    <a:pt x="171298" y="81258"/>
                    <a:pt x="168794" y="55869"/>
                    <a:pt x="147380" y="55869"/>
                  </a:cubicBezTo>
                  <a:cubicBezTo>
                    <a:pt x="146731" y="55869"/>
                    <a:pt x="146064" y="55892"/>
                    <a:pt x="145380" y="55940"/>
                  </a:cubicBezTo>
                  <a:cubicBezTo>
                    <a:pt x="148684" y="47296"/>
                    <a:pt x="143002" y="37081"/>
                    <a:pt x="133081" y="37081"/>
                  </a:cubicBezTo>
                  <a:cubicBezTo>
                    <a:pt x="130482" y="37081"/>
                    <a:pt x="127593" y="37782"/>
                    <a:pt x="124499" y="39395"/>
                  </a:cubicBezTo>
                  <a:cubicBezTo>
                    <a:pt x="129869" y="26252"/>
                    <a:pt x="122697" y="0"/>
                    <a:pt x="8990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9" name="Google Shape;5939;p40">
              <a:extLst>
                <a:ext uri="{FF2B5EF4-FFF2-40B4-BE49-F238E27FC236}">
                  <a16:creationId xmlns:a16="http://schemas.microsoft.com/office/drawing/2014/main" id="{6FFB3B1A-2CB1-87FD-E5C0-7BE034F36C18}"/>
                </a:ext>
              </a:extLst>
            </p:cNvPr>
            <p:cNvSpPr/>
            <p:nvPr/>
          </p:nvSpPr>
          <p:spPr>
            <a:xfrm>
              <a:off x="1572102" y="-1034326"/>
              <a:ext cx="2767366" cy="1815529"/>
            </a:xfrm>
            <a:custGeom>
              <a:avLst/>
              <a:gdLst/>
              <a:ahLst/>
              <a:cxnLst/>
              <a:rect l="l" t="t" r="r" b="b"/>
              <a:pathLst>
                <a:path w="101378" h="81259" extrusionOk="0">
                  <a:moveTo>
                    <a:pt x="20048" y="0"/>
                  </a:moveTo>
                  <a:cubicBezTo>
                    <a:pt x="11942" y="0"/>
                    <a:pt x="5338" y="1701"/>
                    <a:pt x="1" y="4503"/>
                  </a:cubicBezTo>
                  <a:cubicBezTo>
                    <a:pt x="4537" y="2802"/>
                    <a:pt x="9874" y="1801"/>
                    <a:pt x="16012" y="1801"/>
                  </a:cubicBezTo>
                  <a:cubicBezTo>
                    <a:pt x="48835" y="1801"/>
                    <a:pt x="56007" y="28054"/>
                    <a:pt x="50637" y="41196"/>
                  </a:cubicBezTo>
                  <a:cubicBezTo>
                    <a:pt x="53731" y="39583"/>
                    <a:pt x="56621" y="38883"/>
                    <a:pt x="59219" y="38883"/>
                  </a:cubicBezTo>
                  <a:cubicBezTo>
                    <a:pt x="69139" y="38883"/>
                    <a:pt x="74816" y="49098"/>
                    <a:pt x="71485" y="57742"/>
                  </a:cubicBezTo>
                  <a:lnTo>
                    <a:pt x="71485" y="57742"/>
                  </a:lnTo>
                  <a:cubicBezTo>
                    <a:pt x="72167" y="57694"/>
                    <a:pt x="72831" y="57671"/>
                    <a:pt x="73478" y="57671"/>
                  </a:cubicBezTo>
                  <a:cubicBezTo>
                    <a:pt x="91417" y="57671"/>
                    <a:pt x="96108" y="75431"/>
                    <a:pt x="90699" y="81258"/>
                  </a:cubicBezTo>
                  <a:cubicBezTo>
                    <a:pt x="101378" y="80838"/>
                    <a:pt x="98777" y="55868"/>
                    <a:pt x="77538" y="55868"/>
                  </a:cubicBezTo>
                  <a:cubicBezTo>
                    <a:pt x="76883" y="55868"/>
                    <a:pt x="76211" y="55891"/>
                    <a:pt x="75521" y="55940"/>
                  </a:cubicBezTo>
                  <a:lnTo>
                    <a:pt x="75521" y="55940"/>
                  </a:lnTo>
                  <a:cubicBezTo>
                    <a:pt x="78828" y="47289"/>
                    <a:pt x="73134" y="37065"/>
                    <a:pt x="63198" y="37065"/>
                  </a:cubicBezTo>
                  <a:cubicBezTo>
                    <a:pt x="60605" y="37065"/>
                    <a:pt x="57725" y="37761"/>
                    <a:pt x="54640" y="39362"/>
                  </a:cubicBezTo>
                  <a:cubicBezTo>
                    <a:pt x="60010" y="26252"/>
                    <a:pt x="52838" y="0"/>
                    <a:pt x="20048" y="0"/>
                  </a:cubicBezTo>
                  <a:close/>
                </a:path>
              </a:pathLst>
            </a:custGeom>
            <a:solidFill>
              <a:srgbClr val="000000">
                <a:alpha val="100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0" name="Google Shape;5940;p40">
              <a:extLst>
                <a:ext uri="{FF2B5EF4-FFF2-40B4-BE49-F238E27FC236}">
                  <a16:creationId xmlns:a16="http://schemas.microsoft.com/office/drawing/2014/main" id="{759DB40F-05C2-38D2-4A25-2004F2A88E0B}"/>
                </a:ext>
              </a:extLst>
            </p:cNvPr>
            <p:cNvSpPr/>
            <p:nvPr/>
          </p:nvSpPr>
          <p:spPr>
            <a:xfrm>
              <a:off x="4427388" y="-440032"/>
              <a:ext cx="3840753" cy="1652946"/>
            </a:xfrm>
            <a:custGeom>
              <a:avLst/>
              <a:gdLst/>
              <a:ahLst/>
              <a:cxnLst/>
              <a:rect l="l" t="t" r="r" b="b"/>
              <a:pathLst>
                <a:path w="148263" h="63808" extrusionOk="0">
                  <a:moveTo>
                    <a:pt x="87046" y="0"/>
                  </a:moveTo>
                  <a:cubicBezTo>
                    <a:pt x="76284" y="0"/>
                    <a:pt x="65686" y="7090"/>
                    <a:pt x="68160" y="20473"/>
                  </a:cubicBezTo>
                  <a:cubicBezTo>
                    <a:pt x="66358" y="17176"/>
                    <a:pt x="63817" y="15869"/>
                    <a:pt x="61401" y="15869"/>
                  </a:cubicBezTo>
                  <a:cubicBezTo>
                    <a:pt x="56755" y="15869"/>
                    <a:pt x="52570" y="20704"/>
                    <a:pt x="54984" y="25510"/>
                  </a:cubicBezTo>
                  <a:cubicBezTo>
                    <a:pt x="52677" y="22305"/>
                    <a:pt x="47159" y="20060"/>
                    <a:pt x="41298" y="20060"/>
                  </a:cubicBezTo>
                  <a:cubicBezTo>
                    <a:pt x="33010" y="20060"/>
                    <a:pt x="24038" y="24548"/>
                    <a:pt x="22495" y="37152"/>
                  </a:cubicBezTo>
                  <a:cubicBezTo>
                    <a:pt x="22158" y="37137"/>
                    <a:pt x="21827" y="37130"/>
                    <a:pt x="21500" y="37130"/>
                  </a:cubicBezTo>
                  <a:cubicBezTo>
                    <a:pt x="2007" y="37130"/>
                    <a:pt x="0" y="62188"/>
                    <a:pt x="19226" y="63270"/>
                  </a:cubicBezTo>
                  <a:cubicBezTo>
                    <a:pt x="27781" y="63672"/>
                    <a:pt x="44650" y="63807"/>
                    <a:pt x="62952" y="63807"/>
                  </a:cubicBezTo>
                  <a:cubicBezTo>
                    <a:pt x="94812" y="63807"/>
                    <a:pt x="131017" y="63398"/>
                    <a:pt x="135275" y="63270"/>
                  </a:cubicBezTo>
                  <a:cubicBezTo>
                    <a:pt x="148117" y="62855"/>
                    <a:pt x="148263" y="31022"/>
                    <a:pt x="122794" y="31022"/>
                  </a:cubicBezTo>
                  <a:cubicBezTo>
                    <a:pt x="121667" y="31022"/>
                    <a:pt x="120491" y="31084"/>
                    <a:pt x="119264" y="31214"/>
                  </a:cubicBezTo>
                  <a:cubicBezTo>
                    <a:pt x="122889" y="25776"/>
                    <a:pt x="117896" y="20874"/>
                    <a:pt x="112787" y="20874"/>
                  </a:cubicBezTo>
                  <a:cubicBezTo>
                    <a:pt x="110469" y="20874"/>
                    <a:pt x="108127" y="21883"/>
                    <a:pt x="106555" y="24309"/>
                  </a:cubicBezTo>
                  <a:cubicBezTo>
                    <a:pt x="109799" y="7797"/>
                    <a:pt x="98332" y="0"/>
                    <a:pt x="87046" y="0"/>
                  </a:cubicBezTo>
                  <a:close/>
                </a:path>
              </a:pathLst>
            </a:custGeom>
            <a:solidFill>
              <a:srgbClr val="F2F3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1" name="Google Shape;5941;p40">
              <a:extLst>
                <a:ext uri="{FF2B5EF4-FFF2-40B4-BE49-F238E27FC236}">
                  <a16:creationId xmlns:a16="http://schemas.microsoft.com/office/drawing/2014/main" id="{ADBC6D6D-7AD6-63BA-F234-5A3D3E38C6EF}"/>
                </a:ext>
              </a:extLst>
            </p:cNvPr>
            <p:cNvSpPr/>
            <p:nvPr/>
          </p:nvSpPr>
          <p:spPr>
            <a:xfrm>
              <a:off x="4469455" y="-29389"/>
              <a:ext cx="1716724" cy="1141089"/>
            </a:xfrm>
            <a:custGeom>
              <a:avLst/>
              <a:gdLst/>
              <a:ahLst/>
              <a:cxnLst/>
              <a:rect l="l" t="t" r="r" b="b"/>
              <a:pathLst>
                <a:path w="66270" h="44049" extrusionOk="0">
                  <a:moveTo>
                    <a:pt x="59764" y="1"/>
                  </a:moveTo>
                  <a:cubicBezTo>
                    <a:pt x="55127" y="1"/>
                    <a:pt x="50954" y="4844"/>
                    <a:pt x="53360" y="9657"/>
                  </a:cubicBezTo>
                  <a:cubicBezTo>
                    <a:pt x="51053" y="6452"/>
                    <a:pt x="45535" y="4207"/>
                    <a:pt x="39674" y="4207"/>
                  </a:cubicBezTo>
                  <a:cubicBezTo>
                    <a:pt x="31386" y="4207"/>
                    <a:pt x="22414" y="8695"/>
                    <a:pt x="20871" y="21299"/>
                  </a:cubicBezTo>
                  <a:cubicBezTo>
                    <a:pt x="20529" y="21284"/>
                    <a:pt x="20193" y="21277"/>
                    <a:pt x="19862" y="21277"/>
                  </a:cubicBezTo>
                  <a:cubicBezTo>
                    <a:pt x="4461" y="21277"/>
                    <a:pt x="1" y="36962"/>
                    <a:pt x="8295" y="44048"/>
                  </a:cubicBezTo>
                  <a:cubicBezTo>
                    <a:pt x="3504" y="36291"/>
                    <a:pt x="8585" y="23980"/>
                    <a:pt x="22231" y="23980"/>
                  </a:cubicBezTo>
                  <a:cubicBezTo>
                    <a:pt x="22551" y="23980"/>
                    <a:pt x="22876" y="23987"/>
                    <a:pt x="23206" y="24001"/>
                  </a:cubicBezTo>
                  <a:cubicBezTo>
                    <a:pt x="24749" y="11418"/>
                    <a:pt x="33720" y="6926"/>
                    <a:pt x="42008" y="6926"/>
                  </a:cubicBezTo>
                  <a:cubicBezTo>
                    <a:pt x="47869" y="6926"/>
                    <a:pt x="53388" y="9173"/>
                    <a:pt x="55695" y="12392"/>
                  </a:cubicBezTo>
                  <a:cubicBezTo>
                    <a:pt x="53287" y="7577"/>
                    <a:pt x="57470" y="2721"/>
                    <a:pt x="62108" y="2721"/>
                  </a:cubicBezTo>
                  <a:cubicBezTo>
                    <a:pt x="63510" y="2721"/>
                    <a:pt x="64954" y="3165"/>
                    <a:pt x="66270" y="4187"/>
                  </a:cubicBezTo>
                  <a:cubicBezTo>
                    <a:pt x="64487" y="1197"/>
                    <a:pt x="62068" y="1"/>
                    <a:pt x="59764" y="1"/>
                  </a:cubicBezTo>
                  <a:close/>
                </a:path>
              </a:pathLst>
            </a:custGeom>
            <a:solidFill>
              <a:srgbClr val="000000">
                <a:alpha val="100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2" name="Google Shape;5942;p40">
              <a:extLst>
                <a:ext uri="{FF2B5EF4-FFF2-40B4-BE49-F238E27FC236}">
                  <a16:creationId xmlns:a16="http://schemas.microsoft.com/office/drawing/2014/main" id="{6F64B059-5BD0-B636-FD01-193E585110DE}"/>
                </a:ext>
              </a:extLst>
            </p:cNvPr>
            <p:cNvSpPr/>
            <p:nvPr/>
          </p:nvSpPr>
          <p:spPr>
            <a:xfrm>
              <a:off x="6132306" y="-440161"/>
              <a:ext cx="988742" cy="590997"/>
            </a:xfrm>
            <a:custGeom>
              <a:avLst/>
              <a:gdLst/>
              <a:ahLst/>
              <a:cxnLst/>
              <a:rect l="l" t="t" r="r" b="b"/>
              <a:pathLst>
                <a:path w="38168" h="22814" extrusionOk="0">
                  <a:moveTo>
                    <a:pt x="21242" y="1"/>
                  </a:moveTo>
                  <a:cubicBezTo>
                    <a:pt x="10545" y="1"/>
                    <a:pt x="0" y="6997"/>
                    <a:pt x="2275" y="20211"/>
                  </a:cubicBezTo>
                  <a:cubicBezTo>
                    <a:pt x="3042" y="20812"/>
                    <a:pt x="3742" y="21646"/>
                    <a:pt x="4376" y="22680"/>
                  </a:cubicBezTo>
                  <a:cubicBezTo>
                    <a:pt x="4443" y="22713"/>
                    <a:pt x="4510" y="22746"/>
                    <a:pt x="4610" y="22813"/>
                  </a:cubicBezTo>
                  <a:cubicBezTo>
                    <a:pt x="2411" y="9667"/>
                    <a:pt x="12912" y="2715"/>
                    <a:pt x="23573" y="2715"/>
                  </a:cubicBezTo>
                  <a:cubicBezTo>
                    <a:pt x="28926" y="2715"/>
                    <a:pt x="34320" y="4468"/>
                    <a:pt x="38167" y="8069"/>
                  </a:cubicBezTo>
                  <a:cubicBezTo>
                    <a:pt x="34414" y="2630"/>
                    <a:pt x="27800" y="1"/>
                    <a:pt x="21242" y="1"/>
                  </a:cubicBezTo>
                  <a:close/>
                </a:path>
              </a:pathLst>
            </a:custGeom>
            <a:solidFill>
              <a:srgbClr val="000000">
                <a:alpha val="100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3" name="Google Shape;5943;p40">
              <a:extLst>
                <a:ext uri="{FF2B5EF4-FFF2-40B4-BE49-F238E27FC236}">
                  <a16:creationId xmlns:a16="http://schemas.microsoft.com/office/drawing/2014/main" id="{4AAFF1A0-6AE0-A915-58C8-2179873FABCF}"/>
                </a:ext>
              </a:extLst>
            </p:cNvPr>
            <p:cNvSpPr/>
            <p:nvPr/>
          </p:nvSpPr>
          <p:spPr>
            <a:xfrm>
              <a:off x="6326010" y="231118"/>
              <a:ext cx="6943" cy="11269"/>
            </a:xfrm>
            <a:custGeom>
              <a:avLst/>
              <a:gdLst/>
              <a:ahLst/>
              <a:cxnLst/>
              <a:rect l="l" t="t" r="r" b="b"/>
              <a:pathLst>
                <a:path w="268" h="435" extrusionOk="0">
                  <a:moveTo>
                    <a:pt x="0" y="0"/>
                  </a:moveTo>
                  <a:lnTo>
                    <a:pt x="0" y="0"/>
                  </a:lnTo>
                  <a:cubicBezTo>
                    <a:pt x="101" y="134"/>
                    <a:pt x="201" y="301"/>
                    <a:pt x="267" y="434"/>
                  </a:cubicBezTo>
                  <a:cubicBezTo>
                    <a:pt x="234" y="334"/>
                    <a:pt x="234" y="267"/>
                    <a:pt x="234" y="167"/>
                  </a:cubicBezTo>
                  <a:cubicBezTo>
                    <a:pt x="167" y="100"/>
                    <a:pt x="101" y="67"/>
                    <a:pt x="0" y="0"/>
                  </a:cubicBezTo>
                  <a:close/>
                </a:path>
              </a:pathLst>
            </a:custGeom>
            <a:solidFill>
              <a:srgbClr val="F2F3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4" name="Google Shape;5944;p40">
              <a:extLst>
                <a:ext uri="{FF2B5EF4-FFF2-40B4-BE49-F238E27FC236}">
                  <a16:creationId xmlns:a16="http://schemas.microsoft.com/office/drawing/2014/main" id="{F54B7D13-16D6-EE97-93CF-73302FB28973}"/>
                </a:ext>
              </a:extLst>
            </p:cNvPr>
            <p:cNvSpPr/>
            <p:nvPr/>
          </p:nvSpPr>
          <p:spPr>
            <a:xfrm>
              <a:off x="6186029" y="79041"/>
              <a:ext cx="6943" cy="11269"/>
            </a:xfrm>
            <a:custGeom>
              <a:avLst/>
              <a:gdLst/>
              <a:ahLst/>
              <a:cxnLst/>
              <a:rect l="l" t="t" r="r" b="b"/>
              <a:pathLst>
                <a:path w="268" h="435" extrusionOk="0">
                  <a:moveTo>
                    <a:pt x="1" y="1"/>
                  </a:moveTo>
                  <a:lnTo>
                    <a:pt x="1" y="1"/>
                  </a:lnTo>
                  <a:cubicBezTo>
                    <a:pt x="101" y="134"/>
                    <a:pt x="167" y="267"/>
                    <a:pt x="267" y="434"/>
                  </a:cubicBezTo>
                  <a:cubicBezTo>
                    <a:pt x="234" y="334"/>
                    <a:pt x="234" y="234"/>
                    <a:pt x="201" y="167"/>
                  </a:cubicBezTo>
                  <a:cubicBezTo>
                    <a:pt x="134" y="101"/>
                    <a:pt x="67" y="34"/>
                    <a:pt x="1" y="1"/>
                  </a:cubicBezTo>
                  <a:close/>
                </a:path>
              </a:pathLst>
            </a:custGeom>
            <a:solidFill>
              <a:srgbClr val="F2F3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5" name="Google Shape;5945;p40">
              <a:extLst>
                <a:ext uri="{FF2B5EF4-FFF2-40B4-BE49-F238E27FC236}">
                  <a16:creationId xmlns:a16="http://schemas.microsoft.com/office/drawing/2014/main" id="{AA787920-EF49-A9D8-77BB-E93AEAE0BD2E}"/>
                </a:ext>
              </a:extLst>
            </p:cNvPr>
            <p:cNvSpPr/>
            <p:nvPr/>
          </p:nvSpPr>
          <p:spPr>
            <a:xfrm>
              <a:off x="7499004" y="307641"/>
              <a:ext cx="6943" cy="11269"/>
            </a:xfrm>
            <a:custGeom>
              <a:avLst/>
              <a:gdLst/>
              <a:ahLst/>
              <a:cxnLst/>
              <a:rect l="l" t="t" r="r" b="b"/>
              <a:pathLst>
                <a:path w="268" h="435" extrusionOk="0">
                  <a:moveTo>
                    <a:pt x="1" y="1"/>
                  </a:moveTo>
                  <a:lnTo>
                    <a:pt x="1" y="1"/>
                  </a:lnTo>
                  <a:cubicBezTo>
                    <a:pt x="101" y="134"/>
                    <a:pt x="167" y="267"/>
                    <a:pt x="267" y="434"/>
                  </a:cubicBezTo>
                  <a:cubicBezTo>
                    <a:pt x="234" y="334"/>
                    <a:pt x="234" y="234"/>
                    <a:pt x="201" y="167"/>
                  </a:cubicBezTo>
                  <a:cubicBezTo>
                    <a:pt x="134" y="101"/>
                    <a:pt x="67" y="34"/>
                    <a:pt x="1" y="1"/>
                  </a:cubicBezTo>
                  <a:close/>
                </a:path>
              </a:pathLst>
            </a:custGeom>
            <a:solidFill>
              <a:srgbClr val="F2F3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6" name="Google Shape;5946;p40">
              <a:extLst>
                <a:ext uri="{FF2B5EF4-FFF2-40B4-BE49-F238E27FC236}">
                  <a16:creationId xmlns:a16="http://schemas.microsoft.com/office/drawing/2014/main" id="{DD40CA99-14AF-C5F5-5648-7838F626DB63}"/>
                </a:ext>
              </a:extLst>
            </p:cNvPr>
            <p:cNvSpPr/>
            <p:nvPr/>
          </p:nvSpPr>
          <p:spPr>
            <a:xfrm>
              <a:off x="-334800" y="-1034326"/>
              <a:ext cx="4676034" cy="1815529"/>
            </a:xfrm>
            <a:custGeom>
              <a:avLst/>
              <a:gdLst/>
              <a:ahLst/>
              <a:cxnLst/>
              <a:rect l="l" t="t" r="r" b="b"/>
              <a:pathLst>
                <a:path w="171299" h="81259" extrusionOk="0">
                  <a:moveTo>
                    <a:pt x="89907" y="0"/>
                  </a:moveTo>
                  <a:cubicBezTo>
                    <a:pt x="57084" y="0"/>
                    <a:pt x="48144" y="28054"/>
                    <a:pt x="54048" y="44132"/>
                  </a:cubicBezTo>
                  <a:lnTo>
                    <a:pt x="54048" y="44132"/>
                  </a:lnTo>
                  <a:cubicBezTo>
                    <a:pt x="47711" y="42619"/>
                    <a:pt x="42146" y="41950"/>
                    <a:pt x="37282" y="41950"/>
                  </a:cubicBezTo>
                  <a:cubicBezTo>
                    <a:pt x="1" y="41950"/>
                    <a:pt x="3863" y="81258"/>
                    <a:pt x="16521" y="81258"/>
                  </a:cubicBezTo>
                  <a:lnTo>
                    <a:pt x="160291" y="81258"/>
                  </a:lnTo>
                  <a:cubicBezTo>
                    <a:pt x="171298" y="81258"/>
                    <a:pt x="168794" y="55869"/>
                    <a:pt x="147380" y="55869"/>
                  </a:cubicBezTo>
                  <a:cubicBezTo>
                    <a:pt x="146731" y="55869"/>
                    <a:pt x="146064" y="55892"/>
                    <a:pt x="145380" y="55940"/>
                  </a:cubicBezTo>
                  <a:cubicBezTo>
                    <a:pt x="148684" y="47296"/>
                    <a:pt x="143002" y="37081"/>
                    <a:pt x="133081" y="37081"/>
                  </a:cubicBezTo>
                  <a:cubicBezTo>
                    <a:pt x="130482" y="37081"/>
                    <a:pt x="127593" y="37782"/>
                    <a:pt x="124499" y="39395"/>
                  </a:cubicBezTo>
                  <a:cubicBezTo>
                    <a:pt x="129869" y="26252"/>
                    <a:pt x="122697" y="0"/>
                    <a:pt x="89907" y="0"/>
                  </a:cubicBezTo>
                  <a:close/>
                </a:path>
              </a:pathLst>
            </a:custGeom>
            <a:solidFill>
              <a:srgbClr val="000000">
                <a:alpha val="100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7" name="Google Shape;5947;p40">
              <a:extLst>
                <a:ext uri="{FF2B5EF4-FFF2-40B4-BE49-F238E27FC236}">
                  <a16:creationId xmlns:a16="http://schemas.microsoft.com/office/drawing/2014/main" id="{0112BCBE-82F8-6633-0A65-295B8BEECDFF}"/>
                </a:ext>
              </a:extLst>
            </p:cNvPr>
            <p:cNvSpPr/>
            <p:nvPr/>
          </p:nvSpPr>
          <p:spPr>
            <a:xfrm>
              <a:off x="4452540" y="-440161"/>
              <a:ext cx="2690208" cy="1590774"/>
            </a:xfrm>
            <a:custGeom>
              <a:avLst/>
              <a:gdLst/>
              <a:ahLst/>
              <a:cxnLst/>
              <a:rect l="l" t="t" r="r" b="b"/>
              <a:pathLst>
                <a:path w="103849" h="61408" extrusionOk="0">
                  <a:moveTo>
                    <a:pt x="86058" y="1"/>
                  </a:moveTo>
                  <a:cubicBezTo>
                    <a:pt x="75305" y="1"/>
                    <a:pt x="64717" y="7089"/>
                    <a:pt x="67189" y="20478"/>
                  </a:cubicBezTo>
                  <a:cubicBezTo>
                    <a:pt x="65387" y="17169"/>
                    <a:pt x="62846" y="15859"/>
                    <a:pt x="60431" y="15859"/>
                  </a:cubicBezTo>
                  <a:cubicBezTo>
                    <a:pt x="55784" y="15859"/>
                    <a:pt x="51599" y="20709"/>
                    <a:pt x="54013" y="25515"/>
                  </a:cubicBezTo>
                  <a:cubicBezTo>
                    <a:pt x="51706" y="22310"/>
                    <a:pt x="46188" y="20065"/>
                    <a:pt x="40327" y="20065"/>
                  </a:cubicBezTo>
                  <a:cubicBezTo>
                    <a:pt x="32039" y="20065"/>
                    <a:pt x="23067" y="24553"/>
                    <a:pt x="21524" y="37157"/>
                  </a:cubicBezTo>
                  <a:cubicBezTo>
                    <a:pt x="21177" y="37142"/>
                    <a:pt x="20836" y="37134"/>
                    <a:pt x="20500" y="37134"/>
                  </a:cubicBezTo>
                  <a:cubicBezTo>
                    <a:pt x="3881" y="37134"/>
                    <a:pt x="1" y="55424"/>
                    <a:pt x="11183" y="61407"/>
                  </a:cubicBezTo>
                  <a:cubicBezTo>
                    <a:pt x="7962" y="53698"/>
                    <a:pt x="13212" y="43007"/>
                    <a:pt x="25972" y="43007"/>
                  </a:cubicBezTo>
                  <a:cubicBezTo>
                    <a:pt x="26297" y="43007"/>
                    <a:pt x="26626" y="43014"/>
                    <a:pt x="26961" y="43028"/>
                  </a:cubicBezTo>
                  <a:cubicBezTo>
                    <a:pt x="28504" y="30424"/>
                    <a:pt x="37477" y="25936"/>
                    <a:pt x="45758" y="25936"/>
                  </a:cubicBezTo>
                  <a:cubicBezTo>
                    <a:pt x="51613" y="25936"/>
                    <a:pt x="57124" y="28180"/>
                    <a:pt x="59417" y="31386"/>
                  </a:cubicBezTo>
                  <a:cubicBezTo>
                    <a:pt x="57025" y="26579"/>
                    <a:pt x="61203" y="21730"/>
                    <a:pt x="65842" y="21730"/>
                  </a:cubicBezTo>
                  <a:cubicBezTo>
                    <a:pt x="68254" y="21730"/>
                    <a:pt x="70791" y="23040"/>
                    <a:pt x="72593" y="26349"/>
                  </a:cubicBezTo>
                  <a:cubicBezTo>
                    <a:pt x="70130" y="12965"/>
                    <a:pt x="80721" y="5872"/>
                    <a:pt x="91476" y="5872"/>
                  </a:cubicBezTo>
                  <a:cubicBezTo>
                    <a:pt x="95865" y="5872"/>
                    <a:pt x="100282" y="7053"/>
                    <a:pt x="103849" y="9470"/>
                  </a:cubicBezTo>
                  <a:cubicBezTo>
                    <a:pt x="100310" y="3082"/>
                    <a:pt x="93148" y="1"/>
                    <a:pt x="86058" y="1"/>
                  </a:cubicBezTo>
                  <a:close/>
                </a:path>
              </a:pathLst>
            </a:custGeom>
            <a:solidFill>
              <a:srgbClr val="000000">
                <a:alpha val="100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948" name="Google Shape;5948;p40">
              <a:extLst>
                <a:ext uri="{FF2B5EF4-FFF2-40B4-BE49-F238E27FC236}">
                  <a16:creationId xmlns:a16="http://schemas.microsoft.com/office/drawing/2014/main" id="{2ECF66A8-AF57-A2B4-3B69-96AEF4576E31}"/>
                </a:ext>
              </a:extLst>
            </p:cNvPr>
            <p:cNvGrpSpPr/>
            <p:nvPr/>
          </p:nvGrpSpPr>
          <p:grpSpPr>
            <a:xfrm>
              <a:off x="1568426" y="-398888"/>
              <a:ext cx="3649211" cy="1570672"/>
              <a:chOff x="1568426" y="-228326"/>
              <a:chExt cx="3649211" cy="1570672"/>
            </a:xfrm>
          </p:grpSpPr>
          <p:sp>
            <p:nvSpPr>
              <p:cNvPr id="5949" name="Google Shape;5949;p40">
                <a:extLst>
                  <a:ext uri="{FF2B5EF4-FFF2-40B4-BE49-F238E27FC236}">
                    <a16:creationId xmlns:a16="http://schemas.microsoft.com/office/drawing/2014/main" id="{9572F925-FBF1-C2DE-F633-64157A33FA36}"/>
                  </a:ext>
                </a:extLst>
              </p:cNvPr>
              <p:cNvSpPr/>
              <p:nvPr/>
            </p:nvSpPr>
            <p:spPr>
              <a:xfrm>
                <a:off x="1568426" y="-228326"/>
                <a:ext cx="3649211" cy="1570672"/>
              </a:xfrm>
              <a:custGeom>
                <a:avLst/>
                <a:gdLst/>
                <a:ahLst/>
                <a:cxnLst/>
                <a:rect l="l" t="t" r="r" b="b"/>
                <a:pathLst>
                  <a:path w="140869" h="60632" extrusionOk="0">
                    <a:moveTo>
                      <a:pt x="58159" y="0"/>
                    </a:moveTo>
                    <a:cubicBezTo>
                      <a:pt x="47435" y="0"/>
                      <a:pt x="36548" y="7415"/>
                      <a:pt x="39639" y="23108"/>
                    </a:cubicBezTo>
                    <a:cubicBezTo>
                      <a:pt x="38141" y="20799"/>
                      <a:pt x="35913" y="19839"/>
                      <a:pt x="33709" y="19839"/>
                    </a:cubicBezTo>
                    <a:cubicBezTo>
                      <a:pt x="28842" y="19839"/>
                      <a:pt x="24087" y="24514"/>
                      <a:pt x="27530" y="29679"/>
                    </a:cubicBezTo>
                    <a:cubicBezTo>
                      <a:pt x="26357" y="29554"/>
                      <a:pt x="25233" y="29494"/>
                      <a:pt x="24158" y="29494"/>
                    </a:cubicBezTo>
                    <a:cubicBezTo>
                      <a:pt x="0" y="29494"/>
                      <a:pt x="152" y="59718"/>
                      <a:pt x="12319" y="60101"/>
                    </a:cubicBezTo>
                    <a:cubicBezTo>
                      <a:pt x="16345" y="60248"/>
                      <a:pt x="50070" y="60632"/>
                      <a:pt x="80104" y="60632"/>
                    </a:cubicBezTo>
                    <a:cubicBezTo>
                      <a:pt x="97857" y="60632"/>
                      <a:pt x="114320" y="60498"/>
                      <a:pt x="122598" y="60101"/>
                    </a:cubicBezTo>
                    <a:cubicBezTo>
                      <a:pt x="140868" y="59084"/>
                      <a:pt x="138947" y="35296"/>
                      <a:pt x="120451" y="35296"/>
                    </a:cubicBezTo>
                    <a:cubicBezTo>
                      <a:pt x="120137" y="35296"/>
                      <a:pt x="119819" y="35303"/>
                      <a:pt x="119496" y="35317"/>
                    </a:cubicBezTo>
                    <a:cubicBezTo>
                      <a:pt x="118030" y="23336"/>
                      <a:pt x="109499" y="19074"/>
                      <a:pt x="101625" y="19074"/>
                    </a:cubicBezTo>
                    <a:cubicBezTo>
                      <a:pt x="96060" y="19074"/>
                      <a:pt x="90823" y="21203"/>
                      <a:pt x="88641" y="24242"/>
                    </a:cubicBezTo>
                    <a:cubicBezTo>
                      <a:pt x="90922" y="19679"/>
                      <a:pt x="86957" y="15087"/>
                      <a:pt x="82551" y="15087"/>
                    </a:cubicBezTo>
                    <a:cubicBezTo>
                      <a:pt x="80257" y="15087"/>
                      <a:pt x="77845" y="16332"/>
                      <a:pt x="76132" y="19472"/>
                    </a:cubicBezTo>
                    <a:cubicBezTo>
                      <a:pt x="78460" y="6740"/>
                      <a:pt x="68384" y="0"/>
                      <a:pt x="5815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50" name="Google Shape;5950;p40">
                <a:extLst>
                  <a:ext uri="{FF2B5EF4-FFF2-40B4-BE49-F238E27FC236}">
                    <a16:creationId xmlns:a16="http://schemas.microsoft.com/office/drawing/2014/main" id="{FDDC9932-EF9B-1383-BE1F-2F7D7EFE4638}"/>
                  </a:ext>
                </a:extLst>
              </p:cNvPr>
              <p:cNvSpPr/>
              <p:nvPr/>
            </p:nvSpPr>
            <p:spPr>
              <a:xfrm>
                <a:off x="1576637" y="-228041"/>
                <a:ext cx="1900909" cy="1536762"/>
              </a:xfrm>
              <a:custGeom>
                <a:avLst/>
                <a:gdLst/>
                <a:ahLst/>
                <a:cxnLst/>
                <a:rect l="l" t="t" r="r" b="b"/>
                <a:pathLst>
                  <a:path w="73380" h="59323" extrusionOk="0">
                    <a:moveTo>
                      <a:pt x="57828" y="1"/>
                    </a:moveTo>
                    <a:cubicBezTo>
                      <a:pt x="47104" y="1"/>
                      <a:pt x="36219" y="7412"/>
                      <a:pt x="39322" y="23097"/>
                    </a:cubicBezTo>
                    <a:cubicBezTo>
                      <a:pt x="37824" y="20788"/>
                      <a:pt x="35596" y="19828"/>
                      <a:pt x="33392" y="19828"/>
                    </a:cubicBezTo>
                    <a:cubicBezTo>
                      <a:pt x="28525" y="19828"/>
                      <a:pt x="23770" y="24503"/>
                      <a:pt x="27213" y="29668"/>
                    </a:cubicBezTo>
                    <a:cubicBezTo>
                      <a:pt x="26047" y="29545"/>
                      <a:pt x="24929" y="29485"/>
                      <a:pt x="23859" y="29485"/>
                    </a:cubicBezTo>
                    <a:cubicBezTo>
                      <a:pt x="1826" y="29485"/>
                      <a:pt x="0" y="54583"/>
                      <a:pt x="9067" y="59323"/>
                    </a:cubicBezTo>
                    <a:cubicBezTo>
                      <a:pt x="4207" y="51023"/>
                      <a:pt x="8304" y="32720"/>
                      <a:pt x="27121" y="32720"/>
                    </a:cubicBezTo>
                    <a:cubicBezTo>
                      <a:pt x="28193" y="32720"/>
                      <a:pt x="29313" y="32780"/>
                      <a:pt x="30482" y="32904"/>
                    </a:cubicBezTo>
                    <a:cubicBezTo>
                      <a:pt x="27039" y="27739"/>
                      <a:pt x="31779" y="23064"/>
                      <a:pt x="36635" y="23064"/>
                    </a:cubicBezTo>
                    <a:cubicBezTo>
                      <a:pt x="38835" y="23064"/>
                      <a:pt x="41060" y="24023"/>
                      <a:pt x="42558" y="26333"/>
                    </a:cubicBezTo>
                    <a:cubicBezTo>
                      <a:pt x="39474" y="10655"/>
                      <a:pt x="50360" y="3251"/>
                      <a:pt x="61079" y="3251"/>
                    </a:cubicBezTo>
                    <a:cubicBezTo>
                      <a:pt x="65550" y="3251"/>
                      <a:pt x="69992" y="4539"/>
                      <a:pt x="73380" y="7052"/>
                    </a:cubicBezTo>
                    <a:cubicBezTo>
                      <a:pt x="69990" y="2404"/>
                      <a:pt x="63936" y="1"/>
                      <a:pt x="57828" y="1"/>
                    </a:cubicBezTo>
                    <a:close/>
                  </a:path>
                </a:pathLst>
              </a:custGeom>
              <a:solidFill>
                <a:srgbClr val="000000">
                  <a:alpha val="100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51" name="Google Shape;5951;p40">
                <a:extLst>
                  <a:ext uri="{FF2B5EF4-FFF2-40B4-BE49-F238E27FC236}">
                    <a16:creationId xmlns:a16="http://schemas.microsoft.com/office/drawing/2014/main" id="{544DA7FD-5EA1-6D1D-AE5C-D6265416CEA1}"/>
                  </a:ext>
                </a:extLst>
              </p:cNvPr>
              <p:cNvSpPr/>
              <p:nvPr/>
            </p:nvSpPr>
            <p:spPr>
              <a:xfrm>
                <a:off x="1568426" y="-227808"/>
                <a:ext cx="1910856" cy="1558134"/>
              </a:xfrm>
              <a:custGeom>
                <a:avLst/>
                <a:gdLst/>
                <a:ahLst/>
                <a:cxnLst/>
                <a:rect l="l" t="t" r="r" b="b"/>
                <a:pathLst>
                  <a:path w="73764" h="60148" extrusionOk="0">
                    <a:moveTo>
                      <a:pt x="58150" y="1"/>
                    </a:moveTo>
                    <a:cubicBezTo>
                      <a:pt x="47430" y="1"/>
                      <a:pt x="36544" y="7403"/>
                      <a:pt x="39639" y="23088"/>
                    </a:cubicBezTo>
                    <a:cubicBezTo>
                      <a:pt x="38141" y="20779"/>
                      <a:pt x="35913" y="19819"/>
                      <a:pt x="33709" y="19819"/>
                    </a:cubicBezTo>
                    <a:cubicBezTo>
                      <a:pt x="28842" y="19819"/>
                      <a:pt x="24087" y="24494"/>
                      <a:pt x="27530" y="29659"/>
                    </a:cubicBezTo>
                    <a:cubicBezTo>
                      <a:pt x="26357" y="29534"/>
                      <a:pt x="25233" y="29474"/>
                      <a:pt x="24158" y="29474"/>
                    </a:cubicBezTo>
                    <a:cubicBezTo>
                      <a:pt x="0" y="29474"/>
                      <a:pt x="152" y="59698"/>
                      <a:pt x="12319" y="60081"/>
                    </a:cubicBezTo>
                    <a:cubicBezTo>
                      <a:pt x="12820" y="60114"/>
                      <a:pt x="13787" y="60148"/>
                      <a:pt x="15121" y="60148"/>
                    </a:cubicBezTo>
                    <a:cubicBezTo>
                      <a:pt x="12170" y="51167"/>
                      <a:pt x="17081" y="35948"/>
                      <a:pt x="34253" y="35948"/>
                    </a:cubicBezTo>
                    <a:cubicBezTo>
                      <a:pt x="35322" y="35948"/>
                      <a:pt x="36439" y="36007"/>
                      <a:pt x="37604" y="36131"/>
                    </a:cubicBezTo>
                    <a:cubicBezTo>
                      <a:pt x="34161" y="30966"/>
                      <a:pt x="38916" y="26290"/>
                      <a:pt x="43782" y="26290"/>
                    </a:cubicBezTo>
                    <a:cubicBezTo>
                      <a:pt x="45987" y="26290"/>
                      <a:pt x="48215" y="27250"/>
                      <a:pt x="49713" y="29559"/>
                    </a:cubicBezTo>
                    <a:cubicBezTo>
                      <a:pt x="46621" y="13872"/>
                      <a:pt x="57496" y="6460"/>
                      <a:pt x="68204" y="6460"/>
                    </a:cubicBezTo>
                    <a:cubicBezTo>
                      <a:pt x="70088" y="6460"/>
                      <a:pt x="71967" y="6689"/>
                      <a:pt x="73763" y="7143"/>
                    </a:cubicBezTo>
                    <a:cubicBezTo>
                      <a:pt x="70395" y="2437"/>
                      <a:pt x="64300" y="1"/>
                      <a:pt x="58150" y="1"/>
                    </a:cubicBezTo>
                    <a:close/>
                  </a:path>
                </a:pathLst>
              </a:custGeom>
              <a:solidFill>
                <a:srgbClr val="000000">
                  <a:alpha val="100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0" name="Google Shape;6539;p49">
            <a:extLst>
              <a:ext uri="{FF2B5EF4-FFF2-40B4-BE49-F238E27FC236}">
                <a16:creationId xmlns:a16="http://schemas.microsoft.com/office/drawing/2014/main" id="{FF60D2A7-1224-6C2D-7C30-8777F958E32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99039" y="1184640"/>
            <a:ext cx="6577953" cy="199996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/>
              <a:t>thanks!</a:t>
            </a:r>
            <a:endParaRPr sz="9600"/>
          </a:p>
        </p:txBody>
      </p:sp>
      <p:grpSp>
        <p:nvGrpSpPr>
          <p:cNvPr id="11" name="Google Shape;5931;p40">
            <a:extLst>
              <a:ext uri="{FF2B5EF4-FFF2-40B4-BE49-F238E27FC236}">
                <a16:creationId xmlns:a16="http://schemas.microsoft.com/office/drawing/2014/main" id="{EC6A931A-BA76-330D-C5AB-ABF9CC3F643C}"/>
              </a:ext>
            </a:extLst>
          </p:cNvPr>
          <p:cNvGrpSpPr/>
          <p:nvPr/>
        </p:nvGrpSpPr>
        <p:grpSpPr>
          <a:xfrm>
            <a:off x="-827801" y="2333694"/>
            <a:ext cx="10204055" cy="2498692"/>
            <a:chOff x="-334800" y="-1161100"/>
            <a:chExt cx="10204055" cy="2374014"/>
          </a:xfrm>
        </p:grpSpPr>
        <p:sp>
          <p:nvSpPr>
            <p:cNvPr id="12" name="Google Shape;5932;p40">
              <a:extLst>
                <a:ext uri="{FF2B5EF4-FFF2-40B4-BE49-F238E27FC236}">
                  <a16:creationId xmlns:a16="http://schemas.microsoft.com/office/drawing/2014/main" id="{902CADF9-7DBB-5AC2-6875-571710373096}"/>
                </a:ext>
              </a:extLst>
            </p:cNvPr>
            <p:cNvSpPr/>
            <p:nvPr/>
          </p:nvSpPr>
          <p:spPr>
            <a:xfrm>
              <a:off x="6039434" y="-1161100"/>
              <a:ext cx="3829821" cy="1816407"/>
            </a:xfrm>
            <a:custGeom>
              <a:avLst/>
              <a:gdLst/>
              <a:ahLst/>
              <a:cxnLst/>
              <a:rect l="l" t="t" r="r" b="b"/>
              <a:pathLst>
                <a:path w="147841" h="70118" extrusionOk="0">
                  <a:moveTo>
                    <a:pt x="77576" y="1"/>
                  </a:moveTo>
                  <a:cubicBezTo>
                    <a:pt x="49256" y="1"/>
                    <a:pt x="41550" y="24185"/>
                    <a:pt x="46654" y="38095"/>
                  </a:cubicBezTo>
                  <a:cubicBezTo>
                    <a:pt x="41172" y="36783"/>
                    <a:pt x="36360" y="36203"/>
                    <a:pt x="32155" y="36203"/>
                  </a:cubicBezTo>
                  <a:cubicBezTo>
                    <a:pt x="0" y="36203"/>
                    <a:pt x="3349" y="70118"/>
                    <a:pt x="14264" y="70118"/>
                  </a:cubicBezTo>
                  <a:lnTo>
                    <a:pt x="138320" y="70118"/>
                  </a:lnTo>
                  <a:cubicBezTo>
                    <a:pt x="147840" y="70118"/>
                    <a:pt x="145666" y="48175"/>
                    <a:pt x="127189" y="48175"/>
                  </a:cubicBezTo>
                  <a:cubicBezTo>
                    <a:pt x="126633" y="48175"/>
                    <a:pt x="126063" y="48194"/>
                    <a:pt x="125477" y="48235"/>
                  </a:cubicBezTo>
                  <a:cubicBezTo>
                    <a:pt x="128335" y="40800"/>
                    <a:pt x="123406" y="31980"/>
                    <a:pt x="114819" y="31980"/>
                  </a:cubicBezTo>
                  <a:cubicBezTo>
                    <a:pt x="112580" y="31980"/>
                    <a:pt x="110093" y="32579"/>
                    <a:pt x="107431" y="33958"/>
                  </a:cubicBezTo>
                  <a:cubicBezTo>
                    <a:pt x="112067" y="22650"/>
                    <a:pt x="105896" y="1"/>
                    <a:pt x="7757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5933;p40">
              <a:extLst>
                <a:ext uri="{FF2B5EF4-FFF2-40B4-BE49-F238E27FC236}">
                  <a16:creationId xmlns:a16="http://schemas.microsoft.com/office/drawing/2014/main" id="{DEF879A5-EB63-E61E-B840-2D11198D6201}"/>
                </a:ext>
              </a:extLst>
            </p:cNvPr>
            <p:cNvSpPr/>
            <p:nvPr/>
          </p:nvSpPr>
          <p:spPr>
            <a:xfrm>
              <a:off x="6039434" y="-1161100"/>
              <a:ext cx="3829821" cy="1816407"/>
            </a:xfrm>
            <a:custGeom>
              <a:avLst/>
              <a:gdLst/>
              <a:ahLst/>
              <a:cxnLst/>
              <a:rect l="l" t="t" r="r" b="b"/>
              <a:pathLst>
                <a:path w="147841" h="70118" extrusionOk="0">
                  <a:moveTo>
                    <a:pt x="77576" y="1"/>
                  </a:moveTo>
                  <a:cubicBezTo>
                    <a:pt x="49256" y="1"/>
                    <a:pt x="41550" y="24185"/>
                    <a:pt x="46654" y="38095"/>
                  </a:cubicBezTo>
                  <a:cubicBezTo>
                    <a:pt x="41172" y="36783"/>
                    <a:pt x="36360" y="36203"/>
                    <a:pt x="32155" y="36203"/>
                  </a:cubicBezTo>
                  <a:cubicBezTo>
                    <a:pt x="0" y="36203"/>
                    <a:pt x="3349" y="70118"/>
                    <a:pt x="14264" y="70118"/>
                  </a:cubicBezTo>
                  <a:lnTo>
                    <a:pt x="138320" y="70118"/>
                  </a:lnTo>
                  <a:cubicBezTo>
                    <a:pt x="147840" y="70118"/>
                    <a:pt x="145666" y="48175"/>
                    <a:pt x="127189" y="48175"/>
                  </a:cubicBezTo>
                  <a:cubicBezTo>
                    <a:pt x="126633" y="48175"/>
                    <a:pt x="126063" y="48194"/>
                    <a:pt x="125477" y="48235"/>
                  </a:cubicBezTo>
                  <a:cubicBezTo>
                    <a:pt x="128335" y="40800"/>
                    <a:pt x="123406" y="31980"/>
                    <a:pt x="114819" y="31980"/>
                  </a:cubicBezTo>
                  <a:cubicBezTo>
                    <a:pt x="112580" y="31980"/>
                    <a:pt x="110093" y="32579"/>
                    <a:pt x="107431" y="33958"/>
                  </a:cubicBezTo>
                  <a:cubicBezTo>
                    <a:pt x="112067" y="22650"/>
                    <a:pt x="105896" y="1"/>
                    <a:pt x="77576" y="1"/>
                  </a:cubicBezTo>
                  <a:close/>
                </a:path>
              </a:pathLst>
            </a:custGeom>
            <a:solidFill>
              <a:srgbClr val="191919">
                <a:alpha val="150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5934;p40">
              <a:extLst>
                <a:ext uri="{FF2B5EF4-FFF2-40B4-BE49-F238E27FC236}">
                  <a16:creationId xmlns:a16="http://schemas.microsoft.com/office/drawing/2014/main" id="{47588C38-9F80-0798-E893-C6334D1C8C3A}"/>
                </a:ext>
              </a:extLst>
            </p:cNvPr>
            <p:cNvSpPr/>
            <p:nvPr/>
          </p:nvSpPr>
          <p:spPr>
            <a:xfrm>
              <a:off x="2901686" y="-893639"/>
              <a:ext cx="3927076" cy="1570672"/>
            </a:xfrm>
            <a:custGeom>
              <a:avLst/>
              <a:gdLst/>
              <a:ahLst/>
              <a:cxnLst/>
              <a:rect l="l" t="t" r="r" b="b"/>
              <a:pathLst>
                <a:path w="140869" h="60632" extrusionOk="0">
                  <a:moveTo>
                    <a:pt x="58159" y="0"/>
                  </a:moveTo>
                  <a:cubicBezTo>
                    <a:pt x="47435" y="0"/>
                    <a:pt x="36548" y="7415"/>
                    <a:pt x="39639" y="23108"/>
                  </a:cubicBezTo>
                  <a:cubicBezTo>
                    <a:pt x="38141" y="20799"/>
                    <a:pt x="35913" y="19839"/>
                    <a:pt x="33709" y="19839"/>
                  </a:cubicBezTo>
                  <a:cubicBezTo>
                    <a:pt x="28842" y="19839"/>
                    <a:pt x="24087" y="24514"/>
                    <a:pt x="27530" y="29679"/>
                  </a:cubicBezTo>
                  <a:cubicBezTo>
                    <a:pt x="26357" y="29554"/>
                    <a:pt x="25233" y="29494"/>
                    <a:pt x="24158" y="29494"/>
                  </a:cubicBezTo>
                  <a:cubicBezTo>
                    <a:pt x="0" y="29494"/>
                    <a:pt x="152" y="59718"/>
                    <a:pt x="12319" y="60101"/>
                  </a:cubicBezTo>
                  <a:cubicBezTo>
                    <a:pt x="16345" y="60248"/>
                    <a:pt x="50070" y="60632"/>
                    <a:pt x="80104" y="60632"/>
                  </a:cubicBezTo>
                  <a:cubicBezTo>
                    <a:pt x="97857" y="60632"/>
                    <a:pt x="114320" y="60498"/>
                    <a:pt x="122598" y="60101"/>
                  </a:cubicBezTo>
                  <a:cubicBezTo>
                    <a:pt x="140868" y="59084"/>
                    <a:pt x="138947" y="35296"/>
                    <a:pt x="120451" y="35296"/>
                  </a:cubicBezTo>
                  <a:cubicBezTo>
                    <a:pt x="120137" y="35296"/>
                    <a:pt x="119819" y="35303"/>
                    <a:pt x="119496" y="35317"/>
                  </a:cubicBezTo>
                  <a:cubicBezTo>
                    <a:pt x="118030" y="23336"/>
                    <a:pt x="109499" y="19074"/>
                    <a:pt x="101625" y="19074"/>
                  </a:cubicBezTo>
                  <a:cubicBezTo>
                    <a:pt x="96060" y="19074"/>
                    <a:pt x="90823" y="21203"/>
                    <a:pt x="88641" y="24242"/>
                  </a:cubicBezTo>
                  <a:cubicBezTo>
                    <a:pt x="90922" y="19679"/>
                    <a:pt x="86957" y="15087"/>
                    <a:pt x="82551" y="15087"/>
                  </a:cubicBezTo>
                  <a:cubicBezTo>
                    <a:pt x="80257" y="15087"/>
                    <a:pt x="77845" y="16332"/>
                    <a:pt x="76132" y="19472"/>
                  </a:cubicBezTo>
                  <a:cubicBezTo>
                    <a:pt x="78460" y="6740"/>
                    <a:pt x="68384" y="0"/>
                    <a:pt x="5815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5935;p40">
              <a:extLst>
                <a:ext uri="{FF2B5EF4-FFF2-40B4-BE49-F238E27FC236}">
                  <a16:creationId xmlns:a16="http://schemas.microsoft.com/office/drawing/2014/main" id="{EEFC2347-EC8D-74F9-F99E-E7E03881B7FF}"/>
                </a:ext>
              </a:extLst>
            </p:cNvPr>
            <p:cNvSpPr/>
            <p:nvPr/>
          </p:nvSpPr>
          <p:spPr>
            <a:xfrm>
              <a:off x="2901686" y="-893121"/>
              <a:ext cx="2056356" cy="1558134"/>
            </a:xfrm>
            <a:custGeom>
              <a:avLst/>
              <a:gdLst/>
              <a:ahLst/>
              <a:cxnLst/>
              <a:rect l="l" t="t" r="r" b="b"/>
              <a:pathLst>
                <a:path w="73764" h="60148" extrusionOk="0">
                  <a:moveTo>
                    <a:pt x="58150" y="1"/>
                  </a:moveTo>
                  <a:cubicBezTo>
                    <a:pt x="47430" y="1"/>
                    <a:pt x="36544" y="7403"/>
                    <a:pt x="39639" y="23088"/>
                  </a:cubicBezTo>
                  <a:cubicBezTo>
                    <a:pt x="38141" y="20779"/>
                    <a:pt x="35913" y="19819"/>
                    <a:pt x="33709" y="19819"/>
                  </a:cubicBezTo>
                  <a:cubicBezTo>
                    <a:pt x="28842" y="19819"/>
                    <a:pt x="24087" y="24494"/>
                    <a:pt x="27530" y="29659"/>
                  </a:cubicBezTo>
                  <a:cubicBezTo>
                    <a:pt x="26357" y="29534"/>
                    <a:pt x="25233" y="29474"/>
                    <a:pt x="24158" y="29474"/>
                  </a:cubicBezTo>
                  <a:cubicBezTo>
                    <a:pt x="0" y="29474"/>
                    <a:pt x="152" y="59698"/>
                    <a:pt x="12319" y="60081"/>
                  </a:cubicBezTo>
                  <a:cubicBezTo>
                    <a:pt x="12820" y="60114"/>
                    <a:pt x="13787" y="60148"/>
                    <a:pt x="15121" y="60148"/>
                  </a:cubicBezTo>
                  <a:cubicBezTo>
                    <a:pt x="12170" y="51167"/>
                    <a:pt x="17081" y="35948"/>
                    <a:pt x="34253" y="35948"/>
                  </a:cubicBezTo>
                  <a:cubicBezTo>
                    <a:pt x="35322" y="35948"/>
                    <a:pt x="36439" y="36007"/>
                    <a:pt x="37604" y="36131"/>
                  </a:cubicBezTo>
                  <a:cubicBezTo>
                    <a:pt x="34161" y="30966"/>
                    <a:pt x="38916" y="26290"/>
                    <a:pt x="43782" y="26290"/>
                  </a:cubicBezTo>
                  <a:cubicBezTo>
                    <a:pt x="45987" y="26290"/>
                    <a:pt x="48215" y="27250"/>
                    <a:pt x="49713" y="29559"/>
                  </a:cubicBezTo>
                  <a:cubicBezTo>
                    <a:pt x="46621" y="13872"/>
                    <a:pt x="57496" y="6460"/>
                    <a:pt x="68204" y="6460"/>
                  </a:cubicBezTo>
                  <a:cubicBezTo>
                    <a:pt x="70088" y="6460"/>
                    <a:pt x="71967" y="6689"/>
                    <a:pt x="73763" y="7143"/>
                  </a:cubicBezTo>
                  <a:cubicBezTo>
                    <a:pt x="70395" y="2437"/>
                    <a:pt x="64300" y="1"/>
                    <a:pt x="58150" y="1"/>
                  </a:cubicBezTo>
                  <a:close/>
                </a:path>
              </a:pathLst>
            </a:custGeom>
            <a:solidFill>
              <a:srgbClr val="000000">
                <a:alpha val="100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5936;p40">
              <a:extLst>
                <a:ext uri="{FF2B5EF4-FFF2-40B4-BE49-F238E27FC236}">
                  <a16:creationId xmlns:a16="http://schemas.microsoft.com/office/drawing/2014/main" id="{639A5B38-D63D-70B1-2787-EA04D00566C2}"/>
                </a:ext>
              </a:extLst>
            </p:cNvPr>
            <p:cNvSpPr/>
            <p:nvPr/>
          </p:nvSpPr>
          <p:spPr>
            <a:xfrm>
              <a:off x="2910523" y="-893354"/>
              <a:ext cx="2045651" cy="1536762"/>
            </a:xfrm>
            <a:custGeom>
              <a:avLst/>
              <a:gdLst/>
              <a:ahLst/>
              <a:cxnLst/>
              <a:rect l="l" t="t" r="r" b="b"/>
              <a:pathLst>
                <a:path w="73380" h="59323" extrusionOk="0">
                  <a:moveTo>
                    <a:pt x="57828" y="1"/>
                  </a:moveTo>
                  <a:cubicBezTo>
                    <a:pt x="47104" y="1"/>
                    <a:pt x="36219" y="7412"/>
                    <a:pt x="39322" y="23097"/>
                  </a:cubicBezTo>
                  <a:cubicBezTo>
                    <a:pt x="37824" y="20788"/>
                    <a:pt x="35596" y="19828"/>
                    <a:pt x="33392" y="19828"/>
                  </a:cubicBezTo>
                  <a:cubicBezTo>
                    <a:pt x="28525" y="19828"/>
                    <a:pt x="23770" y="24503"/>
                    <a:pt x="27213" y="29668"/>
                  </a:cubicBezTo>
                  <a:cubicBezTo>
                    <a:pt x="26047" y="29545"/>
                    <a:pt x="24929" y="29485"/>
                    <a:pt x="23859" y="29485"/>
                  </a:cubicBezTo>
                  <a:cubicBezTo>
                    <a:pt x="1826" y="29485"/>
                    <a:pt x="0" y="54583"/>
                    <a:pt x="9067" y="59323"/>
                  </a:cubicBezTo>
                  <a:cubicBezTo>
                    <a:pt x="4207" y="51023"/>
                    <a:pt x="8304" y="32720"/>
                    <a:pt x="27121" y="32720"/>
                  </a:cubicBezTo>
                  <a:cubicBezTo>
                    <a:pt x="28193" y="32720"/>
                    <a:pt x="29313" y="32780"/>
                    <a:pt x="30482" y="32904"/>
                  </a:cubicBezTo>
                  <a:cubicBezTo>
                    <a:pt x="27039" y="27739"/>
                    <a:pt x="31779" y="23064"/>
                    <a:pt x="36635" y="23064"/>
                  </a:cubicBezTo>
                  <a:cubicBezTo>
                    <a:pt x="38835" y="23064"/>
                    <a:pt x="41060" y="24023"/>
                    <a:pt x="42558" y="26333"/>
                  </a:cubicBezTo>
                  <a:cubicBezTo>
                    <a:pt x="39474" y="10655"/>
                    <a:pt x="50360" y="3251"/>
                    <a:pt x="61079" y="3251"/>
                  </a:cubicBezTo>
                  <a:cubicBezTo>
                    <a:pt x="65550" y="3251"/>
                    <a:pt x="69992" y="4539"/>
                    <a:pt x="73380" y="7052"/>
                  </a:cubicBezTo>
                  <a:cubicBezTo>
                    <a:pt x="69990" y="2404"/>
                    <a:pt x="63936" y="1"/>
                    <a:pt x="57828" y="1"/>
                  </a:cubicBezTo>
                  <a:close/>
                </a:path>
              </a:pathLst>
            </a:custGeom>
            <a:solidFill>
              <a:srgbClr val="000000">
                <a:alpha val="100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5937;p40">
              <a:extLst>
                <a:ext uri="{FF2B5EF4-FFF2-40B4-BE49-F238E27FC236}">
                  <a16:creationId xmlns:a16="http://schemas.microsoft.com/office/drawing/2014/main" id="{784CDBB5-B066-A77C-4FC2-46B5494D7E29}"/>
                </a:ext>
              </a:extLst>
            </p:cNvPr>
            <p:cNvSpPr/>
            <p:nvPr/>
          </p:nvSpPr>
          <p:spPr>
            <a:xfrm>
              <a:off x="6047231" y="-1161100"/>
              <a:ext cx="2579931" cy="1815552"/>
            </a:xfrm>
            <a:custGeom>
              <a:avLst/>
              <a:gdLst/>
              <a:ahLst/>
              <a:cxnLst/>
              <a:rect l="l" t="t" r="r" b="b"/>
              <a:pathLst>
                <a:path w="99592" h="70085" extrusionOk="0">
                  <a:moveTo>
                    <a:pt x="77275" y="1"/>
                  </a:moveTo>
                  <a:cubicBezTo>
                    <a:pt x="48988" y="1"/>
                    <a:pt x="41249" y="24185"/>
                    <a:pt x="46353" y="38095"/>
                  </a:cubicBezTo>
                  <a:cubicBezTo>
                    <a:pt x="40876" y="36785"/>
                    <a:pt x="36066" y="36205"/>
                    <a:pt x="31863" y="36205"/>
                  </a:cubicBezTo>
                  <a:cubicBezTo>
                    <a:pt x="1" y="36205"/>
                    <a:pt x="2966" y="69495"/>
                    <a:pt x="13663" y="70084"/>
                  </a:cubicBezTo>
                  <a:cubicBezTo>
                    <a:pt x="8274" y="61806"/>
                    <a:pt x="12486" y="38234"/>
                    <a:pt x="35298" y="38234"/>
                  </a:cubicBezTo>
                  <a:cubicBezTo>
                    <a:pt x="39877" y="38234"/>
                    <a:pt x="45206" y="39183"/>
                    <a:pt x="51357" y="41397"/>
                  </a:cubicBezTo>
                  <a:cubicBezTo>
                    <a:pt x="47687" y="21049"/>
                    <a:pt x="53959" y="3303"/>
                    <a:pt x="82279" y="3303"/>
                  </a:cubicBezTo>
                  <a:cubicBezTo>
                    <a:pt x="89384" y="3303"/>
                    <a:pt x="95088" y="4738"/>
                    <a:pt x="99591" y="7039"/>
                  </a:cubicBezTo>
                  <a:cubicBezTo>
                    <a:pt x="94621" y="2836"/>
                    <a:pt x="87349" y="1"/>
                    <a:pt x="77275" y="1"/>
                  </a:cubicBezTo>
                  <a:close/>
                </a:path>
              </a:pathLst>
            </a:custGeom>
            <a:solidFill>
              <a:srgbClr val="000000">
                <a:alpha val="100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5938;p40">
              <a:extLst>
                <a:ext uri="{FF2B5EF4-FFF2-40B4-BE49-F238E27FC236}">
                  <a16:creationId xmlns:a16="http://schemas.microsoft.com/office/drawing/2014/main" id="{153EB54C-5693-1D2F-2ABD-1346A7494BD4}"/>
                </a:ext>
              </a:extLst>
            </p:cNvPr>
            <p:cNvSpPr/>
            <p:nvPr/>
          </p:nvSpPr>
          <p:spPr>
            <a:xfrm>
              <a:off x="-334800" y="-1034326"/>
              <a:ext cx="4676034" cy="1815529"/>
            </a:xfrm>
            <a:custGeom>
              <a:avLst/>
              <a:gdLst/>
              <a:ahLst/>
              <a:cxnLst/>
              <a:rect l="l" t="t" r="r" b="b"/>
              <a:pathLst>
                <a:path w="171299" h="81259" extrusionOk="0">
                  <a:moveTo>
                    <a:pt x="89907" y="0"/>
                  </a:moveTo>
                  <a:cubicBezTo>
                    <a:pt x="57084" y="0"/>
                    <a:pt x="48144" y="28054"/>
                    <a:pt x="54048" y="44132"/>
                  </a:cubicBezTo>
                  <a:lnTo>
                    <a:pt x="54048" y="44132"/>
                  </a:lnTo>
                  <a:cubicBezTo>
                    <a:pt x="47711" y="42619"/>
                    <a:pt x="42146" y="41950"/>
                    <a:pt x="37282" y="41950"/>
                  </a:cubicBezTo>
                  <a:cubicBezTo>
                    <a:pt x="1" y="41950"/>
                    <a:pt x="3863" y="81258"/>
                    <a:pt x="16521" y="81258"/>
                  </a:cubicBezTo>
                  <a:lnTo>
                    <a:pt x="160291" y="81258"/>
                  </a:lnTo>
                  <a:cubicBezTo>
                    <a:pt x="171298" y="81258"/>
                    <a:pt x="168794" y="55869"/>
                    <a:pt x="147380" y="55869"/>
                  </a:cubicBezTo>
                  <a:cubicBezTo>
                    <a:pt x="146731" y="55869"/>
                    <a:pt x="146064" y="55892"/>
                    <a:pt x="145380" y="55940"/>
                  </a:cubicBezTo>
                  <a:cubicBezTo>
                    <a:pt x="148684" y="47296"/>
                    <a:pt x="143002" y="37081"/>
                    <a:pt x="133081" y="37081"/>
                  </a:cubicBezTo>
                  <a:cubicBezTo>
                    <a:pt x="130482" y="37081"/>
                    <a:pt x="127593" y="37782"/>
                    <a:pt x="124499" y="39395"/>
                  </a:cubicBezTo>
                  <a:cubicBezTo>
                    <a:pt x="129869" y="26252"/>
                    <a:pt x="122697" y="0"/>
                    <a:pt x="8990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5939;p40">
              <a:extLst>
                <a:ext uri="{FF2B5EF4-FFF2-40B4-BE49-F238E27FC236}">
                  <a16:creationId xmlns:a16="http://schemas.microsoft.com/office/drawing/2014/main" id="{90D3115A-A6EF-D988-1A93-3D6FAECAE638}"/>
                </a:ext>
              </a:extLst>
            </p:cNvPr>
            <p:cNvSpPr/>
            <p:nvPr/>
          </p:nvSpPr>
          <p:spPr>
            <a:xfrm>
              <a:off x="1572102" y="-1034326"/>
              <a:ext cx="2767366" cy="1815529"/>
            </a:xfrm>
            <a:custGeom>
              <a:avLst/>
              <a:gdLst/>
              <a:ahLst/>
              <a:cxnLst/>
              <a:rect l="l" t="t" r="r" b="b"/>
              <a:pathLst>
                <a:path w="101378" h="81259" extrusionOk="0">
                  <a:moveTo>
                    <a:pt x="20048" y="0"/>
                  </a:moveTo>
                  <a:cubicBezTo>
                    <a:pt x="11942" y="0"/>
                    <a:pt x="5338" y="1701"/>
                    <a:pt x="1" y="4503"/>
                  </a:cubicBezTo>
                  <a:cubicBezTo>
                    <a:pt x="4537" y="2802"/>
                    <a:pt x="9874" y="1801"/>
                    <a:pt x="16012" y="1801"/>
                  </a:cubicBezTo>
                  <a:cubicBezTo>
                    <a:pt x="48835" y="1801"/>
                    <a:pt x="56007" y="28054"/>
                    <a:pt x="50637" y="41196"/>
                  </a:cubicBezTo>
                  <a:cubicBezTo>
                    <a:pt x="53731" y="39583"/>
                    <a:pt x="56621" y="38883"/>
                    <a:pt x="59219" y="38883"/>
                  </a:cubicBezTo>
                  <a:cubicBezTo>
                    <a:pt x="69139" y="38883"/>
                    <a:pt x="74816" y="49098"/>
                    <a:pt x="71485" y="57742"/>
                  </a:cubicBezTo>
                  <a:lnTo>
                    <a:pt x="71485" y="57742"/>
                  </a:lnTo>
                  <a:cubicBezTo>
                    <a:pt x="72167" y="57694"/>
                    <a:pt x="72831" y="57671"/>
                    <a:pt x="73478" y="57671"/>
                  </a:cubicBezTo>
                  <a:cubicBezTo>
                    <a:pt x="91417" y="57671"/>
                    <a:pt x="96108" y="75431"/>
                    <a:pt x="90699" y="81258"/>
                  </a:cubicBezTo>
                  <a:cubicBezTo>
                    <a:pt x="101378" y="80838"/>
                    <a:pt x="98777" y="55868"/>
                    <a:pt x="77538" y="55868"/>
                  </a:cubicBezTo>
                  <a:cubicBezTo>
                    <a:pt x="76883" y="55868"/>
                    <a:pt x="76211" y="55891"/>
                    <a:pt x="75521" y="55940"/>
                  </a:cubicBezTo>
                  <a:lnTo>
                    <a:pt x="75521" y="55940"/>
                  </a:lnTo>
                  <a:cubicBezTo>
                    <a:pt x="78828" y="47289"/>
                    <a:pt x="73134" y="37065"/>
                    <a:pt x="63198" y="37065"/>
                  </a:cubicBezTo>
                  <a:cubicBezTo>
                    <a:pt x="60605" y="37065"/>
                    <a:pt x="57725" y="37761"/>
                    <a:pt x="54640" y="39362"/>
                  </a:cubicBezTo>
                  <a:cubicBezTo>
                    <a:pt x="60010" y="26252"/>
                    <a:pt x="52838" y="0"/>
                    <a:pt x="20048" y="0"/>
                  </a:cubicBezTo>
                  <a:close/>
                </a:path>
              </a:pathLst>
            </a:custGeom>
            <a:solidFill>
              <a:srgbClr val="000000">
                <a:alpha val="100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5940;p40">
              <a:extLst>
                <a:ext uri="{FF2B5EF4-FFF2-40B4-BE49-F238E27FC236}">
                  <a16:creationId xmlns:a16="http://schemas.microsoft.com/office/drawing/2014/main" id="{C8E82939-F496-6AA9-7C9A-FEEF4E70C976}"/>
                </a:ext>
              </a:extLst>
            </p:cNvPr>
            <p:cNvSpPr/>
            <p:nvPr/>
          </p:nvSpPr>
          <p:spPr>
            <a:xfrm>
              <a:off x="4427388" y="-440032"/>
              <a:ext cx="3840753" cy="1652946"/>
            </a:xfrm>
            <a:custGeom>
              <a:avLst/>
              <a:gdLst/>
              <a:ahLst/>
              <a:cxnLst/>
              <a:rect l="l" t="t" r="r" b="b"/>
              <a:pathLst>
                <a:path w="148263" h="63808" extrusionOk="0">
                  <a:moveTo>
                    <a:pt x="87046" y="0"/>
                  </a:moveTo>
                  <a:cubicBezTo>
                    <a:pt x="76284" y="0"/>
                    <a:pt x="65686" y="7090"/>
                    <a:pt x="68160" y="20473"/>
                  </a:cubicBezTo>
                  <a:cubicBezTo>
                    <a:pt x="66358" y="17176"/>
                    <a:pt x="63817" y="15869"/>
                    <a:pt x="61401" y="15869"/>
                  </a:cubicBezTo>
                  <a:cubicBezTo>
                    <a:pt x="56755" y="15869"/>
                    <a:pt x="52570" y="20704"/>
                    <a:pt x="54984" y="25510"/>
                  </a:cubicBezTo>
                  <a:cubicBezTo>
                    <a:pt x="52677" y="22305"/>
                    <a:pt x="47159" y="20060"/>
                    <a:pt x="41298" y="20060"/>
                  </a:cubicBezTo>
                  <a:cubicBezTo>
                    <a:pt x="33010" y="20060"/>
                    <a:pt x="24038" y="24548"/>
                    <a:pt x="22495" y="37152"/>
                  </a:cubicBezTo>
                  <a:cubicBezTo>
                    <a:pt x="22158" y="37137"/>
                    <a:pt x="21827" y="37130"/>
                    <a:pt x="21500" y="37130"/>
                  </a:cubicBezTo>
                  <a:cubicBezTo>
                    <a:pt x="2007" y="37130"/>
                    <a:pt x="0" y="62188"/>
                    <a:pt x="19226" y="63270"/>
                  </a:cubicBezTo>
                  <a:cubicBezTo>
                    <a:pt x="27781" y="63672"/>
                    <a:pt x="44650" y="63807"/>
                    <a:pt x="62952" y="63807"/>
                  </a:cubicBezTo>
                  <a:cubicBezTo>
                    <a:pt x="94812" y="63807"/>
                    <a:pt x="131017" y="63398"/>
                    <a:pt x="135275" y="63270"/>
                  </a:cubicBezTo>
                  <a:cubicBezTo>
                    <a:pt x="148117" y="62855"/>
                    <a:pt x="148263" y="31022"/>
                    <a:pt x="122794" y="31022"/>
                  </a:cubicBezTo>
                  <a:cubicBezTo>
                    <a:pt x="121667" y="31022"/>
                    <a:pt x="120491" y="31084"/>
                    <a:pt x="119264" y="31214"/>
                  </a:cubicBezTo>
                  <a:cubicBezTo>
                    <a:pt x="122889" y="25776"/>
                    <a:pt x="117896" y="20874"/>
                    <a:pt x="112787" y="20874"/>
                  </a:cubicBezTo>
                  <a:cubicBezTo>
                    <a:pt x="110469" y="20874"/>
                    <a:pt x="108127" y="21883"/>
                    <a:pt x="106555" y="24309"/>
                  </a:cubicBezTo>
                  <a:cubicBezTo>
                    <a:pt x="109799" y="7797"/>
                    <a:pt x="98332" y="0"/>
                    <a:pt x="87046" y="0"/>
                  </a:cubicBezTo>
                  <a:close/>
                </a:path>
              </a:pathLst>
            </a:custGeom>
            <a:solidFill>
              <a:srgbClr val="F2F3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5941;p40">
              <a:extLst>
                <a:ext uri="{FF2B5EF4-FFF2-40B4-BE49-F238E27FC236}">
                  <a16:creationId xmlns:a16="http://schemas.microsoft.com/office/drawing/2014/main" id="{9001E888-7BE4-52DF-96CB-F4BA27C4BD6F}"/>
                </a:ext>
              </a:extLst>
            </p:cNvPr>
            <p:cNvSpPr/>
            <p:nvPr/>
          </p:nvSpPr>
          <p:spPr>
            <a:xfrm>
              <a:off x="4469455" y="-29389"/>
              <a:ext cx="1716724" cy="1141089"/>
            </a:xfrm>
            <a:custGeom>
              <a:avLst/>
              <a:gdLst/>
              <a:ahLst/>
              <a:cxnLst/>
              <a:rect l="l" t="t" r="r" b="b"/>
              <a:pathLst>
                <a:path w="66270" h="44049" extrusionOk="0">
                  <a:moveTo>
                    <a:pt x="59764" y="1"/>
                  </a:moveTo>
                  <a:cubicBezTo>
                    <a:pt x="55127" y="1"/>
                    <a:pt x="50954" y="4844"/>
                    <a:pt x="53360" y="9657"/>
                  </a:cubicBezTo>
                  <a:cubicBezTo>
                    <a:pt x="51053" y="6452"/>
                    <a:pt x="45535" y="4207"/>
                    <a:pt x="39674" y="4207"/>
                  </a:cubicBezTo>
                  <a:cubicBezTo>
                    <a:pt x="31386" y="4207"/>
                    <a:pt x="22414" y="8695"/>
                    <a:pt x="20871" y="21299"/>
                  </a:cubicBezTo>
                  <a:cubicBezTo>
                    <a:pt x="20529" y="21284"/>
                    <a:pt x="20193" y="21277"/>
                    <a:pt x="19862" y="21277"/>
                  </a:cubicBezTo>
                  <a:cubicBezTo>
                    <a:pt x="4461" y="21277"/>
                    <a:pt x="1" y="36962"/>
                    <a:pt x="8295" y="44048"/>
                  </a:cubicBezTo>
                  <a:cubicBezTo>
                    <a:pt x="3504" y="36291"/>
                    <a:pt x="8585" y="23980"/>
                    <a:pt x="22231" y="23980"/>
                  </a:cubicBezTo>
                  <a:cubicBezTo>
                    <a:pt x="22551" y="23980"/>
                    <a:pt x="22876" y="23987"/>
                    <a:pt x="23206" y="24001"/>
                  </a:cubicBezTo>
                  <a:cubicBezTo>
                    <a:pt x="24749" y="11418"/>
                    <a:pt x="33720" y="6926"/>
                    <a:pt x="42008" y="6926"/>
                  </a:cubicBezTo>
                  <a:cubicBezTo>
                    <a:pt x="47869" y="6926"/>
                    <a:pt x="53388" y="9173"/>
                    <a:pt x="55695" y="12392"/>
                  </a:cubicBezTo>
                  <a:cubicBezTo>
                    <a:pt x="53287" y="7577"/>
                    <a:pt x="57470" y="2721"/>
                    <a:pt x="62108" y="2721"/>
                  </a:cubicBezTo>
                  <a:cubicBezTo>
                    <a:pt x="63510" y="2721"/>
                    <a:pt x="64954" y="3165"/>
                    <a:pt x="66270" y="4187"/>
                  </a:cubicBezTo>
                  <a:cubicBezTo>
                    <a:pt x="64487" y="1197"/>
                    <a:pt x="62068" y="1"/>
                    <a:pt x="59764" y="1"/>
                  </a:cubicBezTo>
                  <a:close/>
                </a:path>
              </a:pathLst>
            </a:custGeom>
            <a:solidFill>
              <a:srgbClr val="000000">
                <a:alpha val="100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5942;p40">
              <a:extLst>
                <a:ext uri="{FF2B5EF4-FFF2-40B4-BE49-F238E27FC236}">
                  <a16:creationId xmlns:a16="http://schemas.microsoft.com/office/drawing/2014/main" id="{6D8CD49C-0DB5-3B93-30F7-E86BE1801B3F}"/>
                </a:ext>
              </a:extLst>
            </p:cNvPr>
            <p:cNvSpPr/>
            <p:nvPr/>
          </p:nvSpPr>
          <p:spPr>
            <a:xfrm>
              <a:off x="6132306" y="-440161"/>
              <a:ext cx="988742" cy="590997"/>
            </a:xfrm>
            <a:custGeom>
              <a:avLst/>
              <a:gdLst/>
              <a:ahLst/>
              <a:cxnLst/>
              <a:rect l="l" t="t" r="r" b="b"/>
              <a:pathLst>
                <a:path w="38168" h="22814" extrusionOk="0">
                  <a:moveTo>
                    <a:pt x="21242" y="1"/>
                  </a:moveTo>
                  <a:cubicBezTo>
                    <a:pt x="10545" y="1"/>
                    <a:pt x="0" y="6997"/>
                    <a:pt x="2275" y="20211"/>
                  </a:cubicBezTo>
                  <a:cubicBezTo>
                    <a:pt x="3042" y="20812"/>
                    <a:pt x="3742" y="21646"/>
                    <a:pt x="4376" y="22680"/>
                  </a:cubicBezTo>
                  <a:cubicBezTo>
                    <a:pt x="4443" y="22713"/>
                    <a:pt x="4510" y="22746"/>
                    <a:pt x="4610" y="22813"/>
                  </a:cubicBezTo>
                  <a:cubicBezTo>
                    <a:pt x="2411" y="9667"/>
                    <a:pt x="12912" y="2715"/>
                    <a:pt x="23573" y="2715"/>
                  </a:cubicBezTo>
                  <a:cubicBezTo>
                    <a:pt x="28926" y="2715"/>
                    <a:pt x="34320" y="4468"/>
                    <a:pt x="38167" y="8069"/>
                  </a:cubicBezTo>
                  <a:cubicBezTo>
                    <a:pt x="34414" y="2630"/>
                    <a:pt x="27800" y="1"/>
                    <a:pt x="21242" y="1"/>
                  </a:cubicBezTo>
                  <a:close/>
                </a:path>
              </a:pathLst>
            </a:custGeom>
            <a:solidFill>
              <a:srgbClr val="000000">
                <a:alpha val="100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5943;p40">
              <a:extLst>
                <a:ext uri="{FF2B5EF4-FFF2-40B4-BE49-F238E27FC236}">
                  <a16:creationId xmlns:a16="http://schemas.microsoft.com/office/drawing/2014/main" id="{43395060-A017-4CDF-D154-15B50F563F48}"/>
                </a:ext>
              </a:extLst>
            </p:cNvPr>
            <p:cNvSpPr/>
            <p:nvPr/>
          </p:nvSpPr>
          <p:spPr>
            <a:xfrm>
              <a:off x="6326010" y="231118"/>
              <a:ext cx="6943" cy="11269"/>
            </a:xfrm>
            <a:custGeom>
              <a:avLst/>
              <a:gdLst/>
              <a:ahLst/>
              <a:cxnLst/>
              <a:rect l="l" t="t" r="r" b="b"/>
              <a:pathLst>
                <a:path w="268" h="435" extrusionOk="0">
                  <a:moveTo>
                    <a:pt x="0" y="0"/>
                  </a:moveTo>
                  <a:lnTo>
                    <a:pt x="0" y="0"/>
                  </a:lnTo>
                  <a:cubicBezTo>
                    <a:pt x="101" y="134"/>
                    <a:pt x="201" y="301"/>
                    <a:pt x="267" y="434"/>
                  </a:cubicBezTo>
                  <a:cubicBezTo>
                    <a:pt x="234" y="334"/>
                    <a:pt x="234" y="267"/>
                    <a:pt x="234" y="167"/>
                  </a:cubicBezTo>
                  <a:cubicBezTo>
                    <a:pt x="167" y="100"/>
                    <a:pt x="101" y="67"/>
                    <a:pt x="0" y="0"/>
                  </a:cubicBezTo>
                  <a:close/>
                </a:path>
              </a:pathLst>
            </a:custGeom>
            <a:solidFill>
              <a:srgbClr val="F2F3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5944;p40">
              <a:extLst>
                <a:ext uri="{FF2B5EF4-FFF2-40B4-BE49-F238E27FC236}">
                  <a16:creationId xmlns:a16="http://schemas.microsoft.com/office/drawing/2014/main" id="{E1FF8F6A-21C8-694B-A8D0-26DDF48EEC37}"/>
                </a:ext>
              </a:extLst>
            </p:cNvPr>
            <p:cNvSpPr/>
            <p:nvPr/>
          </p:nvSpPr>
          <p:spPr>
            <a:xfrm>
              <a:off x="6186029" y="79041"/>
              <a:ext cx="6943" cy="11269"/>
            </a:xfrm>
            <a:custGeom>
              <a:avLst/>
              <a:gdLst/>
              <a:ahLst/>
              <a:cxnLst/>
              <a:rect l="l" t="t" r="r" b="b"/>
              <a:pathLst>
                <a:path w="268" h="435" extrusionOk="0">
                  <a:moveTo>
                    <a:pt x="1" y="1"/>
                  </a:moveTo>
                  <a:lnTo>
                    <a:pt x="1" y="1"/>
                  </a:lnTo>
                  <a:cubicBezTo>
                    <a:pt x="101" y="134"/>
                    <a:pt x="167" y="267"/>
                    <a:pt x="267" y="434"/>
                  </a:cubicBezTo>
                  <a:cubicBezTo>
                    <a:pt x="234" y="334"/>
                    <a:pt x="234" y="234"/>
                    <a:pt x="201" y="167"/>
                  </a:cubicBezTo>
                  <a:cubicBezTo>
                    <a:pt x="134" y="101"/>
                    <a:pt x="67" y="34"/>
                    <a:pt x="1" y="1"/>
                  </a:cubicBezTo>
                  <a:close/>
                </a:path>
              </a:pathLst>
            </a:custGeom>
            <a:solidFill>
              <a:srgbClr val="F2F3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5945;p40">
              <a:extLst>
                <a:ext uri="{FF2B5EF4-FFF2-40B4-BE49-F238E27FC236}">
                  <a16:creationId xmlns:a16="http://schemas.microsoft.com/office/drawing/2014/main" id="{89D16EE3-3700-77E0-9E15-B5ABE020DD48}"/>
                </a:ext>
              </a:extLst>
            </p:cNvPr>
            <p:cNvSpPr/>
            <p:nvPr/>
          </p:nvSpPr>
          <p:spPr>
            <a:xfrm>
              <a:off x="7499004" y="307641"/>
              <a:ext cx="6943" cy="11269"/>
            </a:xfrm>
            <a:custGeom>
              <a:avLst/>
              <a:gdLst/>
              <a:ahLst/>
              <a:cxnLst/>
              <a:rect l="l" t="t" r="r" b="b"/>
              <a:pathLst>
                <a:path w="268" h="435" extrusionOk="0">
                  <a:moveTo>
                    <a:pt x="1" y="1"/>
                  </a:moveTo>
                  <a:lnTo>
                    <a:pt x="1" y="1"/>
                  </a:lnTo>
                  <a:cubicBezTo>
                    <a:pt x="101" y="134"/>
                    <a:pt x="167" y="267"/>
                    <a:pt x="267" y="434"/>
                  </a:cubicBezTo>
                  <a:cubicBezTo>
                    <a:pt x="234" y="334"/>
                    <a:pt x="234" y="234"/>
                    <a:pt x="201" y="167"/>
                  </a:cubicBezTo>
                  <a:cubicBezTo>
                    <a:pt x="134" y="101"/>
                    <a:pt x="67" y="34"/>
                    <a:pt x="1" y="1"/>
                  </a:cubicBezTo>
                  <a:close/>
                </a:path>
              </a:pathLst>
            </a:custGeom>
            <a:solidFill>
              <a:srgbClr val="F2F3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5946;p40">
              <a:extLst>
                <a:ext uri="{FF2B5EF4-FFF2-40B4-BE49-F238E27FC236}">
                  <a16:creationId xmlns:a16="http://schemas.microsoft.com/office/drawing/2014/main" id="{9A81483D-2060-831E-8F6B-2E7F5B618CE3}"/>
                </a:ext>
              </a:extLst>
            </p:cNvPr>
            <p:cNvSpPr/>
            <p:nvPr/>
          </p:nvSpPr>
          <p:spPr>
            <a:xfrm>
              <a:off x="-334800" y="-1034326"/>
              <a:ext cx="4676034" cy="1815529"/>
            </a:xfrm>
            <a:custGeom>
              <a:avLst/>
              <a:gdLst/>
              <a:ahLst/>
              <a:cxnLst/>
              <a:rect l="l" t="t" r="r" b="b"/>
              <a:pathLst>
                <a:path w="171299" h="81259" extrusionOk="0">
                  <a:moveTo>
                    <a:pt x="89907" y="0"/>
                  </a:moveTo>
                  <a:cubicBezTo>
                    <a:pt x="57084" y="0"/>
                    <a:pt x="48144" y="28054"/>
                    <a:pt x="54048" y="44132"/>
                  </a:cubicBezTo>
                  <a:lnTo>
                    <a:pt x="54048" y="44132"/>
                  </a:lnTo>
                  <a:cubicBezTo>
                    <a:pt x="47711" y="42619"/>
                    <a:pt x="42146" y="41950"/>
                    <a:pt x="37282" y="41950"/>
                  </a:cubicBezTo>
                  <a:cubicBezTo>
                    <a:pt x="1" y="41950"/>
                    <a:pt x="3863" y="81258"/>
                    <a:pt x="16521" y="81258"/>
                  </a:cubicBezTo>
                  <a:lnTo>
                    <a:pt x="160291" y="81258"/>
                  </a:lnTo>
                  <a:cubicBezTo>
                    <a:pt x="171298" y="81258"/>
                    <a:pt x="168794" y="55869"/>
                    <a:pt x="147380" y="55869"/>
                  </a:cubicBezTo>
                  <a:cubicBezTo>
                    <a:pt x="146731" y="55869"/>
                    <a:pt x="146064" y="55892"/>
                    <a:pt x="145380" y="55940"/>
                  </a:cubicBezTo>
                  <a:cubicBezTo>
                    <a:pt x="148684" y="47296"/>
                    <a:pt x="143002" y="37081"/>
                    <a:pt x="133081" y="37081"/>
                  </a:cubicBezTo>
                  <a:cubicBezTo>
                    <a:pt x="130482" y="37081"/>
                    <a:pt x="127593" y="37782"/>
                    <a:pt x="124499" y="39395"/>
                  </a:cubicBezTo>
                  <a:cubicBezTo>
                    <a:pt x="129869" y="26252"/>
                    <a:pt x="122697" y="0"/>
                    <a:pt x="89907" y="0"/>
                  </a:cubicBezTo>
                  <a:close/>
                </a:path>
              </a:pathLst>
            </a:custGeom>
            <a:solidFill>
              <a:srgbClr val="000000">
                <a:alpha val="100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5947;p40">
              <a:extLst>
                <a:ext uri="{FF2B5EF4-FFF2-40B4-BE49-F238E27FC236}">
                  <a16:creationId xmlns:a16="http://schemas.microsoft.com/office/drawing/2014/main" id="{D10DC636-4E7A-0211-D08C-28C8E4C26325}"/>
                </a:ext>
              </a:extLst>
            </p:cNvPr>
            <p:cNvSpPr/>
            <p:nvPr/>
          </p:nvSpPr>
          <p:spPr>
            <a:xfrm>
              <a:off x="4452540" y="-440161"/>
              <a:ext cx="2690208" cy="1590774"/>
            </a:xfrm>
            <a:custGeom>
              <a:avLst/>
              <a:gdLst/>
              <a:ahLst/>
              <a:cxnLst/>
              <a:rect l="l" t="t" r="r" b="b"/>
              <a:pathLst>
                <a:path w="103849" h="61408" extrusionOk="0">
                  <a:moveTo>
                    <a:pt x="86058" y="1"/>
                  </a:moveTo>
                  <a:cubicBezTo>
                    <a:pt x="75305" y="1"/>
                    <a:pt x="64717" y="7089"/>
                    <a:pt x="67189" y="20478"/>
                  </a:cubicBezTo>
                  <a:cubicBezTo>
                    <a:pt x="65387" y="17169"/>
                    <a:pt x="62846" y="15859"/>
                    <a:pt x="60431" y="15859"/>
                  </a:cubicBezTo>
                  <a:cubicBezTo>
                    <a:pt x="55784" y="15859"/>
                    <a:pt x="51599" y="20709"/>
                    <a:pt x="54013" y="25515"/>
                  </a:cubicBezTo>
                  <a:cubicBezTo>
                    <a:pt x="51706" y="22310"/>
                    <a:pt x="46188" y="20065"/>
                    <a:pt x="40327" y="20065"/>
                  </a:cubicBezTo>
                  <a:cubicBezTo>
                    <a:pt x="32039" y="20065"/>
                    <a:pt x="23067" y="24553"/>
                    <a:pt x="21524" y="37157"/>
                  </a:cubicBezTo>
                  <a:cubicBezTo>
                    <a:pt x="21177" y="37142"/>
                    <a:pt x="20836" y="37134"/>
                    <a:pt x="20500" y="37134"/>
                  </a:cubicBezTo>
                  <a:cubicBezTo>
                    <a:pt x="3881" y="37134"/>
                    <a:pt x="1" y="55424"/>
                    <a:pt x="11183" y="61407"/>
                  </a:cubicBezTo>
                  <a:cubicBezTo>
                    <a:pt x="7962" y="53698"/>
                    <a:pt x="13212" y="43007"/>
                    <a:pt x="25972" y="43007"/>
                  </a:cubicBezTo>
                  <a:cubicBezTo>
                    <a:pt x="26297" y="43007"/>
                    <a:pt x="26626" y="43014"/>
                    <a:pt x="26961" y="43028"/>
                  </a:cubicBezTo>
                  <a:cubicBezTo>
                    <a:pt x="28504" y="30424"/>
                    <a:pt x="37477" y="25936"/>
                    <a:pt x="45758" y="25936"/>
                  </a:cubicBezTo>
                  <a:cubicBezTo>
                    <a:pt x="51613" y="25936"/>
                    <a:pt x="57124" y="28180"/>
                    <a:pt x="59417" y="31386"/>
                  </a:cubicBezTo>
                  <a:cubicBezTo>
                    <a:pt x="57025" y="26579"/>
                    <a:pt x="61203" y="21730"/>
                    <a:pt x="65842" y="21730"/>
                  </a:cubicBezTo>
                  <a:cubicBezTo>
                    <a:pt x="68254" y="21730"/>
                    <a:pt x="70791" y="23040"/>
                    <a:pt x="72593" y="26349"/>
                  </a:cubicBezTo>
                  <a:cubicBezTo>
                    <a:pt x="70130" y="12965"/>
                    <a:pt x="80721" y="5872"/>
                    <a:pt x="91476" y="5872"/>
                  </a:cubicBezTo>
                  <a:cubicBezTo>
                    <a:pt x="95865" y="5872"/>
                    <a:pt x="100282" y="7053"/>
                    <a:pt x="103849" y="9470"/>
                  </a:cubicBezTo>
                  <a:cubicBezTo>
                    <a:pt x="100310" y="3082"/>
                    <a:pt x="93148" y="1"/>
                    <a:pt x="86058" y="1"/>
                  </a:cubicBezTo>
                  <a:close/>
                </a:path>
              </a:pathLst>
            </a:custGeom>
            <a:solidFill>
              <a:srgbClr val="000000">
                <a:alpha val="100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2" name="Google Shape;5948;p40">
              <a:extLst>
                <a:ext uri="{FF2B5EF4-FFF2-40B4-BE49-F238E27FC236}">
                  <a16:creationId xmlns:a16="http://schemas.microsoft.com/office/drawing/2014/main" id="{A9C5A4BB-19ED-94DA-E9E3-1A249F326246}"/>
                </a:ext>
              </a:extLst>
            </p:cNvPr>
            <p:cNvGrpSpPr/>
            <p:nvPr/>
          </p:nvGrpSpPr>
          <p:grpSpPr>
            <a:xfrm>
              <a:off x="1568426" y="-398888"/>
              <a:ext cx="3649211" cy="1570672"/>
              <a:chOff x="1568426" y="-228326"/>
              <a:chExt cx="3649211" cy="1570672"/>
            </a:xfrm>
          </p:grpSpPr>
          <p:sp>
            <p:nvSpPr>
              <p:cNvPr id="33" name="Google Shape;5949;p40">
                <a:extLst>
                  <a:ext uri="{FF2B5EF4-FFF2-40B4-BE49-F238E27FC236}">
                    <a16:creationId xmlns:a16="http://schemas.microsoft.com/office/drawing/2014/main" id="{7A1ABC2D-2259-35AA-2F69-A042A4EE7F65}"/>
                  </a:ext>
                </a:extLst>
              </p:cNvPr>
              <p:cNvSpPr/>
              <p:nvPr/>
            </p:nvSpPr>
            <p:spPr>
              <a:xfrm>
                <a:off x="1568426" y="-228326"/>
                <a:ext cx="3649211" cy="1570672"/>
              </a:xfrm>
              <a:custGeom>
                <a:avLst/>
                <a:gdLst/>
                <a:ahLst/>
                <a:cxnLst/>
                <a:rect l="l" t="t" r="r" b="b"/>
                <a:pathLst>
                  <a:path w="140869" h="60632" extrusionOk="0">
                    <a:moveTo>
                      <a:pt x="58159" y="0"/>
                    </a:moveTo>
                    <a:cubicBezTo>
                      <a:pt x="47435" y="0"/>
                      <a:pt x="36548" y="7415"/>
                      <a:pt x="39639" y="23108"/>
                    </a:cubicBezTo>
                    <a:cubicBezTo>
                      <a:pt x="38141" y="20799"/>
                      <a:pt x="35913" y="19839"/>
                      <a:pt x="33709" y="19839"/>
                    </a:cubicBezTo>
                    <a:cubicBezTo>
                      <a:pt x="28842" y="19839"/>
                      <a:pt x="24087" y="24514"/>
                      <a:pt x="27530" y="29679"/>
                    </a:cubicBezTo>
                    <a:cubicBezTo>
                      <a:pt x="26357" y="29554"/>
                      <a:pt x="25233" y="29494"/>
                      <a:pt x="24158" y="29494"/>
                    </a:cubicBezTo>
                    <a:cubicBezTo>
                      <a:pt x="0" y="29494"/>
                      <a:pt x="152" y="59718"/>
                      <a:pt x="12319" y="60101"/>
                    </a:cubicBezTo>
                    <a:cubicBezTo>
                      <a:pt x="16345" y="60248"/>
                      <a:pt x="50070" y="60632"/>
                      <a:pt x="80104" y="60632"/>
                    </a:cubicBezTo>
                    <a:cubicBezTo>
                      <a:pt x="97857" y="60632"/>
                      <a:pt x="114320" y="60498"/>
                      <a:pt x="122598" y="60101"/>
                    </a:cubicBezTo>
                    <a:cubicBezTo>
                      <a:pt x="140868" y="59084"/>
                      <a:pt x="138947" y="35296"/>
                      <a:pt x="120451" y="35296"/>
                    </a:cubicBezTo>
                    <a:cubicBezTo>
                      <a:pt x="120137" y="35296"/>
                      <a:pt x="119819" y="35303"/>
                      <a:pt x="119496" y="35317"/>
                    </a:cubicBezTo>
                    <a:cubicBezTo>
                      <a:pt x="118030" y="23336"/>
                      <a:pt x="109499" y="19074"/>
                      <a:pt x="101625" y="19074"/>
                    </a:cubicBezTo>
                    <a:cubicBezTo>
                      <a:pt x="96060" y="19074"/>
                      <a:pt x="90823" y="21203"/>
                      <a:pt x="88641" y="24242"/>
                    </a:cubicBezTo>
                    <a:cubicBezTo>
                      <a:pt x="90922" y="19679"/>
                      <a:pt x="86957" y="15087"/>
                      <a:pt x="82551" y="15087"/>
                    </a:cubicBezTo>
                    <a:cubicBezTo>
                      <a:pt x="80257" y="15087"/>
                      <a:pt x="77845" y="16332"/>
                      <a:pt x="76132" y="19472"/>
                    </a:cubicBezTo>
                    <a:cubicBezTo>
                      <a:pt x="78460" y="6740"/>
                      <a:pt x="68384" y="0"/>
                      <a:pt x="5815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Google Shape;5950;p40">
                <a:extLst>
                  <a:ext uri="{FF2B5EF4-FFF2-40B4-BE49-F238E27FC236}">
                    <a16:creationId xmlns:a16="http://schemas.microsoft.com/office/drawing/2014/main" id="{00651CD9-6455-29BD-859B-1586ED72A9CA}"/>
                  </a:ext>
                </a:extLst>
              </p:cNvPr>
              <p:cNvSpPr/>
              <p:nvPr/>
            </p:nvSpPr>
            <p:spPr>
              <a:xfrm>
                <a:off x="1576637" y="-228041"/>
                <a:ext cx="1900909" cy="1536762"/>
              </a:xfrm>
              <a:custGeom>
                <a:avLst/>
                <a:gdLst/>
                <a:ahLst/>
                <a:cxnLst/>
                <a:rect l="l" t="t" r="r" b="b"/>
                <a:pathLst>
                  <a:path w="73380" h="59323" extrusionOk="0">
                    <a:moveTo>
                      <a:pt x="57828" y="1"/>
                    </a:moveTo>
                    <a:cubicBezTo>
                      <a:pt x="47104" y="1"/>
                      <a:pt x="36219" y="7412"/>
                      <a:pt x="39322" y="23097"/>
                    </a:cubicBezTo>
                    <a:cubicBezTo>
                      <a:pt x="37824" y="20788"/>
                      <a:pt x="35596" y="19828"/>
                      <a:pt x="33392" y="19828"/>
                    </a:cubicBezTo>
                    <a:cubicBezTo>
                      <a:pt x="28525" y="19828"/>
                      <a:pt x="23770" y="24503"/>
                      <a:pt x="27213" y="29668"/>
                    </a:cubicBezTo>
                    <a:cubicBezTo>
                      <a:pt x="26047" y="29545"/>
                      <a:pt x="24929" y="29485"/>
                      <a:pt x="23859" y="29485"/>
                    </a:cubicBezTo>
                    <a:cubicBezTo>
                      <a:pt x="1826" y="29485"/>
                      <a:pt x="0" y="54583"/>
                      <a:pt x="9067" y="59323"/>
                    </a:cubicBezTo>
                    <a:cubicBezTo>
                      <a:pt x="4207" y="51023"/>
                      <a:pt x="8304" y="32720"/>
                      <a:pt x="27121" y="32720"/>
                    </a:cubicBezTo>
                    <a:cubicBezTo>
                      <a:pt x="28193" y="32720"/>
                      <a:pt x="29313" y="32780"/>
                      <a:pt x="30482" y="32904"/>
                    </a:cubicBezTo>
                    <a:cubicBezTo>
                      <a:pt x="27039" y="27739"/>
                      <a:pt x="31779" y="23064"/>
                      <a:pt x="36635" y="23064"/>
                    </a:cubicBezTo>
                    <a:cubicBezTo>
                      <a:pt x="38835" y="23064"/>
                      <a:pt x="41060" y="24023"/>
                      <a:pt x="42558" y="26333"/>
                    </a:cubicBezTo>
                    <a:cubicBezTo>
                      <a:pt x="39474" y="10655"/>
                      <a:pt x="50360" y="3251"/>
                      <a:pt x="61079" y="3251"/>
                    </a:cubicBezTo>
                    <a:cubicBezTo>
                      <a:pt x="65550" y="3251"/>
                      <a:pt x="69992" y="4539"/>
                      <a:pt x="73380" y="7052"/>
                    </a:cubicBezTo>
                    <a:cubicBezTo>
                      <a:pt x="69990" y="2404"/>
                      <a:pt x="63936" y="1"/>
                      <a:pt x="57828" y="1"/>
                    </a:cubicBezTo>
                    <a:close/>
                  </a:path>
                </a:pathLst>
              </a:custGeom>
              <a:solidFill>
                <a:srgbClr val="000000">
                  <a:alpha val="100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Google Shape;5951;p40">
                <a:extLst>
                  <a:ext uri="{FF2B5EF4-FFF2-40B4-BE49-F238E27FC236}">
                    <a16:creationId xmlns:a16="http://schemas.microsoft.com/office/drawing/2014/main" id="{6A9F3C55-946F-0CA4-D52B-CE96B6D00CDF}"/>
                  </a:ext>
                </a:extLst>
              </p:cNvPr>
              <p:cNvSpPr/>
              <p:nvPr/>
            </p:nvSpPr>
            <p:spPr>
              <a:xfrm>
                <a:off x="1568426" y="-227808"/>
                <a:ext cx="1910856" cy="1558134"/>
              </a:xfrm>
              <a:custGeom>
                <a:avLst/>
                <a:gdLst/>
                <a:ahLst/>
                <a:cxnLst/>
                <a:rect l="l" t="t" r="r" b="b"/>
                <a:pathLst>
                  <a:path w="73764" h="60148" extrusionOk="0">
                    <a:moveTo>
                      <a:pt x="58150" y="1"/>
                    </a:moveTo>
                    <a:cubicBezTo>
                      <a:pt x="47430" y="1"/>
                      <a:pt x="36544" y="7403"/>
                      <a:pt x="39639" y="23088"/>
                    </a:cubicBezTo>
                    <a:cubicBezTo>
                      <a:pt x="38141" y="20779"/>
                      <a:pt x="35913" y="19819"/>
                      <a:pt x="33709" y="19819"/>
                    </a:cubicBezTo>
                    <a:cubicBezTo>
                      <a:pt x="28842" y="19819"/>
                      <a:pt x="24087" y="24494"/>
                      <a:pt x="27530" y="29659"/>
                    </a:cubicBezTo>
                    <a:cubicBezTo>
                      <a:pt x="26357" y="29534"/>
                      <a:pt x="25233" y="29474"/>
                      <a:pt x="24158" y="29474"/>
                    </a:cubicBezTo>
                    <a:cubicBezTo>
                      <a:pt x="0" y="29474"/>
                      <a:pt x="152" y="59698"/>
                      <a:pt x="12319" y="60081"/>
                    </a:cubicBezTo>
                    <a:cubicBezTo>
                      <a:pt x="12820" y="60114"/>
                      <a:pt x="13787" y="60148"/>
                      <a:pt x="15121" y="60148"/>
                    </a:cubicBezTo>
                    <a:cubicBezTo>
                      <a:pt x="12170" y="51167"/>
                      <a:pt x="17081" y="35948"/>
                      <a:pt x="34253" y="35948"/>
                    </a:cubicBezTo>
                    <a:cubicBezTo>
                      <a:pt x="35322" y="35948"/>
                      <a:pt x="36439" y="36007"/>
                      <a:pt x="37604" y="36131"/>
                    </a:cubicBezTo>
                    <a:cubicBezTo>
                      <a:pt x="34161" y="30966"/>
                      <a:pt x="38916" y="26290"/>
                      <a:pt x="43782" y="26290"/>
                    </a:cubicBezTo>
                    <a:cubicBezTo>
                      <a:pt x="45987" y="26290"/>
                      <a:pt x="48215" y="27250"/>
                      <a:pt x="49713" y="29559"/>
                    </a:cubicBezTo>
                    <a:cubicBezTo>
                      <a:pt x="46621" y="13872"/>
                      <a:pt x="57496" y="6460"/>
                      <a:pt x="68204" y="6460"/>
                    </a:cubicBezTo>
                    <a:cubicBezTo>
                      <a:pt x="70088" y="6460"/>
                      <a:pt x="71967" y="6689"/>
                      <a:pt x="73763" y="7143"/>
                    </a:cubicBezTo>
                    <a:cubicBezTo>
                      <a:pt x="70395" y="2437"/>
                      <a:pt x="64300" y="1"/>
                      <a:pt x="58150" y="1"/>
                    </a:cubicBezTo>
                    <a:close/>
                  </a:path>
                </a:pathLst>
              </a:custGeom>
              <a:solidFill>
                <a:srgbClr val="000000">
                  <a:alpha val="100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6" name="Google Shape;5664;p31">
            <a:extLst>
              <a:ext uri="{FF2B5EF4-FFF2-40B4-BE49-F238E27FC236}">
                <a16:creationId xmlns:a16="http://schemas.microsoft.com/office/drawing/2014/main" id="{21704DEB-1C09-DC52-CBC9-20AC548F7E4B}"/>
              </a:ext>
            </a:extLst>
          </p:cNvPr>
          <p:cNvSpPr/>
          <p:nvPr/>
        </p:nvSpPr>
        <p:spPr>
          <a:xfrm>
            <a:off x="6414990" y="4190767"/>
            <a:ext cx="2770604" cy="530576"/>
          </a:xfrm>
          <a:custGeom>
            <a:avLst/>
            <a:gdLst/>
            <a:ahLst/>
            <a:cxnLst/>
            <a:rect l="l" t="t" r="r" b="b"/>
            <a:pathLst>
              <a:path w="272511" h="143593" extrusionOk="0">
                <a:moveTo>
                  <a:pt x="251027" y="1"/>
                </a:moveTo>
                <a:cubicBezTo>
                  <a:pt x="245294" y="1"/>
                  <a:pt x="237572" y="381"/>
                  <a:pt x="227184" y="1118"/>
                </a:cubicBezTo>
                <a:cubicBezTo>
                  <a:pt x="222766" y="1431"/>
                  <a:pt x="215826" y="1538"/>
                  <a:pt x="208362" y="1538"/>
                </a:cubicBezTo>
                <a:cubicBezTo>
                  <a:pt x="195627" y="1538"/>
                  <a:pt x="181370" y="1225"/>
                  <a:pt x="175522" y="1083"/>
                </a:cubicBezTo>
                <a:cubicBezTo>
                  <a:pt x="174989" y="1069"/>
                  <a:pt x="173989" y="1063"/>
                  <a:pt x="172589" y="1063"/>
                </a:cubicBezTo>
                <a:cubicBezTo>
                  <a:pt x="157097" y="1063"/>
                  <a:pt x="92556" y="1810"/>
                  <a:pt x="67749" y="1810"/>
                </a:cubicBezTo>
                <a:cubicBezTo>
                  <a:pt x="64700" y="1810"/>
                  <a:pt x="62251" y="1799"/>
                  <a:pt x="60567" y="1773"/>
                </a:cubicBezTo>
                <a:cubicBezTo>
                  <a:pt x="46982" y="1571"/>
                  <a:pt x="33386" y="1368"/>
                  <a:pt x="19800" y="1166"/>
                </a:cubicBezTo>
                <a:cubicBezTo>
                  <a:pt x="17432" y="1135"/>
                  <a:pt x="14473" y="590"/>
                  <a:pt x="11780" y="590"/>
                </a:cubicBezTo>
                <a:cubicBezTo>
                  <a:pt x="9383" y="590"/>
                  <a:pt x="7196" y="1021"/>
                  <a:pt x="5823" y="2631"/>
                </a:cubicBezTo>
                <a:cubicBezTo>
                  <a:pt x="4287" y="4428"/>
                  <a:pt x="4334" y="8857"/>
                  <a:pt x="4656" y="11203"/>
                </a:cubicBezTo>
                <a:cubicBezTo>
                  <a:pt x="9073" y="43898"/>
                  <a:pt x="0" y="111168"/>
                  <a:pt x="4656" y="141183"/>
                </a:cubicBezTo>
                <a:cubicBezTo>
                  <a:pt x="4906" y="142791"/>
                  <a:pt x="7144" y="142993"/>
                  <a:pt x="8763" y="143076"/>
                </a:cubicBezTo>
                <a:cubicBezTo>
                  <a:pt x="16269" y="143444"/>
                  <a:pt x="22992" y="143592"/>
                  <a:pt x="29104" y="143592"/>
                </a:cubicBezTo>
                <a:cubicBezTo>
                  <a:pt x="54639" y="143592"/>
                  <a:pt x="69514" y="141003"/>
                  <a:pt x="86318" y="141003"/>
                </a:cubicBezTo>
                <a:cubicBezTo>
                  <a:pt x="90106" y="141003"/>
                  <a:pt x="93992" y="141135"/>
                  <a:pt x="98120" y="141457"/>
                </a:cubicBezTo>
                <a:cubicBezTo>
                  <a:pt x="109441" y="142339"/>
                  <a:pt x="120783" y="142673"/>
                  <a:pt x="132134" y="142673"/>
                </a:cubicBezTo>
                <a:cubicBezTo>
                  <a:pt x="152645" y="142673"/>
                  <a:pt x="173184" y="141583"/>
                  <a:pt x="193679" y="140671"/>
                </a:cubicBezTo>
                <a:cubicBezTo>
                  <a:pt x="194430" y="140638"/>
                  <a:pt x="195267" y="140623"/>
                  <a:pt x="196181" y="140623"/>
                </a:cubicBezTo>
                <a:cubicBezTo>
                  <a:pt x="207210" y="140623"/>
                  <a:pt x="229426" y="142867"/>
                  <a:pt x="245705" y="142867"/>
                </a:cubicBezTo>
                <a:cubicBezTo>
                  <a:pt x="255508" y="142867"/>
                  <a:pt x="263157" y="142053"/>
                  <a:pt x="264914" y="139445"/>
                </a:cubicBezTo>
                <a:cubicBezTo>
                  <a:pt x="272511" y="128170"/>
                  <a:pt x="267462" y="96213"/>
                  <a:pt x="268034" y="81259"/>
                </a:cubicBezTo>
                <a:cubicBezTo>
                  <a:pt x="269272" y="49362"/>
                  <a:pt x="268332" y="42707"/>
                  <a:pt x="267308" y="7107"/>
                </a:cubicBezTo>
                <a:cubicBezTo>
                  <a:pt x="267164" y="2261"/>
                  <a:pt x="265009" y="1"/>
                  <a:pt x="251027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000">
              <a:solidFill>
                <a:srgbClr val="EE6137"/>
              </a:solidFill>
              <a:latin typeface="Barrio"/>
              <a:ea typeface="Barrio"/>
              <a:cs typeface="Barrio"/>
              <a:sym typeface="Barrio"/>
            </a:endParaRPr>
          </a:p>
        </p:txBody>
      </p:sp>
      <p:sp>
        <p:nvSpPr>
          <p:cNvPr id="37" name="Google Shape;5624;p29">
            <a:extLst>
              <a:ext uri="{FF2B5EF4-FFF2-40B4-BE49-F238E27FC236}">
                <a16:creationId xmlns:a16="http://schemas.microsoft.com/office/drawing/2014/main" id="{2476B8E8-0C66-BC7D-6709-411EDF9B284F}"/>
              </a:ext>
            </a:extLst>
          </p:cNvPr>
          <p:cNvSpPr txBox="1">
            <a:spLocks/>
          </p:cNvSpPr>
          <p:nvPr/>
        </p:nvSpPr>
        <p:spPr>
          <a:xfrm>
            <a:off x="6527585" y="4218943"/>
            <a:ext cx="2195661" cy="4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swald Light"/>
              <a:buNone/>
              <a:defRPr sz="2000" b="0" i="0" u="none" strike="noStrike" cap="none">
                <a:solidFill>
                  <a:schemeClr val="dk2"/>
                </a:solidFill>
                <a:latin typeface="Oswald Light"/>
                <a:ea typeface="Oswald Light"/>
                <a:cs typeface="Oswald Light"/>
                <a:sym typeface="Oswald Light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swald Light"/>
              <a:buNone/>
              <a:defRPr sz="1800" b="0" i="0" u="none" strike="noStrike" cap="none">
                <a:solidFill>
                  <a:schemeClr val="dk2"/>
                </a:solidFill>
                <a:latin typeface="Oswald Light"/>
                <a:ea typeface="Oswald Light"/>
                <a:cs typeface="Oswald Light"/>
                <a:sym typeface="Oswald Light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swald Light"/>
              <a:buNone/>
              <a:defRPr sz="1800" b="0" i="0" u="none" strike="noStrike" cap="none">
                <a:solidFill>
                  <a:schemeClr val="dk2"/>
                </a:solidFill>
                <a:latin typeface="Oswald Light"/>
                <a:ea typeface="Oswald Light"/>
                <a:cs typeface="Oswald Light"/>
                <a:sym typeface="Oswald Light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swald Light"/>
              <a:buNone/>
              <a:defRPr sz="1800" b="0" i="0" u="none" strike="noStrike" cap="none">
                <a:solidFill>
                  <a:schemeClr val="dk2"/>
                </a:solidFill>
                <a:latin typeface="Oswald Light"/>
                <a:ea typeface="Oswald Light"/>
                <a:cs typeface="Oswald Light"/>
                <a:sym typeface="Oswald Light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swald Light"/>
              <a:buNone/>
              <a:defRPr sz="1800" b="0" i="0" u="none" strike="noStrike" cap="none">
                <a:solidFill>
                  <a:schemeClr val="dk2"/>
                </a:solidFill>
                <a:latin typeface="Oswald Light"/>
                <a:ea typeface="Oswald Light"/>
                <a:cs typeface="Oswald Light"/>
                <a:sym typeface="Oswald Light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swald Light"/>
              <a:buNone/>
              <a:defRPr sz="1800" b="0" i="0" u="none" strike="noStrike" cap="none">
                <a:solidFill>
                  <a:schemeClr val="dk2"/>
                </a:solidFill>
                <a:latin typeface="Oswald Light"/>
                <a:ea typeface="Oswald Light"/>
                <a:cs typeface="Oswald Light"/>
                <a:sym typeface="Oswald Light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swald Light"/>
              <a:buNone/>
              <a:defRPr sz="1800" b="0" i="0" u="none" strike="noStrike" cap="none">
                <a:solidFill>
                  <a:schemeClr val="dk2"/>
                </a:solidFill>
                <a:latin typeface="Oswald Light"/>
                <a:ea typeface="Oswald Light"/>
                <a:cs typeface="Oswald Light"/>
                <a:sym typeface="Oswald Light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swald Light"/>
              <a:buNone/>
              <a:defRPr sz="1800" b="0" i="0" u="none" strike="noStrike" cap="none">
                <a:solidFill>
                  <a:schemeClr val="dk2"/>
                </a:solidFill>
                <a:latin typeface="Oswald Light"/>
                <a:ea typeface="Oswald Light"/>
                <a:cs typeface="Oswald Light"/>
                <a:sym typeface="Oswald Light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swald Light"/>
              <a:buNone/>
              <a:defRPr sz="1800" b="0" i="0" u="none" strike="noStrike" cap="none">
                <a:solidFill>
                  <a:schemeClr val="dk2"/>
                </a:solidFill>
                <a:latin typeface="Oswald Light"/>
                <a:ea typeface="Oswald Light"/>
                <a:cs typeface="Oswald Light"/>
                <a:sym typeface="Oswald Light"/>
              </a:defRPr>
            </a:lvl9pPr>
          </a:lstStyle>
          <a:p>
            <a:pPr marL="0" indent="0"/>
            <a:r>
              <a:rPr lang="en-US"/>
              <a:t>By Rajnish Kashyap</a:t>
            </a:r>
          </a:p>
        </p:txBody>
      </p:sp>
    </p:spTree>
    <p:extLst>
      <p:ext uri="{BB962C8B-B14F-4D97-AF65-F5344CB8AC3E}">
        <p14:creationId xmlns:p14="http://schemas.microsoft.com/office/powerpoint/2010/main" val="2532008270"/>
      </p:ext>
    </p:extLst>
  </p:cSld>
  <p:clrMapOvr>
    <a:masterClrMapping/>
  </p:clrMapOvr>
</p:sld>
</file>

<file path=ppt/theme/theme1.xml><?xml version="1.0" encoding="utf-8"?>
<a:theme xmlns:a="http://schemas.openxmlformats.org/drawingml/2006/main" name="Rain Lesson Minitheme by Slidesgo">
  <a:themeElements>
    <a:clrScheme name="Simple Light">
      <a:dk1>
        <a:srgbClr val="000000"/>
      </a:dk1>
      <a:lt1>
        <a:srgbClr val="A5D9D1"/>
      </a:lt1>
      <a:dk2>
        <a:srgbClr val="000000"/>
      </a:dk2>
      <a:lt2>
        <a:srgbClr val="FF4D5B"/>
      </a:lt2>
      <a:accent1>
        <a:srgbClr val="4AA7E8"/>
      </a:accent1>
      <a:accent2>
        <a:srgbClr val="FFED69"/>
      </a:accent2>
      <a:accent3>
        <a:srgbClr val="A786F5"/>
      </a:accent3>
      <a:accent4>
        <a:srgbClr val="FF7C8D"/>
      </a:accent4>
      <a:accent5>
        <a:srgbClr val="7BF08C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1327</Words>
  <Application>Microsoft Office PowerPoint</Application>
  <PresentationFormat>On-screen Show (16:9)</PresentationFormat>
  <Paragraphs>219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7" baseType="lpstr">
      <vt:lpstr>Amatic SC</vt:lpstr>
      <vt:lpstr>Arial</vt:lpstr>
      <vt:lpstr>Asmatic</vt:lpstr>
      <vt:lpstr>Barrio</vt:lpstr>
      <vt:lpstr>Open Sans</vt:lpstr>
      <vt:lpstr>Oswald Light</vt:lpstr>
      <vt:lpstr>system-ui</vt:lpstr>
      <vt:lpstr>Rain Lesson Minitheme by Slidesgo</vt:lpstr>
      <vt:lpstr>Rain forecasting</vt:lpstr>
      <vt:lpstr>Eda &amp; Data Wrangling</vt:lpstr>
      <vt:lpstr>INTRODUCTION</vt:lpstr>
      <vt:lpstr>Problem</vt:lpstr>
      <vt:lpstr>Total Rows  121 Total Features 14</vt:lpstr>
      <vt:lpstr>Eda &amp; Data Wrangling</vt:lpstr>
      <vt:lpstr>Outlier Analysis</vt:lpstr>
      <vt:lpstr>Monthly Rainfall Distribution</vt:lpstr>
      <vt:lpstr>Average Monthly Rainfall by Decade</vt:lpstr>
      <vt:lpstr>Rainfall_Lag1</vt:lpstr>
      <vt:lpstr>Visualization with Engineered Features</vt:lpstr>
      <vt:lpstr>Model Building</vt:lpstr>
      <vt:lpstr>ARIMA</vt:lpstr>
      <vt:lpstr>Evaluation &amp; Comparison</vt:lpstr>
      <vt:lpstr>Fine-Tuning XGBOOST</vt:lpstr>
      <vt:lpstr>Visualizing Prediction </vt:lpstr>
      <vt:lpstr>Business Question</vt:lpstr>
      <vt:lpstr>Conclusion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Mukshita</dc:creator>
  <cp:lastModifiedBy>Rajnish Kashyap</cp:lastModifiedBy>
  <cp:revision>1</cp:revision>
  <dcterms:modified xsi:type="dcterms:W3CDTF">2025-05-07T23:18:04Z</dcterms:modified>
</cp:coreProperties>
</file>